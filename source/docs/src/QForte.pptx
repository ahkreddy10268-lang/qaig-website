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1"/>
    <p:sldMasterId id="2147483708" r:id="rId2"/>
    <p:sldMasterId id="2147483744" r:id="rId3"/>
  </p:sldMasterIdLst>
  <p:notesMasterIdLst>
    <p:notesMasterId r:id="rId24"/>
  </p:notesMasterIdLst>
  <p:sldIdLst>
    <p:sldId id="4834" r:id="rId4"/>
    <p:sldId id="4820" r:id="rId5"/>
    <p:sldId id="4806" r:id="rId6"/>
    <p:sldId id="4786" r:id="rId7"/>
    <p:sldId id="4851" r:id="rId8"/>
    <p:sldId id="4843" r:id="rId9"/>
    <p:sldId id="4856" r:id="rId10"/>
    <p:sldId id="4852" r:id="rId11"/>
    <p:sldId id="4857" r:id="rId12"/>
    <p:sldId id="4853" r:id="rId13"/>
    <p:sldId id="4854" r:id="rId14"/>
    <p:sldId id="4855" r:id="rId15"/>
    <p:sldId id="425" r:id="rId16"/>
    <p:sldId id="4838" r:id="rId17"/>
    <p:sldId id="440" r:id="rId18"/>
    <p:sldId id="4812" r:id="rId19"/>
    <p:sldId id="4821" r:id="rId20"/>
    <p:sldId id="4830" r:id="rId21"/>
    <p:sldId id="4825" r:id="rId22"/>
    <p:sldId id="274" r:id="rId23"/>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CF0"/>
    <a:srgbClr val="E8EBF2"/>
    <a:srgbClr val="E3E8F2"/>
    <a:srgbClr val="DDE5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DF8FE1-CCCC-A75E-C8DD-05E43739E646}" v="22" dt="2026-04-17T10:52:17.5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AC8D2690-4136-634E-BF05-E76565F659B6}" type="datetimeFigureOut">
              <a:rPr lang="en-US" smtClean="0"/>
              <a:t>4/17/2026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874791A1-ED83-5D41-ACFD-3767D0003834}" type="slidenum">
              <a:rPr lang="en-US" smtClean="0"/>
              <a:t>‹#›</a:t>
            </a:fld>
            <a:endParaRPr lang="en-US"/>
          </a:p>
        </p:txBody>
      </p:sp>
    </p:spTree>
    <p:extLst>
      <p:ext uri="{BB962C8B-B14F-4D97-AF65-F5344CB8AC3E}">
        <p14:creationId xmlns:p14="http://schemas.microsoft.com/office/powerpoint/2010/main" val="1154405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a:extLst>
            <a:ext uri="{FF2B5EF4-FFF2-40B4-BE49-F238E27FC236}">
              <a16:creationId xmlns:a16="http://schemas.microsoft.com/office/drawing/2014/main" id="{699D21C3-7CED-FBBE-E831-50C067C40E05}"/>
            </a:ext>
          </a:extLst>
        </p:cNvPr>
        <p:cNvGrpSpPr/>
        <p:nvPr/>
      </p:nvGrpSpPr>
      <p:grpSpPr>
        <a:xfrm>
          <a:off x="0" y="0"/>
          <a:ext cx="0" cy="0"/>
          <a:chOff x="0" y="0"/>
          <a:chExt cx="0" cy="0"/>
        </a:xfrm>
      </p:grpSpPr>
      <p:sp>
        <p:nvSpPr>
          <p:cNvPr id="324" name="Google Shape;324;p3:notes">
            <a:extLst>
              <a:ext uri="{FF2B5EF4-FFF2-40B4-BE49-F238E27FC236}">
                <a16:creationId xmlns:a16="http://schemas.microsoft.com/office/drawing/2014/main" id="{D6298A6A-BE78-0AD4-8AAB-9B27F687E90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3:notes">
            <a:extLst>
              <a:ext uri="{FF2B5EF4-FFF2-40B4-BE49-F238E27FC236}">
                <a16:creationId xmlns:a16="http://schemas.microsoft.com/office/drawing/2014/main" id="{BB588A1D-D088-9DEC-0245-50556A73DA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5633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5">
          <a:extLst>
            <a:ext uri="{FF2B5EF4-FFF2-40B4-BE49-F238E27FC236}">
              <a16:creationId xmlns:a16="http://schemas.microsoft.com/office/drawing/2014/main" id="{92DE484D-0BC7-AA09-5C6A-19DBB9687D62}"/>
            </a:ext>
          </a:extLst>
        </p:cNvPr>
        <p:cNvGrpSpPr/>
        <p:nvPr/>
      </p:nvGrpSpPr>
      <p:grpSpPr>
        <a:xfrm>
          <a:off x="0" y="0"/>
          <a:ext cx="0" cy="0"/>
          <a:chOff x="0" y="0"/>
          <a:chExt cx="0" cy="0"/>
        </a:xfrm>
      </p:grpSpPr>
      <p:sp>
        <p:nvSpPr>
          <p:cNvPr id="1296" name="Google Shape;1296;p19:notes">
            <a:extLst>
              <a:ext uri="{FF2B5EF4-FFF2-40B4-BE49-F238E27FC236}">
                <a16:creationId xmlns:a16="http://schemas.microsoft.com/office/drawing/2014/main" id="{5E015F2E-86C9-B758-9FC2-9F1D755CA56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7" name="Google Shape;1297;p19:notes">
            <a:extLst>
              <a:ext uri="{FF2B5EF4-FFF2-40B4-BE49-F238E27FC236}">
                <a16:creationId xmlns:a16="http://schemas.microsoft.com/office/drawing/2014/main" id="{5D7A1E4B-C3AF-9F0D-143F-5682062C6A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6217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5"/>
        <p:cNvGrpSpPr/>
        <p:nvPr/>
      </p:nvGrpSpPr>
      <p:grpSpPr>
        <a:xfrm>
          <a:off x="0" y="0"/>
          <a:ext cx="0" cy="0"/>
          <a:chOff x="0" y="0"/>
          <a:chExt cx="0" cy="0"/>
        </a:xfrm>
      </p:grpSpPr>
      <p:sp>
        <p:nvSpPr>
          <p:cNvPr id="1756" name="Google Shape;1756;p24: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endParaRPr/>
          </a:p>
        </p:txBody>
      </p:sp>
      <p:sp>
        <p:nvSpPr>
          <p:cNvPr id="1757" name="Google Shape;1757;p2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3875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5">
          <a:extLst>
            <a:ext uri="{FF2B5EF4-FFF2-40B4-BE49-F238E27FC236}">
              <a16:creationId xmlns:a16="http://schemas.microsoft.com/office/drawing/2014/main" id="{6E8CD023-D903-F746-2CB1-62B0E5431EF6}"/>
            </a:ext>
          </a:extLst>
        </p:cNvPr>
        <p:cNvGrpSpPr/>
        <p:nvPr/>
      </p:nvGrpSpPr>
      <p:grpSpPr>
        <a:xfrm>
          <a:off x="0" y="0"/>
          <a:ext cx="0" cy="0"/>
          <a:chOff x="0" y="0"/>
          <a:chExt cx="0" cy="0"/>
        </a:xfrm>
      </p:grpSpPr>
      <p:sp>
        <p:nvSpPr>
          <p:cNvPr id="1296" name="Google Shape;1296;p19:notes">
            <a:extLst>
              <a:ext uri="{FF2B5EF4-FFF2-40B4-BE49-F238E27FC236}">
                <a16:creationId xmlns:a16="http://schemas.microsoft.com/office/drawing/2014/main" id="{6006C3BD-00BB-CD87-A589-664A129DC2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7" name="Google Shape;1297;p19:notes">
            <a:extLst>
              <a:ext uri="{FF2B5EF4-FFF2-40B4-BE49-F238E27FC236}">
                <a16:creationId xmlns:a16="http://schemas.microsoft.com/office/drawing/2014/main" id="{2C91CDA0-2A99-C8E1-BB64-49C7D0927A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5324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a:extLst>
            <a:ext uri="{FF2B5EF4-FFF2-40B4-BE49-F238E27FC236}">
              <a16:creationId xmlns:a16="http://schemas.microsoft.com/office/drawing/2014/main" id="{618D2B85-24B7-79D5-060B-81A6D4D67CFF}"/>
            </a:ext>
          </a:extLst>
        </p:cNvPr>
        <p:cNvGrpSpPr/>
        <p:nvPr/>
      </p:nvGrpSpPr>
      <p:grpSpPr>
        <a:xfrm>
          <a:off x="0" y="0"/>
          <a:ext cx="0" cy="0"/>
          <a:chOff x="0" y="0"/>
          <a:chExt cx="0" cy="0"/>
        </a:xfrm>
      </p:grpSpPr>
      <p:sp>
        <p:nvSpPr>
          <p:cNvPr id="320" name="Google Shape;320;p3:notes">
            <a:extLst>
              <a:ext uri="{FF2B5EF4-FFF2-40B4-BE49-F238E27FC236}">
                <a16:creationId xmlns:a16="http://schemas.microsoft.com/office/drawing/2014/main" id="{C2B41828-34D7-6BB5-FB30-E1461B5309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3:notes">
            <a:extLst>
              <a:ext uri="{FF2B5EF4-FFF2-40B4-BE49-F238E27FC236}">
                <a16:creationId xmlns:a16="http://schemas.microsoft.com/office/drawing/2014/main" id="{3D55823E-3594-7A87-BF72-FD009FB5B6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359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5">
          <a:extLst>
            <a:ext uri="{FF2B5EF4-FFF2-40B4-BE49-F238E27FC236}">
              <a16:creationId xmlns:a16="http://schemas.microsoft.com/office/drawing/2014/main" id="{51537D52-4ED0-5F4D-4380-F3A72DF324CB}"/>
            </a:ext>
          </a:extLst>
        </p:cNvPr>
        <p:cNvGrpSpPr/>
        <p:nvPr/>
      </p:nvGrpSpPr>
      <p:grpSpPr>
        <a:xfrm>
          <a:off x="0" y="0"/>
          <a:ext cx="0" cy="0"/>
          <a:chOff x="0" y="0"/>
          <a:chExt cx="0" cy="0"/>
        </a:xfrm>
      </p:grpSpPr>
      <p:sp>
        <p:nvSpPr>
          <p:cNvPr id="1296" name="Google Shape;1296;p19:notes">
            <a:extLst>
              <a:ext uri="{FF2B5EF4-FFF2-40B4-BE49-F238E27FC236}">
                <a16:creationId xmlns:a16="http://schemas.microsoft.com/office/drawing/2014/main" id="{DC40AF99-48D6-010A-03F1-4DB1D73BA63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7" name="Google Shape;1297;p19:notes">
            <a:extLst>
              <a:ext uri="{FF2B5EF4-FFF2-40B4-BE49-F238E27FC236}">
                <a16:creationId xmlns:a16="http://schemas.microsoft.com/office/drawing/2014/main" id="{384739F5-DB93-6DC0-A282-2739F5DF95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72965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7"/>
        <p:cNvGrpSpPr/>
        <p:nvPr/>
      </p:nvGrpSpPr>
      <p:grpSpPr>
        <a:xfrm>
          <a:off x="0" y="0"/>
          <a:ext cx="0" cy="0"/>
          <a:chOff x="0" y="0"/>
          <a:chExt cx="0" cy="0"/>
        </a:xfrm>
      </p:grpSpPr>
      <p:sp>
        <p:nvSpPr>
          <p:cNvPr id="178" name="Google Shape;178;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0" name="Google Shape;180;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 name="Google Shape;182;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3" name="Google Shape;183;p32"/>
          <p:cNvSpPr/>
          <p:nvPr/>
        </p:nvSpPr>
        <p:spPr>
          <a:xfrm>
            <a:off x="10795518" y="-294851"/>
            <a:ext cx="1495684" cy="1495686"/>
          </a:xfrm>
          <a:prstGeom prst="rect">
            <a:avLst/>
          </a:pr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130802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4"/>
        <p:cNvGrpSpPr/>
        <p:nvPr/>
      </p:nvGrpSpPr>
      <p:grpSpPr>
        <a:xfrm>
          <a:off x="0" y="0"/>
          <a:ext cx="0" cy="0"/>
          <a:chOff x="0" y="0"/>
          <a:chExt cx="0" cy="0"/>
        </a:xfrm>
      </p:grpSpPr>
      <p:sp>
        <p:nvSpPr>
          <p:cNvPr id="195" name="Google Shape;195;p4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6" name="Google Shape;196;p4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C5C7D2"/>
              </a:buClr>
              <a:buSzPts val="2400"/>
              <a:buNone/>
              <a:defRPr sz="2400">
                <a:solidFill>
                  <a:srgbClr val="C5C7D2"/>
                </a:solidFill>
              </a:defRPr>
            </a:lvl1pPr>
            <a:lvl2pPr marL="914400" lvl="1" indent="-228600" algn="l">
              <a:lnSpc>
                <a:spcPct val="90000"/>
              </a:lnSpc>
              <a:spcBef>
                <a:spcPts val="500"/>
              </a:spcBef>
              <a:spcAft>
                <a:spcPts val="0"/>
              </a:spcAft>
              <a:buClr>
                <a:srgbClr val="C5C7D2"/>
              </a:buClr>
              <a:buSzPts val="2000"/>
              <a:buNone/>
              <a:defRPr sz="2000">
                <a:solidFill>
                  <a:srgbClr val="C5C7D2"/>
                </a:solidFill>
              </a:defRPr>
            </a:lvl2pPr>
            <a:lvl3pPr marL="1371600" lvl="2" indent="-228600" algn="l">
              <a:lnSpc>
                <a:spcPct val="90000"/>
              </a:lnSpc>
              <a:spcBef>
                <a:spcPts val="500"/>
              </a:spcBef>
              <a:spcAft>
                <a:spcPts val="0"/>
              </a:spcAft>
              <a:buClr>
                <a:srgbClr val="C5C7D2"/>
              </a:buClr>
              <a:buSzPts val="1800"/>
              <a:buNone/>
              <a:defRPr sz="1800">
                <a:solidFill>
                  <a:srgbClr val="C5C7D2"/>
                </a:solidFill>
              </a:defRPr>
            </a:lvl3pPr>
            <a:lvl4pPr marL="1828800" lvl="3" indent="-228600" algn="l">
              <a:lnSpc>
                <a:spcPct val="90000"/>
              </a:lnSpc>
              <a:spcBef>
                <a:spcPts val="500"/>
              </a:spcBef>
              <a:spcAft>
                <a:spcPts val="0"/>
              </a:spcAft>
              <a:buClr>
                <a:srgbClr val="C5C7D2"/>
              </a:buClr>
              <a:buSzPts val="1600"/>
              <a:buNone/>
              <a:defRPr sz="1600">
                <a:solidFill>
                  <a:srgbClr val="C5C7D2"/>
                </a:solidFill>
              </a:defRPr>
            </a:lvl4pPr>
            <a:lvl5pPr marL="2286000" lvl="4" indent="-228600" algn="l">
              <a:lnSpc>
                <a:spcPct val="90000"/>
              </a:lnSpc>
              <a:spcBef>
                <a:spcPts val="500"/>
              </a:spcBef>
              <a:spcAft>
                <a:spcPts val="0"/>
              </a:spcAft>
              <a:buClr>
                <a:srgbClr val="C5C7D2"/>
              </a:buClr>
              <a:buSzPts val="1600"/>
              <a:buNone/>
              <a:defRPr sz="1600">
                <a:solidFill>
                  <a:srgbClr val="C5C7D2"/>
                </a:solidFill>
              </a:defRPr>
            </a:lvl5pPr>
            <a:lvl6pPr marL="2743200" lvl="5" indent="-228600" algn="l">
              <a:lnSpc>
                <a:spcPct val="90000"/>
              </a:lnSpc>
              <a:spcBef>
                <a:spcPts val="500"/>
              </a:spcBef>
              <a:spcAft>
                <a:spcPts val="0"/>
              </a:spcAft>
              <a:buClr>
                <a:srgbClr val="C5C7D2"/>
              </a:buClr>
              <a:buSzPts val="1600"/>
              <a:buNone/>
              <a:defRPr sz="1600">
                <a:solidFill>
                  <a:srgbClr val="C5C7D2"/>
                </a:solidFill>
              </a:defRPr>
            </a:lvl6pPr>
            <a:lvl7pPr marL="3200400" lvl="6" indent="-228600" algn="l">
              <a:lnSpc>
                <a:spcPct val="90000"/>
              </a:lnSpc>
              <a:spcBef>
                <a:spcPts val="500"/>
              </a:spcBef>
              <a:spcAft>
                <a:spcPts val="0"/>
              </a:spcAft>
              <a:buClr>
                <a:srgbClr val="C5C7D2"/>
              </a:buClr>
              <a:buSzPts val="1600"/>
              <a:buNone/>
              <a:defRPr sz="1600">
                <a:solidFill>
                  <a:srgbClr val="C5C7D2"/>
                </a:solidFill>
              </a:defRPr>
            </a:lvl7pPr>
            <a:lvl8pPr marL="3657600" lvl="7" indent="-228600" algn="l">
              <a:lnSpc>
                <a:spcPct val="90000"/>
              </a:lnSpc>
              <a:spcBef>
                <a:spcPts val="500"/>
              </a:spcBef>
              <a:spcAft>
                <a:spcPts val="0"/>
              </a:spcAft>
              <a:buClr>
                <a:srgbClr val="C5C7D2"/>
              </a:buClr>
              <a:buSzPts val="1600"/>
              <a:buNone/>
              <a:defRPr sz="1600">
                <a:solidFill>
                  <a:srgbClr val="C5C7D2"/>
                </a:solidFill>
              </a:defRPr>
            </a:lvl8pPr>
            <a:lvl9pPr marL="4114800" lvl="8" indent="-228600" algn="l">
              <a:lnSpc>
                <a:spcPct val="90000"/>
              </a:lnSpc>
              <a:spcBef>
                <a:spcPts val="500"/>
              </a:spcBef>
              <a:spcAft>
                <a:spcPts val="0"/>
              </a:spcAft>
              <a:buClr>
                <a:srgbClr val="C5C7D2"/>
              </a:buClr>
              <a:buSzPts val="1600"/>
              <a:buNone/>
              <a:defRPr sz="1600">
                <a:solidFill>
                  <a:srgbClr val="C5C7D2"/>
                </a:solidFill>
              </a:defRPr>
            </a:lvl9pPr>
          </a:lstStyle>
          <a:p>
            <a:endParaRPr/>
          </a:p>
        </p:txBody>
      </p:sp>
      <p:sp>
        <p:nvSpPr>
          <p:cNvPr id="197" name="Google Shape;197;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9" name="Google Shape;199;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8297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00"/>
        <p:cNvGrpSpPr/>
        <p:nvPr/>
      </p:nvGrpSpPr>
      <p:grpSpPr>
        <a:xfrm>
          <a:off x="0" y="0"/>
          <a:ext cx="0" cy="0"/>
          <a:chOff x="0" y="0"/>
          <a:chExt cx="0" cy="0"/>
        </a:xfrm>
      </p:grpSpPr>
      <p:sp>
        <p:nvSpPr>
          <p:cNvPr id="201" name="Google Shape;201;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4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3" name="Google Shape;203;p4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4" name="Google Shape;204;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5" name="Google Shape;205;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26398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07"/>
        <p:cNvGrpSpPr/>
        <p:nvPr/>
      </p:nvGrpSpPr>
      <p:grpSpPr>
        <a:xfrm>
          <a:off x="0" y="0"/>
          <a:ext cx="0" cy="0"/>
          <a:chOff x="0" y="0"/>
          <a:chExt cx="0" cy="0"/>
        </a:xfrm>
      </p:grpSpPr>
      <p:sp>
        <p:nvSpPr>
          <p:cNvPr id="208" name="Google Shape;208;p4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9" name="Google Shape;209;p4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0" name="Google Shape;210;p4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4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2" name="Google Shape;212;p4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3" name="Google Shape;213;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4" name="Google Shape;214;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5" name="Google Shape;215;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52219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16"/>
        <p:cNvGrpSpPr/>
        <p:nvPr/>
      </p:nvGrpSpPr>
      <p:grpSpPr>
        <a:xfrm>
          <a:off x="0" y="0"/>
          <a:ext cx="0" cy="0"/>
          <a:chOff x="0" y="0"/>
          <a:chExt cx="0" cy="0"/>
        </a:xfrm>
      </p:grpSpPr>
      <p:sp>
        <p:nvSpPr>
          <p:cNvPr id="217" name="Google Shape;217;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8" name="Google Shape;21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73979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221"/>
        <p:cNvGrpSpPr/>
        <p:nvPr/>
      </p:nvGrpSpPr>
      <p:grpSpPr>
        <a:xfrm>
          <a:off x="0" y="0"/>
          <a:ext cx="0" cy="0"/>
          <a:chOff x="0" y="0"/>
          <a:chExt cx="0" cy="0"/>
        </a:xfrm>
      </p:grpSpPr>
      <p:sp>
        <p:nvSpPr>
          <p:cNvPr id="222" name="Google Shape;222;p4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3" name="Google Shape;223;p4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24" name="Google Shape;224;p4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25" name="Google Shape;225;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22419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228"/>
        <p:cNvGrpSpPr/>
        <p:nvPr/>
      </p:nvGrpSpPr>
      <p:grpSpPr>
        <a:xfrm>
          <a:off x="0" y="0"/>
          <a:ext cx="0" cy="0"/>
          <a:chOff x="0" y="0"/>
          <a:chExt cx="0" cy="0"/>
        </a:xfrm>
      </p:grpSpPr>
      <p:sp>
        <p:nvSpPr>
          <p:cNvPr id="229" name="Google Shape;229;p5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0" name="Google Shape;230;p50"/>
          <p:cNvSpPr>
            <a:spLocks noGrp="1"/>
          </p:cNvSpPr>
          <p:nvPr>
            <p:ph type="pic" idx="2"/>
          </p:nvPr>
        </p:nvSpPr>
        <p:spPr>
          <a:xfrm>
            <a:off x="5183188" y="987425"/>
            <a:ext cx="6172200" cy="4873625"/>
          </a:xfrm>
          <a:prstGeom prst="rect">
            <a:avLst/>
          </a:prstGeom>
          <a:noFill/>
          <a:ln>
            <a:noFill/>
          </a:ln>
        </p:spPr>
      </p:sp>
      <p:sp>
        <p:nvSpPr>
          <p:cNvPr id="231" name="Google Shape;231;p5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32" name="Google Shape;232;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3" name="Google Shape;233;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4" name="Google Shape;234;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12012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235"/>
        <p:cNvGrpSpPr/>
        <p:nvPr/>
      </p:nvGrpSpPr>
      <p:grpSpPr>
        <a:xfrm>
          <a:off x="0" y="0"/>
          <a:ext cx="0" cy="0"/>
          <a:chOff x="0" y="0"/>
          <a:chExt cx="0" cy="0"/>
        </a:xfrm>
      </p:grpSpPr>
      <p:sp>
        <p:nvSpPr>
          <p:cNvPr id="236" name="Google Shape;236;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7" name="Google Shape;237;p5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8" name="Google Shape;238;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9" name="Google Shape;239;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0" name="Google Shape;240;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53308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241"/>
        <p:cNvGrpSpPr/>
        <p:nvPr/>
      </p:nvGrpSpPr>
      <p:grpSpPr>
        <a:xfrm>
          <a:off x="0" y="0"/>
          <a:ext cx="0" cy="0"/>
          <a:chOff x="0" y="0"/>
          <a:chExt cx="0" cy="0"/>
        </a:xfrm>
      </p:grpSpPr>
      <p:sp>
        <p:nvSpPr>
          <p:cNvPr id="242" name="Google Shape;242;p5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5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4" name="Google Shape;244;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6" name="Google Shape;246;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22702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C928E-2153-42D9-81E5-AB23837C1D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UA"/>
          </a:p>
        </p:txBody>
      </p:sp>
      <p:sp>
        <p:nvSpPr>
          <p:cNvPr id="3" name="Subtitle 2">
            <a:extLst>
              <a:ext uri="{FF2B5EF4-FFF2-40B4-BE49-F238E27FC236}">
                <a16:creationId xmlns:a16="http://schemas.microsoft.com/office/drawing/2014/main" id="{01F48D02-6396-48C9-A804-9F064E022F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UA"/>
          </a:p>
        </p:txBody>
      </p:sp>
      <p:sp>
        <p:nvSpPr>
          <p:cNvPr id="4" name="Date Placeholder 3">
            <a:extLst>
              <a:ext uri="{FF2B5EF4-FFF2-40B4-BE49-F238E27FC236}">
                <a16:creationId xmlns:a16="http://schemas.microsoft.com/office/drawing/2014/main" id="{A84B0DE9-9ECF-4881-BC25-7571E6754C68}"/>
              </a:ext>
            </a:extLst>
          </p:cNvPr>
          <p:cNvSpPr>
            <a:spLocks noGrp="1"/>
          </p:cNvSpPr>
          <p:nvPr>
            <p:ph type="dt" sz="half" idx="10"/>
          </p:nvPr>
        </p:nvSpPr>
        <p:spPr/>
        <p:txBody>
          <a:bodyPr/>
          <a:lstStyle/>
          <a:p>
            <a:fld id="{9176929C-2F64-4A7E-A189-FC2593FED488}" type="datetimeFigureOut">
              <a:rPr lang="ru-UA" smtClean="0"/>
              <a:t>04/17/2026</a:t>
            </a:fld>
            <a:endParaRPr lang="ru-UA"/>
          </a:p>
        </p:txBody>
      </p:sp>
      <p:sp>
        <p:nvSpPr>
          <p:cNvPr id="5" name="Footer Placeholder 4">
            <a:extLst>
              <a:ext uri="{FF2B5EF4-FFF2-40B4-BE49-F238E27FC236}">
                <a16:creationId xmlns:a16="http://schemas.microsoft.com/office/drawing/2014/main" id="{41CDF9FE-88FA-4848-A75E-2732633277D2}"/>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0B7AA549-BA41-4EFC-ACBA-752E2AEAD481}"/>
              </a:ext>
            </a:extLst>
          </p:cNvPr>
          <p:cNvSpPr>
            <a:spLocks noGrp="1"/>
          </p:cNvSpPr>
          <p:nvPr>
            <p:ph type="sldNum" sz="quarter" idx="12"/>
          </p:nvPr>
        </p:nvSpPr>
        <p:spPr/>
        <p:txBody>
          <a:bodyPr/>
          <a:lstStyle/>
          <a:p>
            <a:fld id="{E208ADF7-8DD0-42C8-AA48-8BEDCFD331AB}" type="slidenum">
              <a:rPr lang="ru-UA" smtClean="0"/>
              <a:t>‹#›</a:t>
            </a:fld>
            <a:endParaRPr lang="ru-UA"/>
          </a:p>
        </p:txBody>
      </p:sp>
    </p:spTree>
    <p:extLst>
      <p:ext uri="{BB962C8B-B14F-4D97-AF65-F5344CB8AC3E}">
        <p14:creationId xmlns:p14="http://schemas.microsoft.com/office/powerpoint/2010/main" val="3978353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6549-F3AF-4ACD-BA40-23F8B8FE4514}"/>
              </a:ext>
            </a:extLst>
          </p:cNvPr>
          <p:cNvSpPr>
            <a:spLocks noGrp="1"/>
          </p:cNvSpPr>
          <p:nvPr>
            <p:ph type="title"/>
          </p:nvPr>
        </p:nvSpPr>
        <p:spPr/>
        <p:txBody>
          <a:bodyPr/>
          <a:lstStyle/>
          <a:p>
            <a:r>
              <a:rPr lang="en-US"/>
              <a:t>Click to edit Master title style</a:t>
            </a:r>
            <a:endParaRPr lang="ru-UA"/>
          </a:p>
        </p:txBody>
      </p:sp>
      <p:sp>
        <p:nvSpPr>
          <p:cNvPr id="3" name="Content Placeholder 2">
            <a:extLst>
              <a:ext uri="{FF2B5EF4-FFF2-40B4-BE49-F238E27FC236}">
                <a16:creationId xmlns:a16="http://schemas.microsoft.com/office/drawing/2014/main" id="{15CBB2D2-3AED-4261-9DCB-188D867F71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Date Placeholder 3">
            <a:extLst>
              <a:ext uri="{FF2B5EF4-FFF2-40B4-BE49-F238E27FC236}">
                <a16:creationId xmlns:a16="http://schemas.microsoft.com/office/drawing/2014/main" id="{766E5079-4575-4E3C-B89C-CF09F284366A}"/>
              </a:ext>
            </a:extLst>
          </p:cNvPr>
          <p:cNvSpPr>
            <a:spLocks noGrp="1"/>
          </p:cNvSpPr>
          <p:nvPr>
            <p:ph type="dt" sz="half" idx="10"/>
          </p:nvPr>
        </p:nvSpPr>
        <p:spPr/>
        <p:txBody>
          <a:bodyPr/>
          <a:lstStyle/>
          <a:p>
            <a:fld id="{9176929C-2F64-4A7E-A189-FC2593FED488}" type="datetimeFigureOut">
              <a:rPr lang="ru-UA" smtClean="0"/>
              <a:t>04/17/2026</a:t>
            </a:fld>
            <a:endParaRPr lang="ru-UA"/>
          </a:p>
        </p:txBody>
      </p:sp>
      <p:sp>
        <p:nvSpPr>
          <p:cNvPr id="5" name="Footer Placeholder 4">
            <a:extLst>
              <a:ext uri="{FF2B5EF4-FFF2-40B4-BE49-F238E27FC236}">
                <a16:creationId xmlns:a16="http://schemas.microsoft.com/office/drawing/2014/main" id="{22EB3BF3-593A-428A-B7CA-835C93571AE1}"/>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D40E3593-8550-4C17-9DA5-4A3BBD30CF66}"/>
              </a:ext>
            </a:extLst>
          </p:cNvPr>
          <p:cNvSpPr>
            <a:spLocks noGrp="1"/>
          </p:cNvSpPr>
          <p:nvPr>
            <p:ph type="sldNum" sz="quarter" idx="12"/>
          </p:nvPr>
        </p:nvSpPr>
        <p:spPr/>
        <p:txBody>
          <a:bodyPr/>
          <a:lstStyle/>
          <a:p>
            <a:fld id="{E208ADF7-8DD0-42C8-AA48-8BEDCFD331AB}" type="slidenum">
              <a:rPr lang="ru-UA" smtClean="0"/>
              <a:t>‹#›</a:t>
            </a:fld>
            <a:endParaRPr lang="ru-UA"/>
          </a:p>
        </p:txBody>
      </p:sp>
      <p:sp>
        <p:nvSpPr>
          <p:cNvPr id="7" name="Rectangle 6">
            <a:extLst>
              <a:ext uri="{FF2B5EF4-FFF2-40B4-BE49-F238E27FC236}">
                <a16:creationId xmlns:a16="http://schemas.microsoft.com/office/drawing/2014/main" id="{16AD87FD-3491-4CD8-B94E-BC666DCE753D}"/>
              </a:ext>
            </a:extLst>
          </p:cNvPr>
          <p:cNvSpPr/>
          <p:nvPr userDrawn="1"/>
        </p:nvSpPr>
        <p:spPr>
          <a:xfrm>
            <a:off x="10795518" y="-294851"/>
            <a:ext cx="1495684" cy="1495686"/>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131676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6490C-A853-425E-9F7A-75287AE9DF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UA"/>
          </a:p>
        </p:txBody>
      </p:sp>
      <p:sp>
        <p:nvSpPr>
          <p:cNvPr id="3" name="Text Placeholder 2">
            <a:extLst>
              <a:ext uri="{FF2B5EF4-FFF2-40B4-BE49-F238E27FC236}">
                <a16:creationId xmlns:a16="http://schemas.microsoft.com/office/drawing/2014/main" id="{32E0DE3B-7C62-4E01-8426-AA2C0D3F9B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C9369C-D7F4-499E-B385-6924CFE41605}"/>
              </a:ext>
            </a:extLst>
          </p:cNvPr>
          <p:cNvSpPr>
            <a:spLocks noGrp="1"/>
          </p:cNvSpPr>
          <p:nvPr>
            <p:ph type="dt" sz="half" idx="10"/>
          </p:nvPr>
        </p:nvSpPr>
        <p:spPr/>
        <p:txBody>
          <a:bodyPr/>
          <a:lstStyle/>
          <a:p>
            <a:fld id="{9176929C-2F64-4A7E-A189-FC2593FED488}" type="datetimeFigureOut">
              <a:rPr lang="ru-UA" smtClean="0"/>
              <a:t>04/17/2026</a:t>
            </a:fld>
            <a:endParaRPr lang="ru-UA"/>
          </a:p>
        </p:txBody>
      </p:sp>
      <p:sp>
        <p:nvSpPr>
          <p:cNvPr id="5" name="Footer Placeholder 4">
            <a:extLst>
              <a:ext uri="{FF2B5EF4-FFF2-40B4-BE49-F238E27FC236}">
                <a16:creationId xmlns:a16="http://schemas.microsoft.com/office/drawing/2014/main" id="{05002ED4-B656-459C-899A-BDD254C247A4}"/>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768223B8-1147-4CBB-B004-7540CF2211A3}"/>
              </a:ext>
            </a:extLst>
          </p:cNvPr>
          <p:cNvSpPr>
            <a:spLocks noGrp="1"/>
          </p:cNvSpPr>
          <p:nvPr>
            <p:ph type="sldNum" sz="quarter" idx="12"/>
          </p:nvPr>
        </p:nvSpPr>
        <p:spPr/>
        <p:txBody>
          <a:bodyPr/>
          <a:lstStyle/>
          <a:p>
            <a:fld id="{E208ADF7-8DD0-42C8-AA48-8BEDCFD331AB}" type="slidenum">
              <a:rPr lang="ru-UA" smtClean="0"/>
              <a:t>‹#›</a:t>
            </a:fld>
            <a:endParaRPr lang="ru-UA"/>
          </a:p>
        </p:txBody>
      </p:sp>
    </p:spTree>
    <p:extLst>
      <p:ext uri="{BB962C8B-B14F-4D97-AF65-F5344CB8AC3E}">
        <p14:creationId xmlns:p14="http://schemas.microsoft.com/office/powerpoint/2010/main" val="2502828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27DE5-9E1E-4B93-A160-2A917C51F97F}"/>
              </a:ext>
            </a:extLst>
          </p:cNvPr>
          <p:cNvSpPr>
            <a:spLocks noGrp="1"/>
          </p:cNvSpPr>
          <p:nvPr>
            <p:ph type="title"/>
          </p:nvPr>
        </p:nvSpPr>
        <p:spPr/>
        <p:txBody>
          <a:bodyPr/>
          <a:lstStyle/>
          <a:p>
            <a:r>
              <a:rPr lang="en-US"/>
              <a:t>Click to edit Master title style</a:t>
            </a:r>
            <a:endParaRPr lang="ru-UA"/>
          </a:p>
        </p:txBody>
      </p:sp>
      <p:sp>
        <p:nvSpPr>
          <p:cNvPr id="3" name="Content Placeholder 2">
            <a:extLst>
              <a:ext uri="{FF2B5EF4-FFF2-40B4-BE49-F238E27FC236}">
                <a16:creationId xmlns:a16="http://schemas.microsoft.com/office/drawing/2014/main" id="{F3BAF86B-E201-414B-B1EB-85C77F7975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Content Placeholder 3">
            <a:extLst>
              <a:ext uri="{FF2B5EF4-FFF2-40B4-BE49-F238E27FC236}">
                <a16:creationId xmlns:a16="http://schemas.microsoft.com/office/drawing/2014/main" id="{F94A7DA7-A18B-47F6-B0B8-7B255E35B9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5" name="Date Placeholder 4">
            <a:extLst>
              <a:ext uri="{FF2B5EF4-FFF2-40B4-BE49-F238E27FC236}">
                <a16:creationId xmlns:a16="http://schemas.microsoft.com/office/drawing/2014/main" id="{0C8AF66A-6768-4BE6-A3D4-02CBB22FA46A}"/>
              </a:ext>
            </a:extLst>
          </p:cNvPr>
          <p:cNvSpPr>
            <a:spLocks noGrp="1"/>
          </p:cNvSpPr>
          <p:nvPr>
            <p:ph type="dt" sz="half" idx="10"/>
          </p:nvPr>
        </p:nvSpPr>
        <p:spPr/>
        <p:txBody>
          <a:bodyPr/>
          <a:lstStyle/>
          <a:p>
            <a:fld id="{9176929C-2F64-4A7E-A189-FC2593FED488}" type="datetimeFigureOut">
              <a:rPr lang="ru-UA" smtClean="0"/>
              <a:t>04/17/2026</a:t>
            </a:fld>
            <a:endParaRPr lang="ru-UA"/>
          </a:p>
        </p:txBody>
      </p:sp>
      <p:sp>
        <p:nvSpPr>
          <p:cNvPr id="6" name="Footer Placeholder 5">
            <a:extLst>
              <a:ext uri="{FF2B5EF4-FFF2-40B4-BE49-F238E27FC236}">
                <a16:creationId xmlns:a16="http://schemas.microsoft.com/office/drawing/2014/main" id="{3416E282-0729-44C0-A06A-8EFC5929FE07}"/>
              </a:ext>
            </a:extLst>
          </p:cNvPr>
          <p:cNvSpPr>
            <a:spLocks noGrp="1"/>
          </p:cNvSpPr>
          <p:nvPr>
            <p:ph type="ftr" sz="quarter" idx="11"/>
          </p:nvPr>
        </p:nvSpPr>
        <p:spPr/>
        <p:txBody>
          <a:bodyPr/>
          <a:lstStyle/>
          <a:p>
            <a:endParaRPr lang="ru-UA"/>
          </a:p>
        </p:txBody>
      </p:sp>
      <p:sp>
        <p:nvSpPr>
          <p:cNvPr id="7" name="Slide Number Placeholder 6">
            <a:extLst>
              <a:ext uri="{FF2B5EF4-FFF2-40B4-BE49-F238E27FC236}">
                <a16:creationId xmlns:a16="http://schemas.microsoft.com/office/drawing/2014/main" id="{CA77CB21-7249-481D-8978-C3E141316D13}"/>
              </a:ext>
            </a:extLst>
          </p:cNvPr>
          <p:cNvSpPr>
            <a:spLocks noGrp="1"/>
          </p:cNvSpPr>
          <p:nvPr>
            <p:ph type="sldNum" sz="quarter" idx="12"/>
          </p:nvPr>
        </p:nvSpPr>
        <p:spPr/>
        <p:txBody>
          <a:bodyPr/>
          <a:lstStyle/>
          <a:p>
            <a:fld id="{E208ADF7-8DD0-42C8-AA48-8BEDCFD331AB}" type="slidenum">
              <a:rPr lang="ru-UA" smtClean="0"/>
              <a:t>‹#›</a:t>
            </a:fld>
            <a:endParaRPr lang="ru-UA"/>
          </a:p>
        </p:txBody>
      </p:sp>
    </p:spTree>
    <p:extLst>
      <p:ext uri="{BB962C8B-B14F-4D97-AF65-F5344CB8AC3E}">
        <p14:creationId xmlns:p14="http://schemas.microsoft.com/office/powerpoint/2010/main" val="2844981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78196-76CE-4130-A994-F64DE80F58AC}"/>
              </a:ext>
            </a:extLst>
          </p:cNvPr>
          <p:cNvSpPr>
            <a:spLocks noGrp="1"/>
          </p:cNvSpPr>
          <p:nvPr>
            <p:ph type="title"/>
          </p:nvPr>
        </p:nvSpPr>
        <p:spPr>
          <a:xfrm>
            <a:off x="839788" y="365125"/>
            <a:ext cx="10515600" cy="1325563"/>
          </a:xfrm>
        </p:spPr>
        <p:txBody>
          <a:bodyPr/>
          <a:lstStyle/>
          <a:p>
            <a:r>
              <a:rPr lang="en-US"/>
              <a:t>Click to edit Master title style</a:t>
            </a:r>
            <a:endParaRPr lang="ru-UA"/>
          </a:p>
        </p:txBody>
      </p:sp>
      <p:sp>
        <p:nvSpPr>
          <p:cNvPr id="3" name="Text Placeholder 2">
            <a:extLst>
              <a:ext uri="{FF2B5EF4-FFF2-40B4-BE49-F238E27FC236}">
                <a16:creationId xmlns:a16="http://schemas.microsoft.com/office/drawing/2014/main" id="{C5036E4C-47DF-4C4E-865B-625A2F623B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177487-E9C5-4089-8B13-ABA2DF5DE8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5" name="Text Placeholder 4">
            <a:extLst>
              <a:ext uri="{FF2B5EF4-FFF2-40B4-BE49-F238E27FC236}">
                <a16:creationId xmlns:a16="http://schemas.microsoft.com/office/drawing/2014/main" id="{6EFB98EA-58ED-4BDE-9EC4-104F63AB16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224F83-70AD-4CE7-A749-B99565B6CA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7" name="Date Placeholder 6">
            <a:extLst>
              <a:ext uri="{FF2B5EF4-FFF2-40B4-BE49-F238E27FC236}">
                <a16:creationId xmlns:a16="http://schemas.microsoft.com/office/drawing/2014/main" id="{4721CE94-4C90-49F7-87F6-363176F4438A}"/>
              </a:ext>
            </a:extLst>
          </p:cNvPr>
          <p:cNvSpPr>
            <a:spLocks noGrp="1"/>
          </p:cNvSpPr>
          <p:nvPr>
            <p:ph type="dt" sz="half" idx="10"/>
          </p:nvPr>
        </p:nvSpPr>
        <p:spPr/>
        <p:txBody>
          <a:bodyPr/>
          <a:lstStyle/>
          <a:p>
            <a:fld id="{9176929C-2F64-4A7E-A189-FC2593FED488}" type="datetimeFigureOut">
              <a:rPr lang="ru-UA" smtClean="0"/>
              <a:t>04/17/2026</a:t>
            </a:fld>
            <a:endParaRPr lang="ru-UA"/>
          </a:p>
        </p:txBody>
      </p:sp>
      <p:sp>
        <p:nvSpPr>
          <p:cNvPr id="8" name="Footer Placeholder 7">
            <a:extLst>
              <a:ext uri="{FF2B5EF4-FFF2-40B4-BE49-F238E27FC236}">
                <a16:creationId xmlns:a16="http://schemas.microsoft.com/office/drawing/2014/main" id="{E3ACD6E6-4E07-4895-B40D-FE721D02AD44}"/>
              </a:ext>
            </a:extLst>
          </p:cNvPr>
          <p:cNvSpPr>
            <a:spLocks noGrp="1"/>
          </p:cNvSpPr>
          <p:nvPr>
            <p:ph type="ftr" sz="quarter" idx="11"/>
          </p:nvPr>
        </p:nvSpPr>
        <p:spPr/>
        <p:txBody>
          <a:bodyPr/>
          <a:lstStyle/>
          <a:p>
            <a:endParaRPr lang="ru-UA"/>
          </a:p>
        </p:txBody>
      </p:sp>
      <p:sp>
        <p:nvSpPr>
          <p:cNvPr id="9" name="Slide Number Placeholder 8">
            <a:extLst>
              <a:ext uri="{FF2B5EF4-FFF2-40B4-BE49-F238E27FC236}">
                <a16:creationId xmlns:a16="http://schemas.microsoft.com/office/drawing/2014/main" id="{84127FBD-F66A-4871-B4E4-B2EFA7279709}"/>
              </a:ext>
            </a:extLst>
          </p:cNvPr>
          <p:cNvSpPr>
            <a:spLocks noGrp="1"/>
          </p:cNvSpPr>
          <p:nvPr>
            <p:ph type="sldNum" sz="quarter" idx="12"/>
          </p:nvPr>
        </p:nvSpPr>
        <p:spPr/>
        <p:txBody>
          <a:bodyPr/>
          <a:lstStyle/>
          <a:p>
            <a:fld id="{E208ADF7-8DD0-42C8-AA48-8BEDCFD331AB}" type="slidenum">
              <a:rPr lang="ru-UA" smtClean="0"/>
              <a:t>‹#›</a:t>
            </a:fld>
            <a:endParaRPr lang="ru-UA"/>
          </a:p>
        </p:txBody>
      </p:sp>
    </p:spTree>
    <p:extLst>
      <p:ext uri="{BB962C8B-B14F-4D97-AF65-F5344CB8AC3E}">
        <p14:creationId xmlns:p14="http://schemas.microsoft.com/office/powerpoint/2010/main" val="24688837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21F9-12B5-404E-B333-6ABF272681A6}"/>
              </a:ext>
            </a:extLst>
          </p:cNvPr>
          <p:cNvSpPr>
            <a:spLocks noGrp="1"/>
          </p:cNvSpPr>
          <p:nvPr>
            <p:ph type="title"/>
          </p:nvPr>
        </p:nvSpPr>
        <p:spPr/>
        <p:txBody>
          <a:bodyPr/>
          <a:lstStyle/>
          <a:p>
            <a:r>
              <a:rPr lang="en-US"/>
              <a:t>Click to edit Master title style</a:t>
            </a:r>
            <a:endParaRPr lang="ru-UA"/>
          </a:p>
        </p:txBody>
      </p:sp>
      <p:sp>
        <p:nvSpPr>
          <p:cNvPr id="3" name="Date Placeholder 2">
            <a:extLst>
              <a:ext uri="{FF2B5EF4-FFF2-40B4-BE49-F238E27FC236}">
                <a16:creationId xmlns:a16="http://schemas.microsoft.com/office/drawing/2014/main" id="{40FECC08-35BA-4392-BEBB-BFAB488A9CFA}"/>
              </a:ext>
            </a:extLst>
          </p:cNvPr>
          <p:cNvSpPr>
            <a:spLocks noGrp="1"/>
          </p:cNvSpPr>
          <p:nvPr>
            <p:ph type="dt" sz="half" idx="10"/>
          </p:nvPr>
        </p:nvSpPr>
        <p:spPr/>
        <p:txBody>
          <a:bodyPr/>
          <a:lstStyle/>
          <a:p>
            <a:fld id="{9176929C-2F64-4A7E-A189-FC2593FED488}" type="datetimeFigureOut">
              <a:rPr lang="ru-UA" smtClean="0"/>
              <a:t>04/17/2026</a:t>
            </a:fld>
            <a:endParaRPr lang="ru-UA"/>
          </a:p>
        </p:txBody>
      </p:sp>
      <p:sp>
        <p:nvSpPr>
          <p:cNvPr id="4" name="Footer Placeholder 3">
            <a:extLst>
              <a:ext uri="{FF2B5EF4-FFF2-40B4-BE49-F238E27FC236}">
                <a16:creationId xmlns:a16="http://schemas.microsoft.com/office/drawing/2014/main" id="{4C3013B3-3C7F-4E8D-8638-DEC55A7F2E32}"/>
              </a:ext>
            </a:extLst>
          </p:cNvPr>
          <p:cNvSpPr>
            <a:spLocks noGrp="1"/>
          </p:cNvSpPr>
          <p:nvPr>
            <p:ph type="ftr" sz="quarter" idx="11"/>
          </p:nvPr>
        </p:nvSpPr>
        <p:spPr/>
        <p:txBody>
          <a:bodyPr/>
          <a:lstStyle/>
          <a:p>
            <a:endParaRPr lang="ru-UA"/>
          </a:p>
        </p:txBody>
      </p:sp>
      <p:sp>
        <p:nvSpPr>
          <p:cNvPr id="5" name="Slide Number Placeholder 4">
            <a:extLst>
              <a:ext uri="{FF2B5EF4-FFF2-40B4-BE49-F238E27FC236}">
                <a16:creationId xmlns:a16="http://schemas.microsoft.com/office/drawing/2014/main" id="{F256A77B-3840-40CE-8577-048402174458}"/>
              </a:ext>
            </a:extLst>
          </p:cNvPr>
          <p:cNvSpPr>
            <a:spLocks noGrp="1"/>
          </p:cNvSpPr>
          <p:nvPr>
            <p:ph type="sldNum" sz="quarter" idx="12"/>
          </p:nvPr>
        </p:nvSpPr>
        <p:spPr/>
        <p:txBody>
          <a:bodyPr/>
          <a:lstStyle/>
          <a:p>
            <a:fld id="{E208ADF7-8DD0-42C8-AA48-8BEDCFD331AB}" type="slidenum">
              <a:rPr lang="ru-UA" smtClean="0"/>
              <a:t>‹#›</a:t>
            </a:fld>
            <a:endParaRPr lang="ru-UA"/>
          </a:p>
        </p:txBody>
      </p:sp>
    </p:spTree>
    <p:extLst>
      <p:ext uri="{BB962C8B-B14F-4D97-AF65-F5344CB8AC3E}">
        <p14:creationId xmlns:p14="http://schemas.microsoft.com/office/powerpoint/2010/main" val="3413251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CED067-4D94-477F-A07D-1B0EC43D272B}"/>
              </a:ext>
            </a:extLst>
          </p:cNvPr>
          <p:cNvSpPr>
            <a:spLocks noGrp="1"/>
          </p:cNvSpPr>
          <p:nvPr>
            <p:ph type="dt" sz="half" idx="10"/>
          </p:nvPr>
        </p:nvSpPr>
        <p:spPr/>
        <p:txBody>
          <a:bodyPr/>
          <a:lstStyle/>
          <a:p>
            <a:fld id="{9176929C-2F64-4A7E-A189-FC2593FED488}" type="datetimeFigureOut">
              <a:rPr lang="ru-UA" smtClean="0"/>
              <a:t>04/17/2026</a:t>
            </a:fld>
            <a:endParaRPr lang="ru-UA"/>
          </a:p>
        </p:txBody>
      </p:sp>
      <p:sp>
        <p:nvSpPr>
          <p:cNvPr id="3" name="Footer Placeholder 2">
            <a:extLst>
              <a:ext uri="{FF2B5EF4-FFF2-40B4-BE49-F238E27FC236}">
                <a16:creationId xmlns:a16="http://schemas.microsoft.com/office/drawing/2014/main" id="{6F22A4ED-0C98-4475-9C06-AD916F71E518}"/>
              </a:ext>
            </a:extLst>
          </p:cNvPr>
          <p:cNvSpPr>
            <a:spLocks noGrp="1"/>
          </p:cNvSpPr>
          <p:nvPr>
            <p:ph type="ftr" sz="quarter" idx="11"/>
          </p:nvPr>
        </p:nvSpPr>
        <p:spPr/>
        <p:txBody>
          <a:bodyPr/>
          <a:lstStyle/>
          <a:p>
            <a:endParaRPr lang="ru-UA"/>
          </a:p>
        </p:txBody>
      </p:sp>
      <p:sp>
        <p:nvSpPr>
          <p:cNvPr id="4" name="Slide Number Placeholder 3">
            <a:extLst>
              <a:ext uri="{FF2B5EF4-FFF2-40B4-BE49-F238E27FC236}">
                <a16:creationId xmlns:a16="http://schemas.microsoft.com/office/drawing/2014/main" id="{D88D6E3D-10BB-49CF-A63D-A365A6EB747E}"/>
              </a:ext>
            </a:extLst>
          </p:cNvPr>
          <p:cNvSpPr>
            <a:spLocks noGrp="1"/>
          </p:cNvSpPr>
          <p:nvPr>
            <p:ph type="sldNum" sz="quarter" idx="12"/>
          </p:nvPr>
        </p:nvSpPr>
        <p:spPr/>
        <p:txBody>
          <a:bodyPr/>
          <a:lstStyle/>
          <a:p>
            <a:fld id="{E208ADF7-8DD0-42C8-AA48-8BEDCFD331AB}" type="slidenum">
              <a:rPr lang="ru-UA" smtClean="0"/>
              <a:t>‹#›</a:t>
            </a:fld>
            <a:endParaRPr lang="ru-UA"/>
          </a:p>
        </p:txBody>
      </p:sp>
    </p:spTree>
    <p:extLst>
      <p:ext uri="{BB962C8B-B14F-4D97-AF65-F5344CB8AC3E}">
        <p14:creationId xmlns:p14="http://schemas.microsoft.com/office/powerpoint/2010/main" val="34047581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46B3E-B52F-4879-AC7A-A291F3A115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UA"/>
          </a:p>
        </p:txBody>
      </p:sp>
      <p:sp>
        <p:nvSpPr>
          <p:cNvPr id="3" name="Content Placeholder 2">
            <a:extLst>
              <a:ext uri="{FF2B5EF4-FFF2-40B4-BE49-F238E27FC236}">
                <a16:creationId xmlns:a16="http://schemas.microsoft.com/office/drawing/2014/main" id="{6447BFA2-C1ED-44E4-8C46-7FFEE35C11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Text Placeholder 3">
            <a:extLst>
              <a:ext uri="{FF2B5EF4-FFF2-40B4-BE49-F238E27FC236}">
                <a16:creationId xmlns:a16="http://schemas.microsoft.com/office/drawing/2014/main" id="{13FAFAF7-1380-4CF3-B027-4A61F44256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8A4867-64A6-47C4-AF43-8690009951AE}"/>
              </a:ext>
            </a:extLst>
          </p:cNvPr>
          <p:cNvSpPr>
            <a:spLocks noGrp="1"/>
          </p:cNvSpPr>
          <p:nvPr>
            <p:ph type="dt" sz="half" idx="10"/>
          </p:nvPr>
        </p:nvSpPr>
        <p:spPr/>
        <p:txBody>
          <a:bodyPr/>
          <a:lstStyle/>
          <a:p>
            <a:fld id="{9176929C-2F64-4A7E-A189-FC2593FED488}" type="datetimeFigureOut">
              <a:rPr lang="ru-UA" smtClean="0"/>
              <a:t>04/17/2026</a:t>
            </a:fld>
            <a:endParaRPr lang="ru-UA"/>
          </a:p>
        </p:txBody>
      </p:sp>
      <p:sp>
        <p:nvSpPr>
          <p:cNvPr id="6" name="Footer Placeholder 5">
            <a:extLst>
              <a:ext uri="{FF2B5EF4-FFF2-40B4-BE49-F238E27FC236}">
                <a16:creationId xmlns:a16="http://schemas.microsoft.com/office/drawing/2014/main" id="{9483DBD5-7188-4307-92E8-E87BA55469DA}"/>
              </a:ext>
            </a:extLst>
          </p:cNvPr>
          <p:cNvSpPr>
            <a:spLocks noGrp="1"/>
          </p:cNvSpPr>
          <p:nvPr>
            <p:ph type="ftr" sz="quarter" idx="11"/>
          </p:nvPr>
        </p:nvSpPr>
        <p:spPr/>
        <p:txBody>
          <a:bodyPr/>
          <a:lstStyle/>
          <a:p>
            <a:endParaRPr lang="ru-UA"/>
          </a:p>
        </p:txBody>
      </p:sp>
      <p:sp>
        <p:nvSpPr>
          <p:cNvPr id="7" name="Slide Number Placeholder 6">
            <a:extLst>
              <a:ext uri="{FF2B5EF4-FFF2-40B4-BE49-F238E27FC236}">
                <a16:creationId xmlns:a16="http://schemas.microsoft.com/office/drawing/2014/main" id="{73F6C532-05DB-4B89-94B5-EBBA0EA3FD85}"/>
              </a:ext>
            </a:extLst>
          </p:cNvPr>
          <p:cNvSpPr>
            <a:spLocks noGrp="1"/>
          </p:cNvSpPr>
          <p:nvPr>
            <p:ph type="sldNum" sz="quarter" idx="12"/>
          </p:nvPr>
        </p:nvSpPr>
        <p:spPr/>
        <p:txBody>
          <a:bodyPr/>
          <a:lstStyle/>
          <a:p>
            <a:fld id="{E208ADF7-8DD0-42C8-AA48-8BEDCFD331AB}" type="slidenum">
              <a:rPr lang="ru-UA" smtClean="0"/>
              <a:t>‹#›</a:t>
            </a:fld>
            <a:endParaRPr lang="ru-UA"/>
          </a:p>
        </p:txBody>
      </p:sp>
    </p:spTree>
    <p:extLst>
      <p:ext uri="{BB962C8B-B14F-4D97-AF65-F5344CB8AC3E}">
        <p14:creationId xmlns:p14="http://schemas.microsoft.com/office/powerpoint/2010/main" val="31899461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D92EB-6068-431B-9583-E4D80E8D73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UA"/>
          </a:p>
        </p:txBody>
      </p:sp>
      <p:sp>
        <p:nvSpPr>
          <p:cNvPr id="3" name="Picture Placeholder 2">
            <a:extLst>
              <a:ext uri="{FF2B5EF4-FFF2-40B4-BE49-F238E27FC236}">
                <a16:creationId xmlns:a16="http://schemas.microsoft.com/office/drawing/2014/main" id="{6CDA0F6E-7219-4D57-8FB7-8BB28A60F1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UA"/>
          </a:p>
        </p:txBody>
      </p:sp>
      <p:sp>
        <p:nvSpPr>
          <p:cNvPr id="4" name="Text Placeholder 3">
            <a:extLst>
              <a:ext uri="{FF2B5EF4-FFF2-40B4-BE49-F238E27FC236}">
                <a16:creationId xmlns:a16="http://schemas.microsoft.com/office/drawing/2014/main" id="{076D0F8D-5A65-4F2B-8DBB-EE65A5D1E4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B3982F-6745-430F-B8C4-023C061C7336}"/>
              </a:ext>
            </a:extLst>
          </p:cNvPr>
          <p:cNvSpPr>
            <a:spLocks noGrp="1"/>
          </p:cNvSpPr>
          <p:nvPr>
            <p:ph type="dt" sz="half" idx="10"/>
          </p:nvPr>
        </p:nvSpPr>
        <p:spPr/>
        <p:txBody>
          <a:bodyPr/>
          <a:lstStyle/>
          <a:p>
            <a:fld id="{9176929C-2F64-4A7E-A189-FC2593FED488}" type="datetimeFigureOut">
              <a:rPr lang="ru-UA" smtClean="0"/>
              <a:t>04/17/2026</a:t>
            </a:fld>
            <a:endParaRPr lang="ru-UA"/>
          </a:p>
        </p:txBody>
      </p:sp>
      <p:sp>
        <p:nvSpPr>
          <p:cNvPr id="6" name="Footer Placeholder 5">
            <a:extLst>
              <a:ext uri="{FF2B5EF4-FFF2-40B4-BE49-F238E27FC236}">
                <a16:creationId xmlns:a16="http://schemas.microsoft.com/office/drawing/2014/main" id="{AEC6CEF4-B032-4307-8D69-DC05DB6C166D}"/>
              </a:ext>
            </a:extLst>
          </p:cNvPr>
          <p:cNvSpPr>
            <a:spLocks noGrp="1"/>
          </p:cNvSpPr>
          <p:nvPr>
            <p:ph type="ftr" sz="quarter" idx="11"/>
          </p:nvPr>
        </p:nvSpPr>
        <p:spPr/>
        <p:txBody>
          <a:bodyPr/>
          <a:lstStyle/>
          <a:p>
            <a:endParaRPr lang="ru-UA"/>
          </a:p>
        </p:txBody>
      </p:sp>
      <p:sp>
        <p:nvSpPr>
          <p:cNvPr id="7" name="Slide Number Placeholder 6">
            <a:extLst>
              <a:ext uri="{FF2B5EF4-FFF2-40B4-BE49-F238E27FC236}">
                <a16:creationId xmlns:a16="http://schemas.microsoft.com/office/drawing/2014/main" id="{10F44498-5EEB-47DB-90C1-71F5A79BA712}"/>
              </a:ext>
            </a:extLst>
          </p:cNvPr>
          <p:cNvSpPr>
            <a:spLocks noGrp="1"/>
          </p:cNvSpPr>
          <p:nvPr>
            <p:ph type="sldNum" sz="quarter" idx="12"/>
          </p:nvPr>
        </p:nvSpPr>
        <p:spPr/>
        <p:txBody>
          <a:bodyPr/>
          <a:lstStyle/>
          <a:p>
            <a:fld id="{E208ADF7-8DD0-42C8-AA48-8BEDCFD331AB}" type="slidenum">
              <a:rPr lang="ru-UA" smtClean="0"/>
              <a:t>‹#›</a:t>
            </a:fld>
            <a:endParaRPr lang="ru-UA"/>
          </a:p>
        </p:txBody>
      </p:sp>
    </p:spTree>
    <p:extLst>
      <p:ext uri="{BB962C8B-B14F-4D97-AF65-F5344CB8AC3E}">
        <p14:creationId xmlns:p14="http://schemas.microsoft.com/office/powerpoint/2010/main" val="24401724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70E65-76CC-4A40-958E-839C4F6F301D}"/>
              </a:ext>
            </a:extLst>
          </p:cNvPr>
          <p:cNvSpPr>
            <a:spLocks noGrp="1"/>
          </p:cNvSpPr>
          <p:nvPr>
            <p:ph type="title"/>
          </p:nvPr>
        </p:nvSpPr>
        <p:spPr/>
        <p:txBody>
          <a:bodyPr/>
          <a:lstStyle/>
          <a:p>
            <a:r>
              <a:rPr lang="en-US"/>
              <a:t>Click to edit Master title style</a:t>
            </a:r>
            <a:endParaRPr lang="ru-UA"/>
          </a:p>
        </p:txBody>
      </p:sp>
      <p:sp>
        <p:nvSpPr>
          <p:cNvPr id="3" name="Vertical Text Placeholder 2">
            <a:extLst>
              <a:ext uri="{FF2B5EF4-FFF2-40B4-BE49-F238E27FC236}">
                <a16:creationId xmlns:a16="http://schemas.microsoft.com/office/drawing/2014/main" id="{989B1202-E766-46A9-8377-1F09BE2D9F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Date Placeholder 3">
            <a:extLst>
              <a:ext uri="{FF2B5EF4-FFF2-40B4-BE49-F238E27FC236}">
                <a16:creationId xmlns:a16="http://schemas.microsoft.com/office/drawing/2014/main" id="{B38F9D64-4BFB-43CA-B68F-394101B86384}"/>
              </a:ext>
            </a:extLst>
          </p:cNvPr>
          <p:cNvSpPr>
            <a:spLocks noGrp="1"/>
          </p:cNvSpPr>
          <p:nvPr>
            <p:ph type="dt" sz="half" idx="10"/>
          </p:nvPr>
        </p:nvSpPr>
        <p:spPr/>
        <p:txBody>
          <a:bodyPr/>
          <a:lstStyle/>
          <a:p>
            <a:fld id="{9176929C-2F64-4A7E-A189-FC2593FED488}" type="datetimeFigureOut">
              <a:rPr lang="ru-UA" smtClean="0"/>
              <a:t>04/17/2026</a:t>
            </a:fld>
            <a:endParaRPr lang="ru-UA"/>
          </a:p>
        </p:txBody>
      </p:sp>
      <p:sp>
        <p:nvSpPr>
          <p:cNvPr id="5" name="Footer Placeholder 4">
            <a:extLst>
              <a:ext uri="{FF2B5EF4-FFF2-40B4-BE49-F238E27FC236}">
                <a16:creationId xmlns:a16="http://schemas.microsoft.com/office/drawing/2014/main" id="{49CD0A3C-0552-4B74-B9D2-DC81918AF232}"/>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0A79AACE-DCC2-4870-B83A-30B8A542B265}"/>
              </a:ext>
            </a:extLst>
          </p:cNvPr>
          <p:cNvSpPr>
            <a:spLocks noGrp="1"/>
          </p:cNvSpPr>
          <p:nvPr>
            <p:ph type="sldNum" sz="quarter" idx="12"/>
          </p:nvPr>
        </p:nvSpPr>
        <p:spPr/>
        <p:txBody>
          <a:bodyPr/>
          <a:lstStyle/>
          <a:p>
            <a:fld id="{E208ADF7-8DD0-42C8-AA48-8BEDCFD331AB}" type="slidenum">
              <a:rPr lang="ru-UA" smtClean="0"/>
              <a:t>‹#›</a:t>
            </a:fld>
            <a:endParaRPr lang="ru-UA"/>
          </a:p>
        </p:txBody>
      </p:sp>
    </p:spTree>
    <p:extLst>
      <p:ext uri="{BB962C8B-B14F-4D97-AF65-F5344CB8AC3E}">
        <p14:creationId xmlns:p14="http://schemas.microsoft.com/office/powerpoint/2010/main" val="42852024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547F9D-70E0-4113-9C37-046431757E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UA"/>
          </a:p>
        </p:txBody>
      </p:sp>
      <p:sp>
        <p:nvSpPr>
          <p:cNvPr id="3" name="Vertical Text Placeholder 2">
            <a:extLst>
              <a:ext uri="{FF2B5EF4-FFF2-40B4-BE49-F238E27FC236}">
                <a16:creationId xmlns:a16="http://schemas.microsoft.com/office/drawing/2014/main" id="{BC174D4F-3332-4902-B6E7-09BC923AC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Date Placeholder 3">
            <a:extLst>
              <a:ext uri="{FF2B5EF4-FFF2-40B4-BE49-F238E27FC236}">
                <a16:creationId xmlns:a16="http://schemas.microsoft.com/office/drawing/2014/main" id="{2A43085F-AD3A-4465-90C1-0416AB1B39F2}"/>
              </a:ext>
            </a:extLst>
          </p:cNvPr>
          <p:cNvSpPr>
            <a:spLocks noGrp="1"/>
          </p:cNvSpPr>
          <p:nvPr>
            <p:ph type="dt" sz="half" idx="10"/>
          </p:nvPr>
        </p:nvSpPr>
        <p:spPr/>
        <p:txBody>
          <a:bodyPr/>
          <a:lstStyle/>
          <a:p>
            <a:fld id="{9176929C-2F64-4A7E-A189-FC2593FED488}" type="datetimeFigureOut">
              <a:rPr lang="ru-UA" smtClean="0"/>
              <a:t>04/17/2026</a:t>
            </a:fld>
            <a:endParaRPr lang="ru-UA"/>
          </a:p>
        </p:txBody>
      </p:sp>
      <p:sp>
        <p:nvSpPr>
          <p:cNvPr id="5" name="Footer Placeholder 4">
            <a:extLst>
              <a:ext uri="{FF2B5EF4-FFF2-40B4-BE49-F238E27FC236}">
                <a16:creationId xmlns:a16="http://schemas.microsoft.com/office/drawing/2014/main" id="{4E088D36-6B5A-4C6C-B284-2CFE7BEE129D}"/>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494C20F7-4B69-42D0-A31B-3A91C368499E}"/>
              </a:ext>
            </a:extLst>
          </p:cNvPr>
          <p:cNvSpPr>
            <a:spLocks noGrp="1"/>
          </p:cNvSpPr>
          <p:nvPr>
            <p:ph type="sldNum" sz="quarter" idx="12"/>
          </p:nvPr>
        </p:nvSpPr>
        <p:spPr/>
        <p:txBody>
          <a:bodyPr/>
          <a:lstStyle/>
          <a:p>
            <a:fld id="{E208ADF7-8DD0-42C8-AA48-8BEDCFD331AB}" type="slidenum">
              <a:rPr lang="ru-UA" smtClean="0"/>
              <a:t>‹#›</a:t>
            </a:fld>
            <a:endParaRPr lang="ru-UA"/>
          </a:p>
        </p:txBody>
      </p:sp>
    </p:spTree>
    <p:extLst>
      <p:ext uri="{BB962C8B-B14F-4D97-AF65-F5344CB8AC3E}">
        <p14:creationId xmlns:p14="http://schemas.microsoft.com/office/powerpoint/2010/main" val="42432424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3"/>
        <p:cNvGrpSpPr/>
        <p:nvPr/>
      </p:nvGrpSpPr>
      <p:grpSpPr>
        <a:xfrm>
          <a:off x="0" y="0"/>
          <a:ext cx="0" cy="0"/>
          <a:chOff x="0" y="0"/>
          <a:chExt cx="0" cy="0"/>
        </a:xfrm>
      </p:grpSpPr>
      <p:sp>
        <p:nvSpPr>
          <p:cNvPr id="174" name="Google Shape;174;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6" name="Google Shape;17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79" name="Google Shape;179;p34"/>
          <p:cNvSpPr/>
          <p:nvPr/>
        </p:nvSpPr>
        <p:spPr>
          <a:xfrm>
            <a:off x="10795518" y="-294851"/>
            <a:ext cx="1495684" cy="1495686"/>
          </a:xfrm>
          <a:prstGeom prst="rect">
            <a:avLst/>
          </a:pr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41198487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80"/>
        <p:cNvGrpSpPr/>
        <p:nvPr/>
      </p:nvGrpSpPr>
      <p:grpSpPr>
        <a:xfrm>
          <a:off x="0" y="0"/>
          <a:ext cx="0" cy="0"/>
          <a:chOff x="0" y="0"/>
          <a:chExt cx="0" cy="0"/>
        </a:xfrm>
      </p:grpSpPr>
      <p:sp>
        <p:nvSpPr>
          <p:cNvPr id="181" name="Google Shape;181;p4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2" name="Google Shape;182;p4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3" name="Google Shape;183;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5" name="Google Shape;185;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68652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86"/>
        <p:cNvGrpSpPr/>
        <p:nvPr/>
      </p:nvGrpSpPr>
      <p:grpSpPr>
        <a:xfrm>
          <a:off x="0" y="0"/>
          <a:ext cx="0" cy="0"/>
          <a:chOff x="0" y="0"/>
          <a:chExt cx="0" cy="0"/>
        </a:xfrm>
      </p:grpSpPr>
      <p:sp>
        <p:nvSpPr>
          <p:cNvPr id="187" name="Google Shape;187;p4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 name="Google Shape;188;p4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C5C7D2"/>
              </a:buClr>
              <a:buSzPts val="2400"/>
              <a:buNone/>
              <a:defRPr sz="2400">
                <a:solidFill>
                  <a:srgbClr val="C5C7D2"/>
                </a:solidFill>
              </a:defRPr>
            </a:lvl1pPr>
            <a:lvl2pPr marL="914400" lvl="1" indent="-228600" algn="l">
              <a:lnSpc>
                <a:spcPct val="90000"/>
              </a:lnSpc>
              <a:spcBef>
                <a:spcPts val="500"/>
              </a:spcBef>
              <a:spcAft>
                <a:spcPts val="0"/>
              </a:spcAft>
              <a:buClr>
                <a:srgbClr val="C5C7D2"/>
              </a:buClr>
              <a:buSzPts val="2000"/>
              <a:buNone/>
              <a:defRPr sz="2000">
                <a:solidFill>
                  <a:srgbClr val="C5C7D2"/>
                </a:solidFill>
              </a:defRPr>
            </a:lvl2pPr>
            <a:lvl3pPr marL="1371600" lvl="2" indent="-228600" algn="l">
              <a:lnSpc>
                <a:spcPct val="90000"/>
              </a:lnSpc>
              <a:spcBef>
                <a:spcPts val="500"/>
              </a:spcBef>
              <a:spcAft>
                <a:spcPts val="0"/>
              </a:spcAft>
              <a:buClr>
                <a:srgbClr val="C5C7D2"/>
              </a:buClr>
              <a:buSzPts val="1800"/>
              <a:buNone/>
              <a:defRPr sz="1800">
                <a:solidFill>
                  <a:srgbClr val="C5C7D2"/>
                </a:solidFill>
              </a:defRPr>
            </a:lvl3pPr>
            <a:lvl4pPr marL="1828800" lvl="3" indent="-228600" algn="l">
              <a:lnSpc>
                <a:spcPct val="90000"/>
              </a:lnSpc>
              <a:spcBef>
                <a:spcPts val="500"/>
              </a:spcBef>
              <a:spcAft>
                <a:spcPts val="0"/>
              </a:spcAft>
              <a:buClr>
                <a:srgbClr val="C5C7D2"/>
              </a:buClr>
              <a:buSzPts val="1600"/>
              <a:buNone/>
              <a:defRPr sz="1600">
                <a:solidFill>
                  <a:srgbClr val="C5C7D2"/>
                </a:solidFill>
              </a:defRPr>
            </a:lvl4pPr>
            <a:lvl5pPr marL="2286000" lvl="4" indent="-228600" algn="l">
              <a:lnSpc>
                <a:spcPct val="90000"/>
              </a:lnSpc>
              <a:spcBef>
                <a:spcPts val="500"/>
              </a:spcBef>
              <a:spcAft>
                <a:spcPts val="0"/>
              </a:spcAft>
              <a:buClr>
                <a:srgbClr val="C5C7D2"/>
              </a:buClr>
              <a:buSzPts val="1600"/>
              <a:buNone/>
              <a:defRPr sz="1600">
                <a:solidFill>
                  <a:srgbClr val="C5C7D2"/>
                </a:solidFill>
              </a:defRPr>
            </a:lvl5pPr>
            <a:lvl6pPr marL="2743200" lvl="5" indent="-228600" algn="l">
              <a:lnSpc>
                <a:spcPct val="90000"/>
              </a:lnSpc>
              <a:spcBef>
                <a:spcPts val="500"/>
              </a:spcBef>
              <a:spcAft>
                <a:spcPts val="0"/>
              </a:spcAft>
              <a:buClr>
                <a:srgbClr val="C5C7D2"/>
              </a:buClr>
              <a:buSzPts val="1600"/>
              <a:buNone/>
              <a:defRPr sz="1600">
                <a:solidFill>
                  <a:srgbClr val="C5C7D2"/>
                </a:solidFill>
              </a:defRPr>
            </a:lvl6pPr>
            <a:lvl7pPr marL="3200400" lvl="6" indent="-228600" algn="l">
              <a:lnSpc>
                <a:spcPct val="90000"/>
              </a:lnSpc>
              <a:spcBef>
                <a:spcPts val="500"/>
              </a:spcBef>
              <a:spcAft>
                <a:spcPts val="0"/>
              </a:spcAft>
              <a:buClr>
                <a:srgbClr val="C5C7D2"/>
              </a:buClr>
              <a:buSzPts val="1600"/>
              <a:buNone/>
              <a:defRPr sz="1600">
                <a:solidFill>
                  <a:srgbClr val="C5C7D2"/>
                </a:solidFill>
              </a:defRPr>
            </a:lvl7pPr>
            <a:lvl8pPr marL="3657600" lvl="7" indent="-228600" algn="l">
              <a:lnSpc>
                <a:spcPct val="90000"/>
              </a:lnSpc>
              <a:spcBef>
                <a:spcPts val="500"/>
              </a:spcBef>
              <a:spcAft>
                <a:spcPts val="0"/>
              </a:spcAft>
              <a:buClr>
                <a:srgbClr val="C5C7D2"/>
              </a:buClr>
              <a:buSzPts val="1600"/>
              <a:buNone/>
              <a:defRPr sz="1600">
                <a:solidFill>
                  <a:srgbClr val="C5C7D2"/>
                </a:solidFill>
              </a:defRPr>
            </a:lvl8pPr>
            <a:lvl9pPr marL="4114800" lvl="8" indent="-228600" algn="l">
              <a:lnSpc>
                <a:spcPct val="90000"/>
              </a:lnSpc>
              <a:spcBef>
                <a:spcPts val="500"/>
              </a:spcBef>
              <a:spcAft>
                <a:spcPts val="0"/>
              </a:spcAft>
              <a:buClr>
                <a:srgbClr val="C5C7D2"/>
              </a:buClr>
              <a:buSzPts val="1600"/>
              <a:buNone/>
              <a:defRPr sz="1600">
                <a:solidFill>
                  <a:srgbClr val="C5C7D2"/>
                </a:solidFill>
              </a:defRPr>
            </a:lvl9pPr>
          </a:lstStyle>
          <a:p>
            <a:endParaRPr/>
          </a:p>
        </p:txBody>
      </p:sp>
      <p:sp>
        <p:nvSpPr>
          <p:cNvPr id="189" name="Google Shape;189;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0" name="Google Shape;190;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462573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92"/>
        <p:cNvGrpSpPr/>
        <p:nvPr/>
      </p:nvGrpSpPr>
      <p:grpSpPr>
        <a:xfrm>
          <a:off x="0" y="0"/>
          <a:ext cx="0" cy="0"/>
          <a:chOff x="0" y="0"/>
          <a:chExt cx="0" cy="0"/>
        </a:xfrm>
      </p:grpSpPr>
      <p:sp>
        <p:nvSpPr>
          <p:cNvPr id="193" name="Google Shape;193;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4" name="Google Shape;194;p4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5" name="Google Shape;195;p4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6" name="Google Shape;196;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 name="Google Shape;197;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4766378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99"/>
        <p:cNvGrpSpPr/>
        <p:nvPr/>
      </p:nvGrpSpPr>
      <p:grpSpPr>
        <a:xfrm>
          <a:off x="0" y="0"/>
          <a:ext cx="0" cy="0"/>
          <a:chOff x="0" y="0"/>
          <a:chExt cx="0" cy="0"/>
        </a:xfrm>
      </p:grpSpPr>
      <p:sp>
        <p:nvSpPr>
          <p:cNvPr id="200" name="Google Shape;200;p4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 name="Google Shape;201;p4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02" name="Google Shape;202;p4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3" name="Google Shape;203;p4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04" name="Google Shape;204;p4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5" name="Google Shape;205;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719962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08"/>
        <p:cNvGrpSpPr/>
        <p:nvPr/>
      </p:nvGrpSpPr>
      <p:grpSpPr>
        <a:xfrm>
          <a:off x="0" y="0"/>
          <a:ext cx="0" cy="0"/>
          <a:chOff x="0" y="0"/>
          <a:chExt cx="0" cy="0"/>
        </a:xfrm>
      </p:grpSpPr>
      <p:sp>
        <p:nvSpPr>
          <p:cNvPr id="209" name="Google Shape;209;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0" name="Google Shape;210;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1" name="Google Shape;211;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72560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3"/>
        <p:cNvGrpSpPr/>
        <p:nvPr/>
      </p:nvGrpSpPr>
      <p:grpSpPr>
        <a:xfrm>
          <a:off x="0" y="0"/>
          <a:ext cx="0" cy="0"/>
          <a:chOff x="0" y="0"/>
          <a:chExt cx="0" cy="0"/>
        </a:xfrm>
      </p:grpSpPr>
      <p:sp>
        <p:nvSpPr>
          <p:cNvPr id="214" name="Google Shape;214;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5" name="Google Shape;215;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4384767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217"/>
        <p:cNvGrpSpPr/>
        <p:nvPr/>
      </p:nvGrpSpPr>
      <p:grpSpPr>
        <a:xfrm>
          <a:off x="0" y="0"/>
          <a:ext cx="0" cy="0"/>
          <a:chOff x="0" y="0"/>
          <a:chExt cx="0" cy="0"/>
        </a:xfrm>
      </p:grpSpPr>
      <p:sp>
        <p:nvSpPr>
          <p:cNvPr id="218" name="Google Shape;218;p5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9" name="Google Shape;219;p5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20" name="Google Shape;220;p5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21" name="Google Shape;221;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681989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224"/>
        <p:cNvGrpSpPr/>
        <p:nvPr/>
      </p:nvGrpSpPr>
      <p:grpSpPr>
        <a:xfrm>
          <a:off x="0" y="0"/>
          <a:ext cx="0" cy="0"/>
          <a:chOff x="0" y="0"/>
          <a:chExt cx="0" cy="0"/>
        </a:xfrm>
      </p:grpSpPr>
      <p:sp>
        <p:nvSpPr>
          <p:cNvPr id="225" name="Google Shape;225;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p52"/>
          <p:cNvSpPr>
            <a:spLocks noGrp="1"/>
          </p:cNvSpPr>
          <p:nvPr>
            <p:ph type="pic" idx="2"/>
          </p:nvPr>
        </p:nvSpPr>
        <p:spPr>
          <a:xfrm>
            <a:off x="5183188" y="987425"/>
            <a:ext cx="6172200" cy="4873625"/>
          </a:xfrm>
          <a:prstGeom prst="rect">
            <a:avLst/>
          </a:prstGeom>
          <a:noFill/>
          <a:ln>
            <a:noFill/>
          </a:ln>
        </p:spPr>
      </p:sp>
      <p:sp>
        <p:nvSpPr>
          <p:cNvPr id="227" name="Google Shape;227;p5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28" name="Google Shape;228;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884666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231"/>
        <p:cNvGrpSpPr/>
        <p:nvPr/>
      </p:nvGrpSpPr>
      <p:grpSpPr>
        <a:xfrm>
          <a:off x="0" y="0"/>
          <a:ext cx="0" cy="0"/>
          <a:chOff x="0" y="0"/>
          <a:chExt cx="0" cy="0"/>
        </a:xfrm>
      </p:grpSpPr>
      <p:sp>
        <p:nvSpPr>
          <p:cNvPr id="232" name="Google Shape;232;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5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4" name="Google Shape;234;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5" name="Google Shape;235;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386934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237"/>
        <p:cNvGrpSpPr/>
        <p:nvPr/>
      </p:nvGrpSpPr>
      <p:grpSpPr>
        <a:xfrm>
          <a:off x="0" y="0"/>
          <a:ext cx="0" cy="0"/>
          <a:chOff x="0" y="0"/>
          <a:chExt cx="0" cy="0"/>
        </a:xfrm>
      </p:grpSpPr>
      <p:sp>
        <p:nvSpPr>
          <p:cNvPr id="238" name="Google Shape;238;p5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 name="Google Shape;239;p5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0" name="Google Shape;240;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1" name="Google Shape;241;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2" name="Google Shape;242;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7844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71"/>
        <p:cNvGrpSpPr/>
        <p:nvPr/>
      </p:nvGrpSpPr>
      <p:grpSpPr>
        <a:xfrm>
          <a:off x="0" y="0"/>
          <a:ext cx="0" cy="0"/>
          <a:chOff x="0" y="0"/>
          <a:chExt cx="0" cy="0"/>
        </a:xfrm>
      </p:grpSpPr>
      <p:sp>
        <p:nvSpPr>
          <p:cNvPr id="172" name="Google Shape;172;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3" name="Google Shape;173;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4" name="Google Shape;174;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C5C7D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5" name="Google Shape;175;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C5C7D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6" name="Google Shape;176;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C5C7D2"/>
                </a:solidFill>
                <a:latin typeface="Calibri"/>
                <a:ea typeface="Calibri"/>
                <a:cs typeface="Calibri"/>
                <a:sym typeface="Calibri"/>
              </a:defRPr>
            </a:lvl1pPr>
            <a:lvl2pPr marL="0" marR="0" lvl="1" indent="0" algn="r" rtl="0">
              <a:spcBef>
                <a:spcPts val="0"/>
              </a:spcBef>
              <a:buNone/>
              <a:defRPr sz="1200" b="0" i="0" u="none" strike="noStrike" cap="none">
                <a:solidFill>
                  <a:srgbClr val="C5C7D2"/>
                </a:solidFill>
                <a:latin typeface="Calibri"/>
                <a:ea typeface="Calibri"/>
                <a:cs typeface="Calibri"/>
                <a:sym typeface="Calibri"/>
              </a:defRPr>
            </a:lvl2pPr>
            <a:lvl3pPr marL="0" marR="0" lvl="2" indent="0" algn="r" rtl="0">
              <a:spcBef>
                <a:spcPts val="0"/>
              </a:spcBef>
              <a:buNone/>
              <a:defRPr sz="1200" b="0" i="0" u="none" strike="noStrike" cap="none">
                <a:solidFill>
                  <a:srgbClr val="C5C7D2"/>
                </a:solidFill>
                <a:latin typeface="Calibri"/>
                <a:ea typeface="Calibri"/>
                <a:cs typeface="Calibri"/>
                <a:sym typeface="Calibri"/>
              </a:defRPr>
            </a:lvl3pPr>
            <a:lvl4pPr marL="0" marR="0" lvl="3" indent="0" algn="r" rtl="0">
              <a:spcBef>
                <a:spcPts val="0"/>
              </a:spcBef>
              <a:buNone/>
              <a:defRPr sz="1200" b="0" i="0" u="none" strike="noStrike" cap="none">
                <a:solidFill>
                  <a:srgbClr val="C5C7D2"/>
                </a:solidFill>
                <a:latin typeface="Calibri"/>
                <a:ea typeface="Calibri"/>
                <a:cs typeface="Calibri"/>
                <a:sym typeface="Calibri"/>
              </a:defRPr>
            </a:lvl4pPr>
            <a:lvl5pPr marL="0" marR="0" lvl="4" indent="0" algn="r" rtl="0">
              <a:spcBef>
                <a:spcPts val="0"/>
              </a:spcBef>
              <a:buNone/>
              <a:defRPr sz="1200" b="0" i="0" u="none" strike="noStrike" cap="none">
                <a:solidFill>
                  <a:srgbClr val="C5C7D2"/>
                </a:solidFill>
                <a:latin typeface="Calibri"/>
                <a:ea typeface="Calibri"/>
                <a:cs typeface="Calibri"/>
                <a:sym typeface="Calibri"/>
              </a:defRPr>
            </a:lvl5pPr>
            <a:lvl6pPr marL="0" marR="0" lvl="5" indent="0" algn="r" rtl="0">
              <a:spcBef>
                <a:spcPts val="0"/>
              </a:spcBef>
              <a:buNone/>
              <a:defRPr sz="1200" b="0" i="0" u="none" strike="noStrike" cap="none">
                <a:solidFill>
                  <a:srgbClr val="C5C7D2"/>
                </a:solidFill>
                <a:latin typeface="Calibri"/>
                <a:ea typeface="Calibri"/>
                <a:cs typeface="Calibri"/>
                <a:sym typeface="Calibri"/>
              </a:defRPr>
            </a:lvl6pPr>
            <a:lvl7pPr marL="0" marR="0" lvl="6" indent="0" algn="r" rtl="0">
              <a:spcBef>
                <a:spcPts val="0"/>
              </a:spcBef>
              <a:buNone/>
              <a:defRPr sz="1200" b="0" i="0" u="none" strike="noStrike" cap="none">
                <a:solidFill>
                  <a:srgbClr val="C5C7D2"/>
                </a:solidFill>
                <a:latin typeface="Calibri"/>
                <a:ea typeface="Calibri"/>
                <a:cs typeface="Calibri"/>
                <a:sym typeface="Calibri"/>
              </a:defRPr>
            </a:lvl7pPr>
            <a:lvl8pPr marL="0" marR="0" lvl="7" indent="0" algn="r" rtl="0">
              <a:spcBef>
                <a:spcPts val="0"/>
              </a:spcBef>
              <a:buNone/>
              <a:defRPr sz="1200" b="0" i="0" u="none" strike="noStrike" cap="none">
                <a:solidFill>
                  <a:srgbClr val="C5C7D2"/>
                </a:solidFill>
                <a:latin typeface="Calibri"/>
                <a:ea typeface="Calibri"/>
                <a:cs typeface="Calibri"/>
                <a:sym typeface="Calibri"/>
              </a:defRPr>
            </a:lvl8pPr>
            <a:lvl9pPr marL="0" marR="0" lvl="8" indent="0" algn="r" rtl="0">
              <a:spcBef>
                <a:spcPts val="0"/>
              </a:spcBef>
              <a:buNone/>
              <a:defRPr sz="1200" b="0" i="0" u="none" strike="noStrike" cap="none">
                <a:solidFill>
                  <a:srgbClr val="C5C7D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50641293"/>
      </p:ext>
    </p:extLst>
  </p:cSld>
  <p:clrMap bg1="lt1" tx1="dk1" bg2="dk2" tx2="lt2" accent1="accent1" accent2="accent2" accent3="accent3" accent4="accent4" accent5="accent5" accent6="accent6" hlink="hlink" folHlink="folHlink"/>
  <p:sldLayoutIdLst>
    <p:sldLayoutId id="2147483686"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8F9F7A-05D2-483F-A391-50DADE99DA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UA"/>
          </a:p>
        </p:txBody>
      </p:sp>
      <p:sp>
        <p:nvSpPr>
          <p:cNvPr id="3" name="Text Placeholder 2">
            <a:extLst>
              <a:ext uri="{FF2B5EF4-FFF2-40B4-BE49-F238E27FC236}">
                <a16:creationId xmlns:a16="http://schemas.microsoft.com/office/drawing/2014/main" id="{F89584B3-2C23-41BE-9DF8-1CAC188A85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Date Placeholder 3">
            <a:extLst>
              <a:ext uri="{FF2B5EF4-FFF2-40B4-BE49-F238E27FC236}">
                <a16:creationId xmlns:a16="http://schemas.microsoft.com/office/drawing/2014/main" id="{59F2DFCE-D57C-4A3B-B7EC-88E0BDEF5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76929C-2F64-4A7E-A189-FC2593FED488}" type="datetimeFigureOut">
              <a:rPr lang="ru-UA" smtClean="0"/>
              <a:t>04/17/2026</a:t>
            </a:fld>
            <a:endParaRPr lang="ru-UA"/>
          </a:p>
        </p:txBody>
      </p:sp>
      <p:sp>
        <p:nvSpPr>
          <p:cNvPr id="5" name="Footer Placeholder 4">
            <a:extLst>
              <a:ext uri="{FF2B5EF4-FFF2-40B4-BE49-F238E27FC236}">
                <a16:creationId xmlns:a16="http://schemas.microsoft.com/office/drawing/2014/main" id="{1847CE8B-F3B1-4816-91AA-454C0EE84A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UA"/>
          </a:p>
        </p:txBody>
      </p:sp>
      <p:sp>
        <p:nvSpPr>
          <p:cNvPr id="6" name="Slide Number Placeholder 5">
            <a:extLst>
              <a:ext uri="{FF2B5EF4-FFF2-40B4-BE49-F238E27FC236}">
                <a16:creationId xmlns:a16="http://schemas.microsoft.com/office/drawing/2014/main" id="{F0A9A0F2-71BA-4E76-A2C7-8D24685673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08ADF7-8DD0-42C8-AA48-8BEDCFD331AB}" type="slidenum">
              <a:rPr lang="ru-UA" smtClean="0"/>
              <a:t>‹#›</a:t>
            </a:fld>
            <a:endParaRPr lang="ru-UA"/>
          </a:p>
        </p:txBody>
      </p:sp>
    </p:spTree>
    <p:extLst>
      <p:ext uri="{BB962C8B-B14F-4D97-AF65-F5344CB8AC3E}">
        <p14:creationId xmlns:p14="http://schemas.microsoft.com/office/powerpoint/2010/main" val="277943406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67"/>
        <p:cNvGrpSpPr/>
        <p:nvPr/>
      </p:nvGrpSpPr>
      <p:grpSpPr>
        <a:xfrm>
          <a:off x="0" y="0"/>
          <a:ext cx="0" cy="0"/>
          <a:chOff x="0" y="0"/>
          <a:chExt cx="0" cy="0"/>
        </a:xfrm>
      </p:grpSpPr>
      <p:sp>
        <p:nvSpPr>
          <p:cNvPr id="168" name="Google Shape;168;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9" name="Google Shape;169;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0" name="Google Shape;17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C5C7D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1" name="Google Shape;17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C5C7D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2" name="Google Shape;17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C5C7D2"/>
                </a:solidFill>
                <a:latin typeface="Calibri"/>
                <a:ea typeface="Calibri"/>
                <a:cs typeface="Calibri"/>
                <a:sym typeface="Calibri"/>
              </a:defRPr>
            </a:lvl1pPr>
            <a:lvl2pPr marL="0" marR="0" lvl="1" indent="0" algn="r" rtl="0">
              <a:spcBef>
                <a:spcPts val="0"/>
              </a:spcBef>
              <a:buNone/>
              <a:defRPr sz="1200" b="0" i="0" u="none" strike="noStrike" cap="none">
                <a:solidFill>
                  <a:srgbClr val="C5C7D2"/>
                </a:solidFill>
                <a:latin typeface="Calibri"/>
                <a:ea typeface="Calibri"/>
                <a:cs typeface="Calibri"/>
                <a:sym typeface="Calibri"/>
              </a:defRPr>
            </a:lvl2pPr>
            <a:lvl3pPr marL="0" marR="0" lvl="2" indent="0" algn="r" rtl="0">
              <a:spcBef>
                <a:spcPts val="0"/>
              </a:spcBef>
              <a:buNone/>
              <a:defRPr sz="1200" b="0" i="0" u="none" strike="noStrike" cap="none">
                <a:solidFill>
                  <a:srgbClr val="C5C7D2"/>
                </a:solidFill>
                <a:latin typeface="Calibri"/>
                <a:ea typeface="Calibri"/>
                <a:cs typeface="Calibri"/>
                <a:sym typeface="Calibri"/>
              </a:defRPr>
            </a:lvl3pPr>
            <a:lvl4pPr marL="0" marR="0" lvl="3" indent="0" algn="r" rtl="0">
              <a:spcBef>
                <a:spcPts val="0"/>
              </a:spcBef>
              <a:buNone/>
              <a:defRPr sz="1200" b="0" i="0" u="none" strike="noStrike" cap="none">
                <a:solidFill>
                  <a:srgbClr val="C5C7D2"/>
                </a:solidFill>
                <a:latin typeface="Calibri"/>
                <a:ea typeface="Calibri"/>
                <a:cs typeface="Calibri"/>
                <a:sym typeface="Calibri"/>
              </a:defRPr>
            </a:lvl4pPr>
            <a:lvl5pPr marL="0" marR="0" lvl="4" indent="0" algn="r" rtl="0">
              <a:spcBef>
                <a:spcPts val="0"/>
              </a:spcBef>
              <a:buNone/>
              <a:defRPr sz="1200" b="0" i="0" u="none" strike="noStrike" cap="none">
                <a:solidFill>
                  <a:srgbClr val="C5C7D2"/>
                </a:solidFill>
                <a:latin typeface="Calibri"/>
                <a:ea typeface="Calibri"/>
                <a:cs typeface="Calibri"/>
                <a:sym typeface="Calibri"/>
              </a:defRPr>
            </a:lvl5pPr>
            <a:lvl6pPr marL="0" marR="0" lvl="5" indent="0" algn="r" rtl="0">
              <a:spcBef>
                <a:spcPts val="0"/>
              </a:spcBef>
              <a:buNone/>
              <a:defRPr sz="1200" b="0" i="0" u="none" strike="noStrike" cap="none">
                <a:solidFill>
                  <a:srgbClr val="C5C7D2"/>
                </a:solidFill>
                <a:latin typeface="Calibri"/>
                <a:ea typeface="Calibri"/>
                <a:cs typeface="Calibri"/>
                <a:sym typeface="Calibri"/>
              </a:defRPr>
            </a:lvl6pPr>
            <a:lvl7pPr marL="0" marR="0" lvl="6" indent="0" algn="r" rtl="0">
              <a:spcBef>
                <a:spcPts val="0"/>
              </a:spcBef>
              <a:buNone/>
              <a:defRPr sz="1200" b="0" i="0" u="none" strike="noStrike" cap="none">
                <a:solidFill>
                  <a:srgbClr val="C5C7D2"/>
                </a:solidFill>
                <a:latin typeface="Calibri"/>
                <a:ea typeface="Calibri"/>
                <a:cs typeface="Calibri"/>
                <a:sym typeface="Calibri"/>
              </a:defRPr>
            </a:lvl7pPr>
            <a:lvl8pPr marL="0" marR="0" lvl="7" indent="0" algn="r" rtl="0">
              <a:spcBef>
                <a:spcPts val="0"/>
              </a:spcBef>
              <a:buNone/>
              <a:defRPr sz="1200" b="0" i="0" u="none" strike="noStrike" cap="none">
                <a:solidFill>
                  <a:srgbClr val="C5C7D2"/>
                </a:solidFill>
                <a:latin typeface="Calibri"/>
                <a:ea typeface="Calibri"/>
                <a:cs typeface="Calibri"/>
                <a:sym typeface="Calibri"/>
              </a:defRPr>
            </a:lvl8pPr>
            <a:lvl9pPr marL="0" marR="0" lvl="8" indent="0" algn="r" rtl="0">
              <a:spcBef>
                <a:spcPts val="0"/>
              </a:spcBef>
              <a:buNone/>
              <a:defRPr sz="1200" b="0" i="0" u="none" strike="noStrike" cap="none">
                <a:solidFill>
                  <a:srgbClr val="C5C7D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17600966"/>
      </p:ext>
    </p:extLst>
  </p:cSld>
  <p:clrMap bg1="lt1" tx1="dk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1.xml"/><Relationship Id="rId5" Type="http://schemas.openxmlformats.org/officeDocument/2006/relationships/image" Target="../media/image1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hyperlink" Target="http://sl.no/" TargetMode="Externa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11.png"/><Relationship Id="rId3" Type="http://schemas.openxmlformats.org/officeDocument/2006/relationships/image" Target="../media/image3.png"/><Relationship Id="rId21" Type="http://schemas.openxmlformats.org/officeDocument/2006/relationships/image" Target="../media/image8.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10.png"/><Relationship Id="rId2" Type="http://schemas.openxmlformats.org/officeDocument/2006/relationships/notesSlide" Target="../notesSlides/notesSlide6.xml"/><Relationship Id="rId16" Type="http://schemas.openxmlformats.org/officeDocument/2006/relationships/image" Target="../media/image43.png"/><Relationship Id="rId20"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png"/><Relationship Id="rId10" Type="http://schemas.openxmlformats.org/officeDocument/2006/relationships/image" Target="../media/image39.png"/><Relationship Id="rId19" Type="http://schemas.openxmlformats.org/officeDocument/2006/relationships/image" Target="../media/image12.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5.png"/><Relationship Id="rId22"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6">
          <a:extLst>
            <a:ext uri="{FF2B5EF4-FFF2-40B4-BE49-F238E27FC236}">
              <a16:creationId xmlns:a16="http://schemas.microsoft.com/office/drawing/2014/main" id="{C3510093-F731-4FC0-6E8D-200E1E5CA1C3}"/>
            </a:ext>
          </a:extLst>
        </p:cNvPr>
        <p:cNvGrpSpPr/>
        <p:nvPr/>
      </p:nvGrpSpPr>
      <p:grpSpPr>
        <a:xfrm>
          <a:off x="0" y="0"/>
          <a:ext cx="0" cy="0"/>
          <a:chOff x="0" y="0"/>
          <a:chExt cx="0" cy="0"/>
        </a:xfrm>
      </p:grpSpPr>
      <p:grpSp>
        <p:nvGrpSpPr>
          <p:cNvPr id="19" name="Google Shape;1606;p21">
            <a:extLst>
              <a:ext uri="{FF2B5EF4-FFF2-40B4-BE49-F238E27FC236}">
                <a16:creationId xmlns:a16="http://schemas.microsoft.com/office/drawing/2014/main" id="{E01FC2C6-E370-8223-3B2D-E4344081DCF6}"/>
              </a:ext>
            </a:extLst>
          </p:cNvPr>
          <p:cNvGrpSpPr/>
          <p:nvPr/>
        </p:nvGrpSpPr>
        <p:grpSpPr>
          <a:xfrm>
            <a:off x="5337319" y="2806749"/>
            <a:ext cx="6145107" cy="1566806"/>
            <a:chOff x="5573642" y="2488315"/>
            <a:chExt cx="2748650" cy="2748282"/>
          </a:xfrm>
        </p:grpSpPr>
        <p:sp>
          <p:nvSpPr>
            <p:cNvPr id="20" name="Google Shape;1607;p21">
              <a:extLst>
                <a:ext uri="{FF2B5EF4-FFF2-40B4-BE49-F238E27FC236}">
                  <a16:creationId xmlns:a16="http://schemas.microsoft.com/office/drawing/2014/main" id="{6AD8ACBC-5EE6-42FB-160C-5BBB20801EB5}"/>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rgbClr val="FFFFFF">
                  <a:alpha val="55686"/>
                </a:srgbClr>
              </a:outerShdw>
            </a:effectLst>
          </p:spPr>
          <p:txBody>
            <a:bodyPr spcFirstLastPara="1" wrap="square" lIns="137150" tIns="68575" rIns="137150" bIns="68575" anchor="t" anchorCtr="0">
              <a:noAutofit/>
            </a:bodyPr>
            <a:lstStyle/>
            <a:p>
              <a:pPr marL="0" marR="0" lvl="0" indent="0" defTabSz="914400" eaLnBrk="1" fontAlgn="auto" latinLnBrk="0" hangingPunct="1">
                <a:lnSpc>
                  <a:spcPct val="100000"/>
                </a:lnSpc>
                <a:spcBef>
                  <a:spcPts val="0"/>
                </a:spcBef>
                <a:spcAft>
                  <a:spcPts val="0"/>
                </a:spcAft>
                <a:buClr>
                  <a:srgbClr val="ACB0C0"/>
                </a:buClr>
                <a:buSzPts val="4050"/>
                <a:buFont typeface="Calibri"/>
                <a:buNone/>
                <a:tabLst/>
                <a:defRPr/>
              </a:pPr>
              <a:endParaRPr kumimoji="0" sz="4050" b="0" i="0" u="none" strike="noStrike" kern="0" cap="none" spc="0" normalizeH="0" baseline="0" noProof="0">
                <a:ln>
                  <a:noFill/>
                </a:ln>
                <a:solidFill>
                  <a:srgbClr val="ACB0C0"/>
                </a:solidFill>
                <a:effectLst/>
                <a:uLnTx/>
                <a:uFillTx/>
                <a:latin typeface="Calibri"/>
                <a:ea typeface="Calibri"/>
                <a:cs typeface="Calibri"/>
                <a:sym typeface="Calibri"/>
              </a:endParaRPr>
            </a:p>
          </p:txBody>
        </p:sp>
        <p:sp>
          <p:nvSpPr>
            <p:cNvPr id="21" name="Google Shape;1608;p21">
              <a:extLst>
                <a:ext uri="{FF2B5EF4-FFF2-40B4-BE49-F238E27FC236}">
                  <a16:creationId xmlns:a16="http://schemas.microsoft.com/office/drawing/2014/main" id="{2D796478-E89F-CDB2-0003-DFF165560652}"/>
                </a:ext>
              </a:extLst>
            </p:cNvPr>
            <p:cNvSpPr/>
            <p:nvPr/>
          </p:nvSpPr>
          <p:spPr>
            <a:xfrm>
              <a:off x="5573642" y="2488315"/>
              <a:ext cx="2743198" cy="2743200"/>
            </a:xfrm>
            <a:prstGeom prst="roundRect">
              <a:avLst>
                <a:gd name="adj" fmla="val 16667"/>
              </a:avLst>
            </a:prstGeom>
            <a:solidFill>
              <a:srgbClr val="EBECF0"/>
            </a:solidFill>
            <a:ln>
              <a:noFill/>
            </a:ln>
            <a:effectLst>
              <a:outerShdw blurRad="177800" dist="114300" dir="2700000" algn="ctr" rotWithShape="0">
                <a:srgbClr val="ACB0C0">
                  <a:alpha val="41960"/>
                </a:srgbClr>
              </a:outerShdw>
            </a:effectLst>
          </p:spPr>
          <p:txBody>
            <a:bodyPr spcFirstLastPara="1" wrap="square" lIns="137150" tIns="68575" rIns="137150" bIns="68575" anchor="t" anchorCtr="0">
              <a:noAutofit/>
            </a:bodyPr>
            <a:lstStyle/>
            <a:p>
              <a:pPr marL="0" marR="0" lvl="0" indent="0" defTabSz="914400" eaLnBrk="1" fontAlgn="auto" latinLnBrk="0" hangingPunct="1">
                <a:lnSpc>
                  <a:spcPct val="100000"/>
                </a:lnSpc>
                <a:spcBef>
                  <a:spcPts val="0"/>
                </a:spcBef>
                <a:spcAft>
                  <a:spcPts val="0"/>
                </a:spcAft>
                <a:buClr>
                  <a:srgbClr val="ACB0C0"/>
                </a:buClr>
                <a:buSzPts val="4050"/>
                <a:buFont typeface="Calibri"/>
                <a:buNone/>
                <a:tabLst/>
                <a:defRPr/>
              </a:pPr>
              <a:endParaRPr kumimoji="0" sz="4050" b="0" i="0" u="none" strike="noStrike" kern="0" cap="none" spc="0" normalizeH="0" baseline="0" noProof="0">
                <a:ln>
                  <a:noFill/>
                </a:ln>
                <a:solidFill>
                  <a:srgbClr val="ACB0C0"/>
                </a:solidFill>
                <a:effectLst/>
                <a:uLnTx/>
                <a:uFillTx/>
                <a:latin typeface="Calibri"/>
                <a:ea typeface="Calibri"/>
                <a:cs typeface="Calibri"/>
                <a:sym typeface="Calibri"/>
              </a:endParaRPr>
            </a:p>
          </p:txBody>
        </p:sp>
      </p:grpSp>
      <p:sp>
        <p:nvSpPr>
          <p:cNvPr id="22" name="Google Shape;1299;p19">
            <a:extLst>
              <a:ext uri="{FF2B5EF4-FFF2-40B4-BE49-F238E27FC236}">
                <a16:creationId xmlns:a16="http://schemas.microsoft.com/office/drawing/2014/main" id="{17CFA82F-6E5B-F010-7336-35E958D87619}"/>
              </a:ext>
            </a:extLst>
          </p:cNvPr>
          <p:cNvSpPr/>
          <p:nvPr/>
        </p:nvSpPr>
        <p:spPr>
          <a:xfrm>
            <a:off x="5225708" y="3040269"/>
            <a:ext cx="6359611" cy="1169237"/>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sz="3200" b="1" kern="100">
                <a:solidFill>
                  <a:srgbClr val="0070C0"/>
                </a:solidFill>
                <a:latin typeface="Open Sans" panose="020B0606030504020204" pitchFamily="34" charset="0"/>
                <a:ea typeface="Open Sans" panose="020B0606030504020204" pitchFamily="34" charset="0"/>
                <a:cs typeface="Open Sans" panose="020B0606030504020204" pitchFamily="34" charset="0"/>
              </a:rPr>
              <a:t>Orchestrating Quantum Assured InfoSec Platform </a:t>
            </a:r>
            <a:endParaRPr lang="en-IN" sz="3200" kern="1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3" name="Group 22">
            <a:extLst>
              <a:ext uri="{FF2B5EF4-FFF2-40B4-BE49-F238E27FC236}">
                <a16:creationId xmlns:a16="http://schemas.microsoft.com/office/drawing/2014/main" id="{52E0ED46-B305-6C22-295B-5FB931482FE2}"/>
              </a:ext>
            </a:extLst>
          </p:cNvPr>
          <p:cNvGrpSpPr/>
          <p:nvPr/>
        </p:nvGrpSpPr>
        <p:grpSpPr>
          <a:xfrm>
            <a:off x="997055" y="1534886"/>
            <a:ext cx="3787484" cy="4013421"/>
            <a:chOff x="1509271" y="1554162"/>
            <a:chExt cx="2154314" cy="2282826"/>
          </a:xfrm>
        </p:grpSpPr>
        <p:sp>
          <p:nvSpPr>
            <p:cNvPr id="24" name="Freeform 5">
              <a:extLst>
                <a:ext uri="{FF2B5EF4-FFF2-40B4-BE49-F238E27FC236}">
                  <a16:creationId xmlns:a16="http://schemas.microsoft.com/office/drawing/2014/main" id="{0A596C2D-AA49-1ECC-2412-C45F3B211F24}"/>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13500000" algn="tl" rotWithShape="0">
                <a:sysClr val="window" lastClr="FFFFFF">
                  <a:alpha val="75000"/>
                </a:sysClr>
              </a:outerShdw>
            </a:effectLst>
          </p:spPr>
          <p:txBody>
            <a:bodyPr rtlCol="0" anchor="ctr"/>
            <a:lstStyle/>
            <a:p>
              <a:pPr algn="ctr">
                <a:defRPr/>
              </a:pPr>
              <a:endParaRPr lang="en-US" kern="0">
                <a:solidFill>
                  <a:prstClr val="white"/>
                </a:solidFill>
                <a:latin typeface="Calibri" panose="020F0502020204030204"/>
              </a:endParaRPr>
            </a:p>
          </p:txBody>
        </p:sp>
        <p:sp>
          <p:nvSpPr>
            <p:cNvPr id="25" name="Freeform 5">
              <a:extLst>
                <a:ext uri="{FF2B5EF4-FFF2-40B4-BE49-F238E27FC236}">
                  <a16:creationId xmlns:a16="http://schemas.microsoft.com/office/drawing/2014/main" id="{F2B4AEC9-FEBC-8341-F474-DD8D327CF862}"/>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2700000" algn="tl" rotWithShape="0">
                <a:prstClr val="black">
                  <a:alpha val="20000"/>
                </a:prstClr>
              </a:outerShdw>
            </a:effectLst>
          </p:spPr>
          <p:txBody>
            <a:bodyPr rtlCol="0" anchor="ctr"/>
            <a:lstStyle/>
            <a:p>
              <a:pPr algn="ctr">
                <a:defRPr/>
              </a:pPr>
              <a:endParaRPr lang="en-US" kern="0">
                <a:solidFill>
                  <a:prstClr val="white"/>
                </a:solidFill>
                <a:latin typeface="Calibri" panose="020F0502020204030204"/>
              </a:endParaRPr>
            </a:p>
          </p:txBody>
        </p:sp>
      </p:grpSp>
      <p:pic>
        <p:nvPicPr>
          <p:cNvPr id="26" name="Picture 25" descr="A blue and black logo with a city and atom&#10;&#10;Description automatically generated">
            <a:extLst>
              <a:ext uri="{FF2B5EF4-FFF2-40B4-BE49-F238E27FC236}">
                <a16:creationId xmlns:a16="http://schemas.microsoft.com/office/drawing/2014/main" id="{7095A824-87D9-76EF-2A24-866C36949EF9}"/>
              </a:ext>
            </a:extLst>
          </p:cNvPr>
          <p:cNvPicPr>
            <a:picLocks noChangeAspect="1"/>
          </p:cNvPicPr>
          <p:nvPr/>
        </p:nvPicPr>
        <p:blipFill>
          <a:blip r:embed="rId3"/>
          <a:stretch>
            <a:fillRect/>
          </a:stretch>
        </p:blipFill>
        <p:spPr>
          <a:xfrm>
            <a:off x="1786137" y="2174641"/>
            <a:ext cx="2209321" cy="2733910"/>
          </a:xfrm>
          <a:prstGeom prst="rect">
            <a:avLst/>
          </a:prstGeom>
        </p:spPr>
      </p:pic>
      <p:grpSp>
        <p:nvGrpSpPr>
          <p:cNvPr id="27" name="Group 26">
            <a:extLst>
              <a:ext uri="{FF2B5EF4-FFF2-40B4-BE49-F238E27FC236}">
                <a16:creationId xmlns:a16="http://schemas.microsoft.com/office/drawing/2014/main" id="{6048067C-C574-A086-CE02-4CDA2FAD701C}"/>
              </a:ext>
            </a:extLst>
          </p:cNvPr>
          <p:cNvGrpSpPr/>
          <p:nvPr/>
        </p:nvGrpSpPr>
        <p:grpSpPr>
          <a:xfrm>
            <a:off x="3433747" y="657040"/>
            <a:ext cx="1432167" cy="1517601"/>
            <a:chOff x="1509271" y="1554162"/>
            <a:chExt cx="2154314" cy="2282826"/>
          </a:xfrm>
        </p:grpSpPr>
        <p:sp>
          <p:nvSpPr>
            <p:cNvPr id="28" name="Freeform 5">
              <a:extLst>
                <a:ext uri="{FF2B5EF4-FFF2-40B4-BE49-F238E27FC236}">
                  <a16:creationId xmlns:a16="http://schemas.microsoft.com/office/drawing/2014/main" id="{B018B2FF-B2FC-75FA-D693-960FAC859F4F}"/>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13500000" algn="tl" rotWithShape="0">
                <a:sysClr val="window" lastClr="FFFFFF">
                  <a:alpha val="75000"/>
                </a:sysClr>
              </a:outerShdw>
            </a:effectLst>
          </p:spPr>
          <p:txBody>
            <a:bodyPr rtlCol="0" anchor="ctr"/>
            <a:lstStyle/>
            <a:p>
              <a:pPr algn="ctr">
                <a:defRPr/>
              </a:pPr>
              <a:endParaRPr lang="en-US" kern="0">
                <a:solidFill>
                  <a:prstClr val="white"/>
                </a:solidFill>
                <a:latin typeface="Calibri" panose="020F0502020204030204"/>
              </a:endParaRPr>
            </a:p>
          </p:txBody>
        </p:sp>
        <p:sp>
          <p:nvSpPr>
            <p:cNvPr id="29" name="Freeform 5">
              <a:extLst>
                <a:ext uri="{FF2B5EF4-FFF2-40B4-BE49-F238E27FC236}">
                  <a16:creationId xmlns:a16="http://schemas.microsoft.com/office/drawing/2014/main" id="{CBAF05C5-83E5-CA73-C087-A00DA795F458}"/>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2700000" algn="tl" rotWithShape="0">
                <a:prstClr val="black">
                  <a:alpha val="20000"/>
                </a:prstClr>
              </a:outerShdw>
            </a:effectLst>
          </p:spPr>
          <p:txBody>
            <a:bodyPr rtlCol="0" anchor="ctr"/>
            <a:lstStyle/>
            <a:p>
              <a:pPr algn="ctr">
                <a:defRPr/>
              </a:pPr>
              <a:endParaRPr lang="en-US" kern="0">
                <a:solidFill>
                  <a:prstClr val="white"/>
                </a:solidFill>
                <a:latin typeface="Calibri" panose="020F0502020204030204"/>
              </a:endParaRPr>
            </a:p>
          </p:txBody>
        </p:sp>
      </p:grpSp>
      <p:grpSp>
        <p:nvGrpSpPr>
          <p:cNvPr id="30" name="Group 29">
            <a:extLst>
              <a:ext uri="{FF2B5EF4-FFF2-40B4-BE49-F238E27FC236}">
                <a16:creationId xmlns:a16="http://schemas.microsoft.com/office/drawing/2014/main" id="{DF6404B7-AAC0-7C45-946F-EA707CCDCB58}"/>
              </a:ext>
            </a:extLst>
          </p:cNvPr>
          <p:cNvGrpSpPr/>
          <p:nvPr/>
        </p:nvGrpSpPr>
        <p:grpSpPr>
          <a:xfrm>
            <a:off x="1059435" y="4864483"/>
            <a:ext cx="1290653" cy="1367645"/>
            <a:chOff x="1509271" y="1554162"/>
            <a:chExt cx="2154314" cy="2282826"/>
          </a:xfrm>
        </p:grpSpPr>
        <p:sp>
          <p:nvSpPr>
            <p:cNvPr id="31" name="Freeform 5">
              <a:extLst>
                <a:ext uri="{FF2B5EF4-FFF2-40B4-BE49-F238E27FC236}">
                  <a16:creationId xmlns:a16="http://schemas.microsoft.com/office/drawing/2014/main" id="{6F1E3789-7421-604A-2EAD-DE5DBF8726C0}"/>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13500000" algn="tl" rotWithShape="0">
                <a:sysClr val="window" lastClr="FFFFFF">
                  <a:alpha val="75000"/>
                </a:sysClr>
              </a:outerShdw>
            </a:effectLst>
          </p:spPr>
          <p:txBody>
            <a:bodyPr rtlCol="0" anchor="ctr"/>
            <a:lstStyle/>
            <a:p>
              <a:pPr algn="ctr">
                <a:defRPr/>
              </a:pPr>
              <a:endParaRPr lang="en-US" kern="0">
                <a:solidFill>
                  <a:prstClr val="white"/>
                </a:solidFill>
                <a:latin typeface="Calibri" panose="020F0502020204030204"/>
              </a:endParaRPr>
            </a:p>
          </p:txBody>
        </p:sp>
        <p:sp>
          <p:nvSpPr>
            <p:cNvPr id="32" name="Freeform 5">
              <a:extLst>
                <a:ext uri="{FF2B5EF4-FFF2-40B4-BE49-F238E27FC236}">
                  <a16:creationId xmlns:a16="http://schemas.microsoft.com/office/drawing/2014/main" id="{814AA307-BBDB-6F7D-9016-6723178085B5}"/>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2700000" algn="tl" rotWithShape="0">
                <a:prstClr val="black">
                  <a:alpha val="20000"/>
                </a:prstClr>
              </a:outerShdw>
            </a:effectLst>
          </p:spPr>
          <p:txBody>
            <a:bodyPr rtlCol="0" anchor="ctr"/>
            <a:lstStyle/>
            <a:p>
              <a:pPr algn="ctr">
                <a:defRPr/>
              </a:pPr>
              <a:endParaRPr lang="en-US" kern="0">
                <a:solidFill>
                  <a:prstClr val="white"/>
                </a:solidFill>
                <a:latin typeface="Calibri" panose="020F0502020204030204"/>
              </a:endParaRPr>
            </a:p>
          </p:txBody>
        </p:sp>
      </p:grpSp>
      <p:grpSp>
        <p:nvGrpSpPr>
          <p:cNvPr id="33" name="Group 32">
            <a:extLst>
              <a:ext uri="{FF2B5EF4-FFF2-40B4-BE49-F238E27FC236}">
                <a16:creationId xmlns:a16="http://schemas.microsoft.com/office/drawing/2014/main" id="{B4760436-390E-9408-302E-43A5B35D1740}"/>
              </a:ext>
            </a:extLst>
          </p:cNvPr>
          <p:cNvGrpSpPr/>
          <p:nvPr/>
        </p:nvGrpSpPr>
        <p:grpSpPr>
          <a:xfrm>
            <a:off x="3646114" y="4952930"/>
            <a:ext cx="698688" cy="740367"/>
            <a:chOff x="1509271" y="1554162"/>
            <a:chExt cx="2154314" cy="2282826"/>
          </a:xfrm>
        </p:grpSpPr>
        <p:sp>
          <p:nvSpPr>
            <p:cNvPr id="34" name="Freeform 5">
              <a:extLst>
                <a:ext uri="{FF2B5EF4-FFF2-40B4-BE49-F238E27FC236}">
                  <a16:creationId xmlns:a16="http://schemas.microsoft.com/office/drawing/2014/main" id="{87B35D90-1AEA-B9E6-0308-70434DE5516E}"/>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13500000" algn="tl" rotWithShape="0">
                <a:sysClr val="window" lastClr="FFFFFF">
                  <a:alpha val="75000"/>
                </a:sysClr>
              </a:outerShdw>
            </a:effectLst>
          </p:spPr>
          <p:txBody>
            <a:bodyPr rtlCol="0" anchor="ctr"/>
            <a:lstStyle/>
            <a:p>
              <a:pPr algn="ctr">
                <a:defRPr/>
              </a:pPr>
              <a:endParaRPr lang="en-US" kern="0">
                <a:solidFill>
                  <a:prstClr val="white"/>
                </a:solidFill>
                <a:latin typeface="Calibri" panose="020F0502020204030204"/>
              </a:endParaRPr>
            </a:p>
          </p:txBody>
        </p:sp>
        <p:sp>
          <p:nvSpPr>
            <p:cNvPr id="35" name="Freeform 34">
              <a:extLst>
                <a:ext uri="{FF2B5EF4-FFF2-40B4-BE49-F238E27FC236}">
                  <a16:creationId xmlns:a16="http://schemas.microsoft.com/office/drawing/2014/main" id="{999D64E8-7D06-E0E0-CFF3-F0745F5D89C0}"/>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2700000" algn="tl" rotWithShape="0">
                <a:prstClr val="black">
                  <a:alpha val="20000"/>
                </a:prstClr>
              </a:outerShdw>
            </a:effectLst>
          </p:spPr>
          <p:txBody>
            <a:bodyPr rtlCol="0" anchor="ctr"/>
            <a:lstStyle/>
            <a:p>
              <a:pPr algn="ctr">
                <a:defRPr/>
              </a:pPr>
              <a:endParaRPr lang="en-US" kern="0">
                <a:solidFill>
                  <a:prstClr val="white"/>
                </a:solidFill>
                <a:latin typeface="Calibri" panose="020F0502020204030204"/>
              </a:endParaRPr>
            </a:p>
          </p:txBody>
        </p:sp>
      </p:grpSp>
    </p:spTree>
    <p:extLst>
      <p:ext uri="{BB962C8B-B14F-4D97-AF65-F5344CB8AC3E}">
        <p14:creationId xmlns:p14="http://schemas.microsoft.com/office/powerpoint/2010/main" val="2250901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8">
          <a:extLst>
            <a:ext uri="{FF2B5EF4-FFF2-40B4-BE49-F238E27FC236}">
              <a16:creationId xmlns:a16="http://schemas.microsoft.com/office/drawing/2014/main" id="{35C88945-D74F-7529-F0CC-EAFEBFA63599}"/>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90F87E3B-0D52-1D7A-97E2-C87D852EEDD6}"/>
              </a:ext>
            </a:extLst>
          </p:cNvPr>
          <p:cNvSpPr/>
          <p:nvPr/>
        </p:nvSpPr>
        <p:spPr>
          <a:xfrm>
            <a:off x="311906" y="853814"/>
            <a:ext cx="3688508" cy="5777345"/>
          </a:xfrm>
          <a:prstGeom prst="rect">
            <a:avLst/>
          </a:prstGeom>
          <a:solidFill>
            <a:schemeClr val="accent4">
              <a:lumMod val="20000"/>
              <a:lumOff val="80000"/>
              <a:alpha val="1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15" name="Rectangle 14">
            <a:extLst>
              <a:ext uri="{FF2B5EF4-FFF2-40B4-BE49-F238E27FC236}">
                <a16:creationId xmlns:a16="http://schemas.microsoft.com/office/drawing/2014/main" id="{9DCBC727-7067-657B-67E6-2AA53C82ADD5}"/>
              </a:ext>
            </a:extLst>
          </p:cNvPr>
          <p:cNvSpPr/>
          <p:nvPr/>
        </p:nvSpPr>
        <p:spPr>
          <a:xfrm>
            <a:off x="4004158" y="853814"/>
            <a:ext cx="4071584" cy="5777345"/>
          </a:xfrm>
          <a:prstGeom prst="rect">
            <a:avLst/>
          </a:prstGeom>
          <a:solidFill>
            <a:schemeClr val="accent4">
              <a:lumMod val="40000"/>
              <a:lumOff val="60000"/>
              <a:alpha val="1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14" name="Rectangle 13">
            <a:extLst>
              <a:ext uri="{FF2B5EF4-FFF2-40B4-BE49-F238E27FC236}">
                <a16:creationId xmlns:a16="http://schemas.microsoft.com/office/drawing/2014/main" id="{851CF845-EC30-F6A0-EA45-5130E5FBD7FC}"/>
              </a:ext>
            </a:extLst>
          </p:cNvPr>
          <p:cNvSpPr/>
          <p:nvPr/>
        </p:nvSpPr>
        <p:spPr>
          <a:xfrm>
            <a:off x="8075742" y="853814"/>
            <a:ext cx="3705747" cy="5777345"/>
          </a:xfrm>
          <a:prstGeom prst="rect">
            <a:avLst/>
          </a:prstGeom>
          <a:solidFill>
            <a:schemeClr val="accent4">
              <a:lumMod val="60000"/>
              <a:lumOff val="40000"/>
              <a:alpha val="10000"/>
            </a:schemeClr>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grpSp>
        <p:nvGrpSpPr>
          <p:cNvPr id="10" name="Group 9">
            <a:extLst>
              <a:ext uri="{FF2B5EF4-FFF2-40B4-BE49-F238E27FC236}">
                <a16:creationId xmlns:a16="http://schemas.microsoft.com/office/drawing/2014/main" id="{B9568FDC-9560-DF82-9330-95D0D3CCFC20}"/>
              </a:ext>
            </a:extLst>
          </p:cNvPr>
          <p:cNvGrpSpPr/>
          <p:nvPr/>
        </p:nvGrpSpPr>
        <p:grpSpPr>
          <a:xfrm>
            <a:off x="5095771" y="1099786"/>
            <a:ext cx="1888358" cy="541339"/>
            <a:chOff x="5573642" y="2488315"/>
            <a:chExt cx="2748650" cy="2748282"/>
          </a:xfrm>
          <a:solidFill>
            <a:srgbClr val="E3E8F2"/>
          </a:solidFill>
        </p:grpSpPr>
        <p:sp>
          <p:nvSpPr>
            <p:cNvPr id="11" name="Oval 8">
              <a:extLst>
                <a:ext uri="{FF2B5EF4-FFF2-40B4-BE49-F238E27FC236}">
                  <a16:creationId xmlns:a16="http://schemas.microsoft.com/office/drawing/2014/main" id="{612DF2C7-83B4-2D97-8610-E742266201BD}"/>
                </a:ext>
              </a:extLst>
            </p:cNvPr>
            <p:cNvSpPr>
              <a:spLocks/>
            </p:cNvSpPr>
            <p:nvPr/>
          </p:nvSpPr>
          <p:spPr bwMode="auto">
            <a:xfrm>
              <a:off x="5579092" y="2493397"/>
              <a:ext cx="2743200" cy="2743200"/>
            </a:xfrm>
            <a:prstGeom prst="roundRect">
              <a:avLst/>
            </a:prstGeom>
            <a:grpFill/>
            <a:ln w="3175">
              <a:solidFill>
                <a:schemeClr val="bg1">
                  <a:alpha val="39668"/>
                </a:schemeClr>
              </a:solidFill>
              <a:round/>
              <a:headEnd/>
              <a:tailEnd/>
            </a:ln>
            <a:effectLst>
              <a:outerShdw blurRad="114300" dist="114300" dir="13500000" algn="ctr" rotWithShape="0">
                <a:schemeClr val="tx2">
                  <a:alpha val="56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50" b="0" i="0" u="none" strike="noStrike" kern="1200" cap="none" spc="0" normalizeH="0" baseline="0" noProof="0">
                <a:ln>
                  <a:noFill/>
                </a:ln>
                <a:solidFill>
                  <a:srgbClr val="ACB0C0"/>
                </a:solidFill>
                <a:effectLst/>
                <a:uLnTx/>
                <a:uFillTx/>
                <a:latin typeface="Calibri" panose="020F0502020204030204"/>
                <a:ea typeface="+mn-ea"/>
                <a:cs typeface="Arial"/>
                <a:sym typeface="Arial"/>
              </a:endParaRPr>
            </a:p>
          </p:txBody>
        </p:sp>
        <p:sp>
          <p:nvSpPr>
            <p:cNvPr id="12" name="Oval 9">
              <a:extLst>
                <a:ext uri="{FF2B5EF4-FFF2-40B4-BE49-F238E27FC236}">
                  <a16:creationId xmlns:a16="http://schemas.microsoft.com/office/drawing/2014/main" id="{9843E856-FBE4-3613-E036-C9143A3FF541}"/>
                </a:ext>
              </a:extLst>
            </p:cNvPr>
            <p:cNvSpPr>
              <a:spLocks/>
            </p:cNvSpPr>
            <p:nvPr/>
          </p:nvSpPr>
          <p:spPr bwMode="auto">
            <a:xfrm>
              <a:off x="5573642" y="2488315"/>
              <a:ext cx="2743198" cy="2743200"/>
            </a:xfrm>
            <a:prstGeom prst="roundRect">
              <a:avLst/>
            </a:prstGeom>
            <a:grpFill/>
            <a:ln w="3175">
              <a:solidFill>
                <a:schemeClr val="bg1">
                  <a:alpha val="39668"/>
                </a:schemeClr>
              </a:solidFill>
              <a:round/>
              <a:headEnd/>
              <a:tailEnd/>
            </a:ln>
            <a:effectLst>
              <a:outerShdw blurRad="177800" dist="114300" dir="2700000" algn="ctr" rotWithShape="0">
                <a:schemeClr val="tx1">
                  <a:alpha val="30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50" b="0" i="0" u="none" strike="noStrike" kern="1200" cap="none" spc="0" normalizeH="0" baseline="0" noProof="0">
                <a:ln>
                  <a:noFill/>
                </a:ln>
                <a:solidFill>
                  <a:srgbClr val="ACB0C0"/>
                </a:solidFill>
                <a:effectLst/>
                <a:uLnTx/>
                <a:uFillTx/>
                <a:latin typeface="Calibri" panose="020F0502020204030204"/>
                <a:ea typeface="+mn-ea"/>
                <a:cs typeface="Arial"/>
                <a:sym typeface="Arial"/>
              </a:endParaRPr>
            </a:p>
          </p:txBody>
        </p:sp>
      </p:grpSp>
      <p:sp>
        <p:nvSpPr>
          <p:cNvPr id="13" name="Google Shape;1152;p16">
            <a:extLst>
              <a:ext uri="{FF2B5EF4-FFF2-40B4-BE49-F238E27FC236}">
                <a16:creationId xmlns:a16="http://schemas.microsoft.com/office/drawing/2014/main" id="{E5372360-5EB7-BF13-D033-8FD85AF471E9}"/>
              </a:ext>
            </a:extLst>
          </p:cNvPr>
          <p:cNvSpPr/>
          <p:nvPr/>
        </p:nvSpPr>
        <p:spPr>
          <a:xfrm>
            <a:off x="5436348" y="1281615"/>
            <a:ext cx="1207204" cy="215444"/>
          </a:xfrm>
          <a:prstGeom prst="rect">
            <a:avLst/>
          </a:prstGeom>
          <a:noFill/>
          <a:ln>
            <a:noFill/>
          </a:ln>
        </p:spPr>
        <p:txBody>
          <a:bodyPr spcFirstLastPara="1" wrap="square" lIns="0" tIns="0" rIns="0" bIns="0" anchor="t" anchorCtr="0">
            <a:spAutoFit/>
          </a:bodyPr>
          <a:lstStyle/>
          <a:p>
            <a:pPr lvl="0" algn="ctr">
              <a:buClr>
                <a:srgbClr val="00B0F0"/>
              </a:buClr>
              <a:buSzPts val="1400"/>
              <a:defRPr/>
            </a:pPr>
            <a:r>
              <a:rPr kumimoji="0" lang="en-US" sz="1400" b="1" i="0" u="none" strike="noStrike" kern="0" cap="none" spc="0" normalizeH="0" baseline="0" noProof="0">
                <a:ln>
                  <a:noFill/>
                </a:ln>
                <a:solidFill>
                  <a:srgbClr val="0070C0"/>
                </a:solidFill>
                <a:effectLst/>
                <a:uLnTx/>
                <a:uFillTx/>
                <a:latin typeface="Open Sans"/>
                <a:ea typeface="Open Sans"/>
                <a:cs typeface="Open Sans"/>
                <a:sym typeface="Open Sans"/>
              </a:rPr>
              <a:t>PHASE – 2 </a:t>
            </a:r>
            <a:r>
              <a:rPr lang="en-US" sz="1400" b="1">
                <a:solidFill>
                  <a:schemeClr val="accent4"/>
                </a:solidFill>
                <a:latin typeface="Open Sans"/>
                <a:ea typeface="Open Sans"/>
                <a:cs typeface="Open Sans"/>
                <a:sym typeface="Open Sans"/>
              </a:rPr>
              <a:t> </a:t>
            </a:r>
            <a:endParaRPr kumimoji="0" sz="1400" b="0" i="0" u="none" strike="noStrike" kern="0" cap="none" spc="0" normalizeH="0" baseline="0" noProof="0">
              <a:ln>
                <a:noFill/>
              </a:ln>
              <a:solidFill>
                <a:srgbClr val="0070C0"/>
              </a:solidFill>
              <a:effectLst/>
              <a:uLnTx/>
              <a:uFillTx/>
              <a:latin typeface="Arial"/>
              <a:ea typeface="+mn-ea"/>
              <a:cs typeface="Arial"/>
              <a:sym typeface="Arial"/>
            </a:endParaRPr>
          </a:p>
        </p:txBody>
      </p:sp>
      <p:sp>
        <p:nvSpPr>
          <p:cNvPr id="6" name="Oval 5">
            <a:extLst>
              <a:ext uri="{FF2B5EF4-FFF2-40B4-BE49-F238E27FC236}">
                <a16:creationId xmlns:a16="http://schemas.microsoft.com/office/drawing/2014/main" id="{18087386-4E23-964C-F5EB-5FBB8F625FBD}"/>
              </a:ext>
            </a:extLst>
          </p:cNvPr>
          <p:cNvSpPr/>
          <p:nvPr/>
        </p:nvSpPr>
        <p:spPr>
          <a:xfrm>
            <a:off x="718949" y="2587091"/>
            <a:ext cx="2670795" cy="2670795"/>
          </a:xfrm>
          <a:prstGeom prst="ellipse">
            <a:avLst/>
          </a:prstGeom>
          <a:noFill/>
          <a:ln w="127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grpSp>
        <p:nvGrpSpPr>
          <p:cNvPr id="1302" name="Google Shape;1302;p19">
            <a:extLst>
              <a:ext uri="{FF2B5EF4-FFF2-40B4-BE49-F238E27FC236}">
                <a16:creationId xmlns:a16="http://schemas.microsoft.com/office/drawing/2014/main" id="{1A8FE21C-5A58-3E05-D462-2BAC3C283430}"/>
              </a:ext>
            </a:extLst>
          </p:cNvPr>
          <p:cNvGrpSpPr/>
          <p:nvPr/>
        </p:nvGrpSpPr>
        <p:grpSpPr>
          <a:xfrm>
            <a:off x="1008390" y="2899567"/>
            <a:ext cx="2097715" cy="2056457"/>
            <a:chOff x="2833686" y="1488241"/>
            <a:chExt cx="3179011" cy="3179011"/>
          </a:xfrm>
        </p:grpSpPr>
        <p:grpSp>
          <p:nvGrpSpPr>
            <p:cNvPr id="1303" name="Google Shape;1303;p19">
              <a:extLst>
                <a:ext uri="{FF2B5EF4-FFF2-40B4-BE49-F238E27FC236}">
                  <a16:creationId xmlns:a16="http://schemas.microsoft.com/office/drawing/2014/main" id="{312F415F-5DC2-7B94-6BA2-67A7403DD06B}"/>
                </a:ext>
              </a:extLst>
            </p:cNvPr>
            <p:cNvGrpSpPr/>
            <p:nvPr/>
          </p:nvGrpSpPr>
          <p:grpSpPr>
            <a:xfrm>
              <a:off x="2833686" y="1488241"/>
              <a:ext cx="3179011" cy="3179011"/>
              <a:chOff x="7349505" y="606851"/>
              <a:chExt cx="1211126" cy="1211126"/>
            </a:xfrm>
          </p:grpSpPr>
          <p:sp>
            <p:nvSpPr>
              <p:cNvPr id="1304" name="Google Shape;1304;p19">
                <a:extLst>
                  <a:ext uri="{FF2B5EF4-FFF2-40B4-BE49-F238E27FC236}">
                    <a16:creationId xmlns:a16="http://schemas.microsoft.com/office/drawing/2014/main" id="{B2A868A0-C9BA-36FB-71B4-19B08F368C7C}"/>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305" name="Google Shape;1305;p19">
                <a:extLst>
                  <a:ext uri="{FF2B5EF4-FFF2-40B4-BE49-F238E27FC236}">
                    <a16:creationId xmlns:a16="http://schemas.microsoft.com/office/drawing/2014/main" id="{3F9C714D-7DB2-46C3-FE31-E7C4D72DBE69}"/>
                  </a:ext>
                </a:extLst>
              </p:cNvPr>
              <p:cNvSpPr/>
              <p:nvPr/>
            </p:nvSpPr>
            <p:spPr>
              <a:xfrm>
                <a:off x="7349505" y="606851"/>
                <a:ext cx="1211126" cy="1211126"/>
              </a:xfrm>
              <a:prstGeom prst="ellipse">
                <a:avLst/>
              </a:prstGeom>
              <a:solidFill>
                <a:schemeClr val="lt2"/>
              </a:solidFill>
              <a:ln w="6350">
                <a:solidFill>
                  <a:schemeClr val="bg1">
                    <a:alpha val="60479"/>
                  </a:schemeClr>
                </a:solidFill>
              </a:ln>
              <a:effectLst>
                <a:outerShdw blurRad="114300" dist="114300" dir="13500000" algn="br" rotWithShape="0">
                  <a:schemeClr val="dk2">
                    <a:alpha val="55686"/>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306" name="Google Shape;1306;p19">
              <a:extLst>
                <a:ext uri="{FF2B5EF4-FFF2-40B4-BE49-F238E27FC236}">
                  <a16:creationId xmlns:a16="http://schemas.microsoft.com/office/drawing/2014/main" id="{C3957185-F2E2-E7F7-EA9A-40B764CEF28A}"/>
                </a:ext>
              </a:extLst>
            </p:cNvPr>
            <p:cNvSpPr/>
            <p:nvPr/>
          </p:nvSpPr>
          <p:spPr>
            <a:xfrm>
              <a:off x="3011891" y="1666446"/>
              <a:ext cx="2822600" cy="2822600"/>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pic>
        <p:nvPicPr>
          <p:cNvPr id="1331" name="Google Shape;1331;p19" descr="A blue and black logo with a city and atom&#10;&#10;Description automatically generated">
            <a:extLst>
              <a:ext uri="{FF2B5EF4-FFF2-40B4-BE49-F238E27FC236}">
                <a16:creationId xmlns:a16="http://schemas.microsoft.com/office/drawing/2014/main" id="{307773E0-2BE6-1432-6B33-F55E3A9ACAA7}"/>
              </a:ext>
            </a:extLst>
          </p:cNvPr>
          <p:cNvPicPr preferRelativeResize="0"/>
          <p:nvPr/>
        </p:nvPicPr>
        <p:blipFill rotWithShape="1">
          <a:blip r:embed="rId3">
            <a:alphaModFix/>
          </a:blip>
          <a:srcRect/>
          <a:stretch/>
        </p:blipFill>
        <p:spPr>
          <a:xfrm>
            <a:off x="1395357" y="3128370"/>
            <a:ext cx="1317981" cy="1598850"/>
          </a:xfrm>
          <a:prstGeom prst="rect">
            <a:avLst/>
          </a:prstGeom>
          <a:noFill/>
          <a:ln>
            <a:noFill/>
          </a:ln>
        </p:spPr>
      </p:pic>
      <p:grpSp>
        <p:nvGrpSpPr>
          <p:cNvPr id="5" name="Group 4">
            <a:extLst>
              <a:ext uri="{FF2B5EF4-FFF2-40B4-BE49-F238E27FC236}">
                <a16:creationId xmlns:a16="http://schemas.microsoft.com/office/drawing/2014/main" id="{0B9B0F56-F04A-5570-4515-10BEBDF1067F}"/>
              </a:ext>
            </a:extLst>
          </p:cNvPr>
          <p:cNvGrpSpPr/>
          <p:nvPr/>
        </p:nvGrpSpPr>
        <p:grpSpPr>
          <a:xfrm>
            <a:off x="500122" y="4075924"/>
            <a:ext cx="1040549" cy="1020084"/>
            <a:chOff x="2604555" y="4328093"/>
            <a:chExt cx="1040549" cy="1020084"/>
          </a:xfrm>
        </p:grpSpPr>
        <p:grpSp>
          <p:nvGrpSpPr>
            <p:cNvPr id="1317" name="Google Shape;1317;p19">
              <a:extLst>
                <a:ext uri="{FF2B5EF4-FFF2-40B4-BE49-F238E27FC236}">
                  <a16:creationId xmlns:a16="http://schemas.microsoft.com/office/drawing/2014/main" id="{9BBC54D8-F06E-BCC7-A827-73A5CC2687C5}"/>
                </a:ext>
              </a:extLst>
            </p:cNvPr>
            <p:cNvGrpSpPr/>
            <p:nvPr/>
          </p:nvGrpSpPr>
          <p:grpSpPr>
            <a:xfrm>
              <a:off x="2604555" y="4328093"/>
              <a:ext cx="1040549" cy="1020084"/>
              <a:chOff x="2833686" y="1488241"/>
              <a:chExt cx="3179010" cy="3179010"/>
            </a:xfrm>
          </p:grpSpPr>
          <p:grpSp>
            <p:nvGrpSpPr>
              <p:cNvPr id="1318" name="Google Shape;1318;p19">
                <a:extLst>
                  <a:ext uri="{FF2B5EF4-FFF2-40B4-BE49-F238E27FC236}">
                    <a16:creationId xmlns:a16="http://schemas.microsoft.com/office/drawing/2014/main" id="{64736A75-F8F5-BD72-D7AA-E5D5E66669A0}"/>
                  </a:ext>
                </a:extLst>
              </p:cNvPr>
              <p:cNvGrpSpPr/>
              <p:nvPr/>
            </p:nvGrpSpPr>
            <p:grpSpPr>
              <a:xfrm>
                <a:off x="2833686" y="1488241"/>
                <a:ext cx="3179010" cy="3179010"/>
                <a:chOff x="7349505" y="606851"/>
                <a:chExt cx="1211126" cy="1211126"/>
              </a:xfrm>
            </p:grpSpPr>
            <p:sp>
              <p:nvSpPr>
                <p:cNvPr id="1319" name="Google Shape;1319;p19">
                  <a:extLst>
                    <a:ext uri="{FF2B5EF4-FFF2-40B4-BE49-F238E27FC236}">
                      <a16:creationId xmlns:a16="http://schemas.microsoft.com/office/drawing/2014/main" id="{5A9149EC-2F56-063C-E255-4B87470EE0EC}"/>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320" name="Google Shape;1320;p19">
                  <a:extLst>
                    <a:ext uri="{FF2B5EF4-FFF2-40B4-BE49-F238E27FC236}">
                      <a16:creationId xmlns:a16="http://schemas.microsoft.com/office/drawing/2014/main" id="{490AAF92-491A-C47C-1459-1A6A0AC8C0F0}"/>
                    </a:ext>
                  </a:extLst>
                </p:cNvPr>
                <p:cNvSpPr/>
                <p:nvPr/>
              </p:nvSpPr>
              <p:spPr>
                <a:xfrm>
                  <a:off x="7349505" y="606851"/>
                  <a:ext cx="1211126" cy="1211126"/>
                </a:xfrm>
                <a:prstGeom prst="ellipse">
                  <a:avLst/>
                </a:prstGeom>
                <a:solidFill>
                  <a:schemeClr val="lt2"/>
                </a:solidFill>
                <a:ln w="3175">
                  <a:solidFill>
                    <a:schemeClr val="bg1">
                      <a:alpha val="60000"/>
                    </a:schemeClr>
                  </a:solidFill>
                </a:ln>
                <a:effectLst>
                  <a:outerShdw blurRad="114300" dist="114300" dir="13500000" algn="br" rotWithShape="0">
                    <a:schemeClr val="dk2">
                      <a:alpha val="55686"/>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321" name="Google Shape;1321;p19">
                <a:extLst>
                  <a:ext uri="{FF2B5EF4-FFF2-40B4-BE49-F238E27FC236}">
                    <a16:creationId xmlns:a16="http://schemas.microsoft.com/office/drawing/2014/main" id="{DC553AFF-0F05-36CE-1202-548119E7955D}"/>
                  </a:ext>
                </a:extLst>
              </p:cNvPr>
              <p:cNvSpPr/>
              <p:nvPr/>
            </p:nvSpPr>
            <p:spPr>
              <a:xfrm>
                <a:off x="3103447" y="1758002"/>
                <a:ext cx="2639490" cy="2639490"/>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pic>
          <p:nvPicPr>
            <p:cNvPr id="1332" name="Google Shape;1332;p19">
              <a:extLst>
                <a:ext uri="{FF2B5EF4-FFF2-40B4-BE49-F238E27FC236}">
                  <a16:creationId xmlns:a16="http://schemas.microsoft.com/office/drawing/2014/main" id="{F77BEE6D-F953-A018-EE6D-EFFB6CBB3C0A}"/>
                </a:ext>
              </a:extLst>
            </p:cNvPr>
            <p:cNvPicPr preferRelativeResize="0"/>
            <p:nvPr/>
          </p:nvPicPr>
          <p:blipFill rotWithShape="1">
            <a:blip r:embed="rId4">
              <a:alphaModFix/>
            </a:blip>
            <a:srcRect/>
            <a:stretch/>
          </p:blipFill>
          <p:spPr>
            <a:xfrm>
              <a:off x="2817915" y="4471807"/>
              <a:ext cx="613828" cy="732657"/>
            </a:xfrm>
            <a:prstGeom prst="rect">
              <a:avLst/>
            </a:prstGeom>
            <a:noFill/>
            <a:ln>
              <a:noFill/>
            </a:ln>
          </p:spPr>
        </p:pic>
      </p:grpSp>
      <p:grpSp>
        <p:nvGrpSpPr>
          <p:cNvPr id="4" name="Group 3">
            <a:extLst>
              <a:ext uri="{FF2B5EF4-FFF2-40B4-BE49-F238E27FC236}">
                <a16:creationId xmlns:a16="http://schemas.microsoft.com/office/drawing/2014/main" id="{F25B4D79-0D06-74D6-9678-36AB4622803D}"/>
              </a:ext>
            </a:extLst>
          </p:cNvPr>
          <p:cNvGrpSpPr/>
          <p:nvPr/>
        </p:nvGrpSpPr>
        <p:grpSpPr>
          <a:xfrm>
            <a:off x="2670065" y="3863207"/>
            <a:ext cx="1040549" cy="1020084"/>
            <a:chOff x="2920080" y="3209036"/>
            <a:chExt cx="1040549" cy="1020084"/>
          </a:xfrm>
        </p:grpSpPr>
        <p:grpSp>
          <p:nvGrpSpPr>
            <p:cNvPr id="1312" name="Google Shape;1312;p19">
              <a:extLst>
                <a:ext uri="{FF2B5EF4-FFF2-40B4-BE49-F238E27FC236}">
                  <a16:creationId xmlns:a16="http://schemas.microsoft.com/office/drawing/2014/main" id="{10F0650D-ED86-FD98-1A6C-22B586779E78}"/>
                </a:ext>
              </a:extLst>
            </p:cNvPr>
            <p:cNvGrpSpPr/>
            <p:nvPr/>
          </p:nvGrpSpPr>
          <p:grpSpPr>
            <a:xfrm>
              <a:off x="2920080" y="3209036"/>
              <a:ext cx="1040549" cy="1020084"/>
              <a:chOff x="2833686" y="1488241"/>
              <a:chExt cx="3179010" cy="3179010"/>
            </a:xfrm>
          </p:grpSpPr>
          <p:grpSp>
            <p:nvGrpSpPr>
              <p:cNvPr id="1313" name="Google Shape;1313;p19">
                <a:extLst>
                  <a:ext uri="{FF2B5EF4-FFF2-40B4-BE49-F238E27FC236}">
                    <a16:creationId xmlns:a16="http://schemas.microsoft.com/office/drawing/2014/main" id="{9BEA5FC0-82DE-29EF-9FD7-220ED664BE95}"/>
                  </a:ext>
                </a:extLst>
              </p:cNvPr>
              <p:cNvGrpSpPr/>
              <p:nvPr/>
            </p:nvGrpSpPr>
            <p:grpSpPr>
              <a:xfrm>
                <a:off x="2833686" y="1488241"/>
                <a:ext cx="3179010" cy="3179010"/>
                <a:chOff x="7349505" y="606851"/>
                <a:chExt cx="1211126" cy="1211126"/>
              </a:xfrm>
            </p:grpSpPr>
            <p:sp>
              <p:nvSpPr>
                <p:cNvPr id="1314" name="Google Shape;1314;p19">
                  <a:extLst>
                    <a:ext uri="{FF2B5EF4-FFF2-40B4-BE49-F238E27FC236}">
                      <a16:creationId xmlns:a16="http://schemas.microsoft.com/office/drawing/2014/main" id="{72099623-5892-0D9C-3C02-9409AF6E555E}"/>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315" name="Google Shape;1315;p19">
                  <a:extLst>
                    <a:ext uri="{FF2B5EF4-FFF2-40B4-BE49-F238E27FC236}">
                      <a16:creationId xmlns:a16="http://schemas.microsoft.com/office/drawing/2014/main" id="{4CC93D5B-9310-51B0-756C-3470D1F07694}"/>
                    </a:ext>
                  </a:extLst>
                </p:cNvPr>
                <p:cNvSpPr/>
                <p:nvPr/>
              </p:nvSpPr>
              <p:spPr>
                <a:xfrm>
                  <a:off x="7349505" y="606851"/>
                  <a:ext cx="1211126" cy="1211126"/>
                </a:xfrm>
                <a:prstGeom prst="ellipse">
                  <a:avLst/>
                </a:prstGeom>
                <a:solidFill>
                  <a:schemeClr val="lt2"/>
                </a:solidFill>
                <a:ln w="3175">
                  <a:solidFill>
                    <a:schemeClr val="bg1">
                      <a:alpha val="60479"/>
                    </a:schemeClr>
                  </a:solidFill>
                </a:ln>
                <a:effectLst>
                  <a:outerShdw blurRad="114300" dist="114300" dir="13500000" algn="br" rotWithShape="0">
                    <a:schemeClr val="dk2">
                      <a:alpha val="55686"/>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316" name="Google Shape;1316;p19">
                <a:extLst>
                  <a:ext uri="{FF2B5EF4-FFF2-40B4-BE49-F238E27FC236}">
                    <a16:creationId xmlns:a16="http://schemas.microsoft.com/office/drawing/2014/main" id="{68F3EFAD-3EBC-C067-27E5-A648F8C17043}"/>
                  </a:ext>
                </a:extLst>
              </p:cNvPr>
              <p:cNvSpPr/>
              <p:nvPr/>
            </p:nvSpPr>
            <p:spPr>
              <a:xfrm>
                <a:off x="3103447" y="1758002"/>
                <a:ext cx="2639490" cy="2639490"/>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pic>
          <p:nvPicPr>
            <p:cNvPr id="1333" name="Google Shape;1333;p19">
              <a:extLst>
                <a:ext uri="{FF2B5EF4-FFF2-40B4-BE49-F238E27FC236}">
                  <a16:creationId xmlns:a16="http://schemas.microsoft.com/office/drawing/2014/main" id="{910A68A2-7EB9-AC6A-4BE8-62C1C67FD787}"/>
                </a:ext>
              </a:extLst>
            </p:cNvPr>
            <p:cNvPicPr preferRelativeResize="0"/>
            <p:nvPr/>
          </p:nvPicPr>
          <p:blipFill rotWithShape="1">
            <a:blip r:embed="rId5">
              <a:alphaModFix/>
            </a:blip>
            <a:srcRect/>
            <a:stretch/>
          </p:blipFill>
          <p:spPr>
            <a:xfrm>
              <a:off x="3131473" y="3345360"/>
              <a:ext cx="617762" cy="747436"/>
            </a:xfrm>
            <a:prstGeom prst="rect">
              <a:avLst/>
            </a:prstGeom>
            <a:noFill/>
            <a:ln>
              <a:noFill/>
            </a:ln>
          </p:spPr>
        </p:pic>
      </p:grpSp>
      <p:grpSp>
        <p:nvGrpSpPr>
          <p:cNvPr id="1307" name="Google Shape;1307;p19">
            <a:extLst>
              <a:ext uri="{FF2B5EF4-FFF2-40B4-BE49-F238E27FC236}">
                <a16:creationId xmlns:a16="http://schemas.microsoft.com/office/drawing/2014/main" id="{0E9C4F38-A680-8F15-2121-04D4DC897CFA}"/>
              </a:ext>
            </a:extLst>
          </p:cNvPr>
          <p:cNvGrpSpPr/>
          <p:nvPr/>
        </p:nvGrpSpPr>
        <p:grpSpPr>
          <a:xfrm>
            <a:off x="2337059" y="2297901"/>
            <a:ext cx="1040549" cy="1020084"/>
            <a:chOff x="2833686" y="1488241"/>
            <a:chExt cx="3179010" cy="3179010"/>
          </a:xfrm>
        </p:grpSpPr>
        <p:grpSp>
          <p:nvGrpSpPr>
            <p:cNvPr id="1308" name="Google Shape;1308;p19">
              <a:extLst>
                <a:ext uri="{FF2B5EF4-FFF2-40B4-BE49-F238E27FC236}">
                  <a16:creationId xmlns:a16="http://schemas.microsoft.com/office/drawing/2014/main" id="{F4C220B2-28A8-5699-734A-808BDDBD06C3}"/>
                </a:ext>
              </a:extLst>
            </p:cNvPr>
            <p:cNvGrpSpPr/>
            <p:nvPr/>
          </p:nvGrpSpPr>
          <p:grpSpPr>
            <a:xfrm>
              <a:off x="2833686" y="1488241"/>
              <a:ext cx="3179010" cy="3179010"/>
              <a:chOff x="7349505" y="606851"/>
              <a:chExt cx="1211126" cy="1211126"/>
            </a:xfrm>
          </p:grpSpPr>
          <p:sp>
            <p:nvSpPr>
              <p:cNvPr id="1309" name="Google Shape;1309;p19">
                <a:extLst>
                  <a:ext uri="{FF2B5EF4-FFF2-40B4-BE49-F238E27FC236}">
                    <a16:creationId xmlns:a16="http://schemas.microsoft.com/office/drawing/2014/main" id="{BFE5CEAA-75C2-BD93-8ADE-CBF8BBDB081E}"/>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310" name="Google Shape;1310;p19">
                <a:extLst>
                  <a:ext uri="{FF2B5EF4-FFF2-40B4-BE49-F238E27FC236}">
                    <a16:creationId xmlns:a16="http://schemas.microsoft.com/office/drawing/2014/main" id="{34ACD174-5192-3442-4A11-A91654880E78}"/>
                  </a:ext>
                </a:extLst>
              </p:cNvPr>
              <p:cNvSpPr/>
              <p:nvPr/>
            </p:nvSpPr>
            <p:spPr>
              <a:xfrm>
                <a:off x="7349505" y="606851"/>
                <a:ext cx="1211126" cy="1211126"/>
              </a:xfrm>
              <a:prstGeom prst="ellipse">
                <a:avLst/>
              </a:prstGeom>
              <a:solidFill>
                <a:schemeClr val="lt2"/>
              </a:solidFill>
              <a:ln w="3175">
                <a:solidFill>
                  <a:schemeClr val="bg1">
                    <a:alpha val="60005"/>
                  </a:schemeClr>
                </a:solidFill>
              </a:ln>
              <a:effectLst>
                <a:outerShdw blurRad="114300" dist="114300" dir="13500000" algn="br" rotWithShape="0">
                  <a:schemeClr val="dk2">
                    <a:alpha val="55686"/>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311" name="Google Shape;1311;p19">
              <a:extLst>
                <a:ext uri="{FF2B5EF4-FFF2-40B4-BE49-F238E27FC236}">
                  <a16:creationId xmlns:a16="http://schemas.microsoft.com/office/drawing/2014/main" id="{37A58E8B-33CC-4BB4-BD40-56C719A5B19C}"/>
                </a:ext>
              </a:extLst>
            </p:cNvPr>
            <p:cNvSpPr/>
            <p:nvPr/>
          </p:nvSpPr>
          <p:spPr>
            <a:xfrm>
              <a:off x="3103447" y="1758002"/>
              <a:ext cx="2639489" cy="2639489"/>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grpSp>
        <p:nvGrpSpPr>
          <p:cNvPr id="2" name="Group 1">
            <a:extLst>
              <a:ext uri="{FF2B5EF4-FFF2-40B4-BE49-F238E27FC236}">
                <a16:creationId xmlns:a16="http://schemas.microsoft.com/office/drawing/2014/main" id="{38B1C078-3F86-99D1-5F5C-821F3A376581}"/>
              </a:ext>
            </a:extLst>
          </p:cNvPr>
          <p:cNvGrpSpPr/>
          <p:nvPr/>
        </p:nvGrpSpPr>
        <p:grpSpPr>
          <a:xfrm>
            <a:off x="1240924" y="1099786"/>
            <a:ext cx="1888358" cy="541339"/>
            <a:chOff x="5573642" y="2488315"/>
            <a:chExt cx="2748650" cy="2748282"/>
          </a:xfrm>
          <a:solidFill>
            <a:srgbClr val="E8EBF2"/>
          </a:solidFill>
        </p:grpSpPr>
        <p:sp>
          <p:nvSpPr>
            <p:cNvPr id="7" name="Oval 8">
              <a:extLst>
                <a:ext uri="{FF2B5EF4-FFF2-40B4-BE49-F238E27FC236}">
                  <a16:creationId xmlns:a16="http://schemas.microsoft.com/office/drawing/2014/main" id="{4BA49D7A-C158-D212-A285-C6C850F247E0}"/>
                </a:ext>
              </a:extLst>
            </p:cNvPr>
            <p:cNvSpPr>
              <a:spLocks/>
            </p:cNvSpPr>
            <p:nvPr/>
          </p:nvSpPr>
          <p:spPr bwMode="auto">
            <a:xfrm>
              <a:off x="5579092" y="2493397"/>
              <a:ext cx="2743200" cy="2743200"/>
            </a:xfrm>
            <a:prstGeom prst="roundRect">
              <a:avLst/>
            </a:prstGeom>
            <a:grpFill/>
            <a:ln w="3175">
              <a:solidFill>
                <a:schemeClr val="bg1">
                  <a:alpha val="39668"/>
                </a:schemeClr>
              </a:solidFill>
              <a:round/>
              <a:headEnd/>
              <a:tailEnd/>
            </a:ln>
            <a:effectLst>
              <a:outerShdw blurRad="114300" dist="114300" dir="13500000" algn="ctr" rotWithShape="0">
                <a:schemeClr val="tx2">
                  <a:alpha val="56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50" b="0" i="0" u="none" strike="noStrike" kern="1200" cap="none" spc="0" normalizeH="0" baseline="0" noProof="0">
                <a:ln>
                  <a:noFill/>
                </a:ln>
                <a:solidFill>
                  <a:srgbClr val="ACB0C0"/>
                </a:solidFill>
                <a:effectLst/>
                <a:uLnTx/>
                <a:uFillTx/>
                <a:latin typeface="Calibri" panose="020F0502020204030204"/>
                <a:ea typeface="+mn-ea"/>
                <a:cs typeface="Arial"/>
                <a:sym typeface="Arial"/>
              </a:endParaRPr>
            </a:p>
          </p:txBody>
        </p:sp>
        <p:sp>
          <p:nvSpPr>
            <p:cNvPr id="8" name="Oval 9">
              <a:extLst>
                <a:ext uri="{FF2B5EF4-FFF2-40B4-BE49-F238E27FC236}">
                  <a16:creationId xmlns:a16="http://schemas.microsoft.com/office/drawing/2014/main" id="{A72365EC-12A0-E375-277D-6FDD5AD2356C}"/>
                </a:ext>
              </a:extLst>
            </p:cNvPr>
            <p:cNvSpPr>
              <a:spLocks/>
            </p:cNvSpPr>
            <p:nvPr/>
          </p:nvSpPr>
          <p:spPr bwMode="auto">
            <a:xfrm>
              <a:off x="5573642" y="2488315"/>
              <a:ext cx="2743198" cy="2743200"/>
            </a:xfrm>
            <a:prstGeom prst="roundRect">
              <a:avLst/>
            </a:prstGeom>
            <a:grpFill/>
            <a:ln w="3175">
              <a:solidFill>
                <a:schemeClr val="bg1">
                  <a:alpha val="39668"/>
                </a:schemeClr>
              </a:solidFill>
              <a:round/>
              <a:headEnd/>
              <a:tailEnd/>
            </a:ln>
            <a:effectLst>
              <a:outerShdw blurRad="177800" dist="114300" dir="2700000" algn="ctr" rotWithShape="0">
                <a:schemeClr val="tx1">
                  <a:alpha val="30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50" b="0" i="0" u="none" strike="noStrike" kern="1200" cap="none" spc="0" normalizeH="0" baseline="0" noProof="0">
                <a:ln>
                  <a:noFill/>
                </a:ln>
                <a:solidFill>
                  <a:srgbClr val="ACB0C0"/>
                </a:solidFill>
                <a:effectLst/>
                <a:uLnTx/>
                <a:uFillTx/>
                <a:latin typeface="Calibri" panose="020F0502020204030204"/>
                <a:ea typeface="+mn-ea"/>
                <a:cs typeface="Arial"/>
                <a:sym typeface="Arial"/>
              </a:endParaRPr>
            </a:p>
          </p:txBody>
        </p:sp>
      </p:grpSp>
      <p:sp>
        <p:nvSpPr>
          <p:cNvPr id="9" name="Google Shape;1152;p16">
            <a:extLst>
              <a:ext uri="{FF2B5EF4-FFF2-40B4-BE49-F238E27FC236}">
                <a16:creationId xmlns:a16="http://schemas.microsoft.com/office/drawing/2014/main" id="{A570F964-5075-30B6-10DE-3629D48890B1}"/>
              </a:ext>
            </a:extLst>
          </p:cNvPr>
          <p:cNvSpPr/>
          <p:nvPr/>
        </p:nvSpPr>
        <p:spPr>
          <a:xfrm>
            <a:off x="1589102" y="1287689"/>
            <a:ext cx="1207204" cy="21544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B0F0"/>
              </a:buClr>
              <a:buSzPts val="1400"/>
              <a:buFont typeface="Open Sans"/>
              <a:buNone/>
              <a:tabLst/>
              <a:defRPr/>
            </a:pPr>
            <a:r>
              <a:rPr kumimoji="0" lang="en-US" sz="1400" b="1" i="0" u="none" strike="noStrike" kern="0" cap="none" spc="0" normalizeH="0" baseline="0" noProof="0">
                <a:ln>
                  <a:noFill/>
                </a:ln>
                <a:solidFill>
                  <a:srgbClr val="0070C0"/>
                </a:solidFill>
                <a:effectLst/>
                <a:uLnTx/>
                <a:uFillTx/>
                <a:latin typeface="Open Sans"/>
                <a:ea typeface="Open Sans"/>
                <a:cs typeface="Open Sans"/>
                <a:sym typeface="Open Sans"/>
              </a:rPr>
              <a:t>PHASE – 1</a:t>
            </a:r>
          </a:p>
        </p:txBody>
      </p:sp>
      <p:grpSp>
        <p:nvGrpSpPr>
          <p:cNvPr id="17" name="Group 16">
            <a:extLst>
              <a:ext uri="{FF2B5EF4-FFF2-40B4-BE49-F238E27FC236}">
                <a16:creationId xmlns:a16="http://schemas.microsoft.com/office/drawing/2014/main" id="{53991784-BD67-E392-7971-DDFB0CA1EF3D}"/>
              </a:ext>
            </a:extLst>
          </p:cNvPr>
          <p:cNvGrpSpPr/>
          <p:nvPr/>
        </p:nvGrpSpPr>
        <p:grpSpPr>
          <a:xfrm>
            <a:off x="3873295" y="1240063"/>
            <a:ext cx="321450" cy="293153"/>
            <a:chOff x="3254479" y="1480032"/>
            <a:chExt cx="321450" cy="322468"/>
          </a:xfrm>
        </p:grpSpPr>
        <p:sp>
          <p:nvSpPr>
            <p:cNvPr id="18" name="Freeform 17">
              <a:extLst>
                <a:ext uri="{FF2B5EF4-FFF2-40B4-BE49-F238E27FC236}">
                  <a16:creationId xmlns:a16="http://schemas.microsoft.com/office/drawing/2014/main" id="{13831A1C-EBA0-F8F9-1F00-4863296F2680}"/>
                </a:ext>
              </a:extLst>
            </p:cNvPr>
            <p:cNvSpPr/>
            <p:nvPr/>
          </p:nvSpPr>
          <p:spPr>
            <a:xfrm rot="5400000">
              <a:off x="3320999" y="1547569"/>
              <a:ext cx="322468" cy="187393"/>
            </a:xfrm>
            <a:custGeom>
              <a:avLst/>
              <a:gdLst>
                <a:gd name="connsiteX0" fmla="*/ 0 w 533960"/>
                <a:gd name="connsiteY0" fmla="*/ 460310 h 460310"/>
                <a:gd name="connsiteX1" fmla="*/ 266980 w 533960"/>
                <a:gd name="connsiteY1" fmla="*/ 0 h 460310"/>
                <a:gd name="connsiteX2" fmla="*/ 533960 w 533960"/>
                <a:gd name="connsiteY2" fmla="*/ 460310 h 460310"/>
                <a:gd name="connsiteX3" fmla="*/ 407686 w 533960"/>
                <a:gd name="connsiteY3" fmla="*/ 460310 h 460310"/>
                <a:gd name="connsiteX4" fmla="*/ 266980 w 533960"/>
                <a:gd name="connsiteY4" fmla="*/ 217714 h 460310"/>
                <a:gd name="connsiteX5" fmla="*/ 126274 w 533960"/>
                <a:gd name="connsiteY5" fmla="*/ 460310 h 46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960" h="460310">
                  <a:moveTo>
                    <a:pt x="0" y="460310"/>
                  </a:moveTo>
                  <a:lnTo>
                    <a:pt x="266980" y="0"/>
                  </a:lnTo>
                  <a:lnTo>
                    <a:pt x="533960" y="460310"/>
                  </a:lnTo>
                  <a:lnTo>
                    <a:pt x="407686" y="460310"/>
                  </a:lnTo>
                  <a:lnTo>
                    <a:pt x="266980" y="217714"/>
                  </a:lnTo>
                  <a:lnTo>
                    <a:pt x="126274" y="460310"/>
                  </a:lnTo>
                  <a:close/>
                </a:path>
              </a:pathLst>
            </a:cu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19" name="Freeform 18">
              <a:extLst>
                <a:ext uri="{FF2B5EF4-FFF2-40B4-BE49-F238E27FC236}">
                  <a16:creationId xmlns:a16="http://schemas.microsoft.com/office/drawing/2014/main" id="{D5964B66-FA04-E18E-BA30-C99EB4BB6F8A}"/>
                </a:ext>
              </a:extLst>
            </p:cNvPr>
            <p:cNvSpPr/>
            <p:nvPr/>
          </p:nvSpPr>
          <p:spPr>
            <a:xfrm rot="5400000">
              <a:off x="3186942" y="1547569"/>
              <a:ext cx="322468" cy="187393"/>
            </a:xfrm>
            <a:custGeom>
              <a:avLst/>
              <a:gdLst>
                <a:gd name="connsiteX0" fmla="*/ 0 w 533960"/>
                <a:gd name="connsiteY0" fmla="*/ 460310 h 460310"/>
                <a:gd name="connsiteX1" fmla="*/ 266980 w 533960"/>
                <a:gd name="connsiteY1" fmla="*/ 0 h 460310"/>
                <a:gd name="connsiteX2" fmla="*/ 533960 w 533960"/>
                <a:gd name="connsiteY2" fmla="*/ 460310 h 460310"/>
                <a:gd name="connsiteX3" fmla="*/ 407686 w 533960"/>
                <a:gd name="connsiteY3" fmla="*/ 460310 h 460310"/>
                <a:gd name="connsiteX4" fmla="*/ 266980 w 533960"/>
                <a:gd name="connsiteY4" fmla="*/ 217714 h 460310"/>
                <a:gd name="connsiteX5" fmla="*/ 126274 w 533960"/>
                <a:gd name="connsiteY5" fmla="*/ 460310 h 46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960" h="460310">
                  <a:moveTo>
                    <a:pt x="0" y="460310"/>
                  </a:moveTo>
                  <a:lnTo>
                    <a:pt x="266980" y="0"/>
                  </a:lnTo>
                  <a:lnTo>
                    <a:pt x="533960" y="460310"/>
                  </a:lnTo>
                  <a:lnTo>
                    <a:pt x="407686" y="460310"/>
                  </a:lnTo>
                  <a:lnTo>
                    <a:pt x="266980" y="217714"/>
                  </a:lnTo>
                  <a:lnTo>
                    <a:pt x="126274" y="460310"/>
                  </a:lnTo>
                  <a:close/>
                </a:path>
              </a:pathLst>
            </a:cu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grpSp>
      <p:grpSp>
        <p:nvGrpSpPr>
          <p:cNvPr id="20" name="Group 19">
            <a:extLst>
              <a:ext uri="{FF2B5EF4-FFF2-40B4-BE49-F238E27FC236}">
                <a16:creationId xmlns:a16="http://schemas.microsoft.com/office/drawing/2014/main" id="{DFCF9472-DFE3-46AF-02C6-1DBF36DCCE25}"/>
              </a:ext>
            </a:extLst>
          </p:cNvPr>
          <p:cNvGrpSpPr/>
          <p:nvPr/>
        </p:nvGrpSpPr>
        <p:grpSpPr>
          <a:xfrm>
            <a:off x="7955878" y="1240063"/>
            <a:ext cx="321450" cy="293153"/>
            <a:chOff x="3254479" y="1480032"/>
            <a:chExt cx="321450" cy="322468"/>
          </a:xfrm>
        </p:grpSpPr>
        <p:sp>
          <p:nvSpPr>
            <p:cNvPr id="21" name="Freeform 20">
              <a:extLst>
                <a:ext uri="{FF2B5EF4-FFF2-40B4-BE49-F238E27FC236}">
                  <a16:creationId xmlns:a16="http://schemas.microsoft.com/office/drawing/2014/main" id="{A9455E23-DFE0-448C-7649-A2A42EA50640}"/>
                </a:ext>
              </a:extLst>
            </p:cNvPr>
            <p:cNvSpPr/>
            <p:nvPr/>
          </p:nvSpPr>
          <p:spPr>
            <a:xfrm rot="5400000">
              <a:off x="3320999" y="1547569"/>
              <a:ext cx="322468" cy="187393"/>
            </a:xfrm>
            <a:custGeom>
              <a:avLst/>
              <a:gdLst>
                <a:gd name="connsiteX0" fmla="*/ 0 w 533960"/>
                <a:gd name="connsiteY0" fmla="*/ 460310 h 460310"/>
                <a:gd name="connsiteX1" fmla="*/ 266980 w 533960"/>
                <a:gd name="connsiteY1" fmla="*/ 0 h 460310"/>
                <a:gd name="connsiteX2" fmla="*/ 533960 w 533960"/>
                <a:gd name="connsiteY2" fmla="*/ 460310 h 460310"/>
                <a:gd name="connsiteX3" fmla="*/ 407686 w 533960"/>
                <a:gd name="connsiteY3" fmla="*/ 460310 h 460310"/>
                <a:gd name="connsiteX4" fmla="*/ 266980 w 533960"/>
                <a:gd name="connsiteY4" fmla="*/ 217714 h 460310"/>
                <a:gd name="connsiteX5" fmla="*/ 126274 w 533960"/>
                <a:gd name="connsiteY5" fmla="*/ 460310 h 46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960" h="460310">
                  <a:moveTo>
                    <a:pt x="0" y="460310"/>
                  </a:moveTo>
                  <a:lnTo>
                    <a:pt x="266980" y="0"/>
                  </a:lnTo>
                  <a:lnTo>
                    <a:pt x="533960" y="460310"/>
                  </a:lnTo>
                  <a:lnTo>
                    <a:pt x="407686" y="460310"/>
                  </a:lnTo>
                  <a:lnTo>
                    <a:pt x="266980" y="217714"/>
                  </a:lnTo>
                  <a:lnTo>
                    <a:pt x="126274" y="460310"/>
                  </a:lnTo>
                  <a:close/>
                </a:path>
              </a:pathLst>
            </a:cu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22" name="Freeform 21">
              <a:extLst>
                <a:ext uri="{FF2B5EF4-FFF2-40B4-BE49-F238E27FC236}">
                  <a16:creationId xmlns:a16="http://schemas.microsoft.com/office/drawing/2014/main" id="{FE6A219A-0364-5613-4AAE-6C9FE5D9D95C}"/>
                </a:ext>
              </a:extLst>
            </p:cNvPr>
            <p:cNvSpPr/>
            <p:nvPr/>
          </p:nvSpPr>
          <p:spPr>
            <a:xfrm rot="5400000">
              <a:off x="3186942" y="1547569"/>
              <a:ext cx="322468" cy="187393"/>
            </a:xfrm>
            <a:custGeom>
              <a:avLst/>
              <a:gdLst>
                <a:gd name="connsiteX0" fmla="*/ 0 w 533960"/>
                <a:gd name="connsiteY0" fmla="*/ 460310 h 460310"/>
                <a:gd name="connsiteX1" fmla="*/ 266980 w 533960"/>
                <a:gd name="connsiteY1" fmla="*/ 0 h 460310"/>
                <a:gd name="connsiteX2" fmla="*/ 533960 w 533960"/>
                <a:gd name="connsiteY2" fmla="*/ 460310 h 460310"/>
                <a:gd name="connsiteX3" fmla="*/ 407686 w 533960"/>
                <a:gd name="connsiteY3" fmla="*/ 460310 h 460310"/>
                <a:gd name="connsiteX4" fmla="*/ 266980 w 533960"/>
                <a:gd name="connsiteY4" fmla="*/ 217714 h 460310"/>
                <a:gd name="connsiteX5" fmla="*/ 126274 w 533960"/>
                <a:gd name="connsiteY5" fmla="*/ 460310 h 46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960" h="460310">
                  <a:moveTo>
                    <a:pt x="0" y="460310"/>
                  </a:moveTo>
                  <a:lnTo>
                    <a:pt x="266980" y="0"/>
                  </a:lnTo>
                  <a:lnTo>
                    <a:pt x="533960" y="460310"/>
                  </a:lnTo>
                  <a:lnTo>
                    <a:pt x="407686" y="460310"/>
                  </a:lnTo>
                  <a:lnTo>
                    <a:pt x="266980" y="217714"/>
                  </a:lnTo>
                  <a:lnTo>
                    <a:pt x="126274" y="460310"/>
                  </a:lnTo>
                  <a:close/>
                </a:path>
              </a:pathLst>
            </a:cu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grpSp>
      <p:grpSp>
        <p:nvGrpSpPr>
          <p:cNvPr id="23" name="Group 22">
            <a:extLst>
              <a:ext uri="{FF2B5EF4-FFF2-40B4-BE49-F238E27FC236}">
                <a16:creationId xmlns:a16="http://schemas.microsoft.com/office/drawing/2014/main" id="{D58F8967-ED81-0FB6-48B3-D5D0FAF6CF3D}"/>
              </a:ext>
            </a:extLst>
          </p:cNvPr>
          <p:cNvGrpSpPr/>
          <p:nvPr/>
        </p:nvGrpSpPr>
        <p:grpSpPr>
          <a:xfrm>
            <a:off x="8736051" y="1099786"/>
            <a:ext cx="1888358" cy="541339"/>
            <a:chOff x="5573642" y="2488315"/>
            <a:chExt cx="2748650" cy="2748282"/>
          </a:xfrm>
          <a:solidFill>
            <a:srgbClr val="DDE5F2"/>
          </a:solidFill>
        </p:grpSpPr>
        <p:sp>
          <p:nvSpPr>
            <p:cNvPr id="24" name="Oval 8">
              <a:extLst>
                <a:ext uri="{FF2B5EF4-FFF2-40B4-BE49-F238E27FC236}">
                  <a16:creationId xmlns:a16="http://schemas.microsoft.com/office/drawing/2014/main" id="{845BD6F0-E983-620D-DE7E-A8361C8A4924}"/>
                </a:ext>
              </a:extLst>
            </p:cNvPr>
            <p:cNvSpPr>
              <a:spLocks/>
            </p:cNvSpPr>
            <p:nvPr/>
          </p:nvSpPr>
          <p:spPr bwMode="auto">
            <a:xfrm>
              <a:off x="5579092" y="2493397"/>
              <a:ext cx="2743200" cy="2743200"/>
            </a:xfrm>
            <a:prstGeom prst="roundRect">
              <a:avLst/>
            </a:prstGeom>
            <a:grpFill/>
            <a:ln w="3175">
              <a:solidFill>
                <a:schemeClr val="bg1">
                  <a:alpha val="39668"/>
                </a:schemeClr>
              </a:solidFill>
              <a:round/>
              <a:headEnd/>
              <a:tailEnd/>
            </a:ln>
            <a:effectLst>
              <a:outerShdw blurRad="114300" dist="114300" dir="13500000" algn="ctr" rotWithShape="0">
                <a:schemeClr val="tx2">
                  <a:alpha val="56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50" b="0" i="0" u="none" strike="noStrike" kern="1200" cap="none" spc="0" normalizeH="0" baseline="0" noProof="0">
                <a:ln>
                  <a:noFill/>
                </a:ln>
                <a:solidFill>
                  <a:srgbClr val="ACB0C0"/>
                </a:solidFill>
                <a:effectLst/>
                <a:uLnTx/>
                <a:uFillTx/>
                <a:latin typeface="Calibri" panose="020F0502020204030204"/>
                <a:ea typeface="+mn-ea"/>
                <a:cs typeface="Arial"/>
                <a:sym typeface="Arial"/>
              </a:endParaRPr>
            </a:p>
          </p:txBody>
        </p:sp>
        <p:sp>
          <p:nvSpPr>
            <p:cNvPr id="25" name="Oval 9">
              <a:extLst>
                <a:ext uri="{FF2B5EF4-FFF2-40B4-BE49-F238E27FC236}">
                  <a16:creationId xmlns:a16="http://schemas.microsoft.com/office/drawing/2014/main" id="{C0C60C4C-5D28-F2D8-B85D-D0D1F2E413E8}"/>
                </a:ext>
              </a:extLst>
            </p:cNvPr>
            <p:cNvSpPr>
              <a:spLocks/>
            </p:cNvSpPr>
            <p:nvPr/>
          </p:nvSpPr>
          <p:spPr bwMode="auto">
            <a:xfrm>
              <a:off x="5573642" y="2488315"/>
              <a:ext cx="2743198" cy="2743200"/>
            </a:xfrm>
            <a:prstGeom prst="roundRect">
              <a:avLst/>
            </a:prstGeom>
            <a:grpFill/>
            <a:ln w="3175">
              <a:solidFill>
                <a:schemeClr val="bg1">
                  <a:alpha val="39668"/>
                </a:schemeClr>
              </a:solidFill>
              <a:round/>
              <a:headEnd/>
              <a:tailEnd/>
            </a:ln>
            <a:effectLst>
              <a:outerShdw blurRad="177800" dist="114300" dir="2700000" algn="ctr" rotWithShape="0">
                <a:schemeClr val="tx1">
                  <a:alpha val="30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50" b="0" i="0" u="none" strike="noStrike" kern="1200" cap="none" spc="0" normalizeH="0" baseline="0" noProof="0">
                <a:ln>
                  <a:noFill/>
                </a:ln>
                <a:solidFill>
                  <a:srgbClr val="ACB0C0"/>
                </a:solidFill>
                <a:effectLst/>
                <a:uLnTx/>
                <a:uFillTx/>
                <a:latin typeface="Calibri" panose="020F0502020204030204"/>
                <a:ea typeface="+mn-ea"/>
                <a:cs typeface="Arial"/>
                <a:sym typeface="Arial"/>
              </a:endParaRPr>
            </a:p>
          </p:txBody>
        </p:sp>
      </p:grpSp>
      <p:sp>
        <p:nvSpPr>
          <p:cNvPr id="26" name="Google Shape;1152;p16">
            <a:extLst>
              <a:ext uri="{FF2B5EF4-FFF2-40B4-BE49-F238E27FC236}">
                <a16:creationId xmlns:a16="http://schemas.microsoft.com/office/drawing/2014/main" id="{A199EFEE-A765-D94F-28CD-A86C69074D6E}"/>
              </a:ext>
            </a:extLst>
          </p:cNvPr>
          <p:cNvSpPr/>
          <p:nvPr/>
        </p:nvSpPr>
        <p:spPr>
          <a:xfrm>
            <a:off x="9074755" y="1281615"/>
            <a:ext cx="1207204" cy="21544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B0F0"/>
              </a:buClr>
              <a:buSzPts val="1400"/>
              <a:buFont typeface="Open Sans"/>
              <a:buNone/>
              <a:tabLst/>
              <a:defRPr/>
            </a:pPr>
            <a:r>
              <a:rPr kumimoji="0" lang="en-US" sz="1400" b="1" i="0" u="none" strike="noStrike" kern="0" cap="none" spc="0" normalizeH="0" baseline="0" noProof="0">
                <a:ln>
                  <a:noFill/>
                </a:ln>
                <a:solidFill>
                  <a:srgbClr val="0070C0"/>
                </a:solidFill>
                <a:effectLst/>
                <a:uLnTx/>
                <a:uFillTx/>
                <a:latin typeface="Open Sans"/>
                <a:ea typeface="Open Sans"/>
                <a:cs typeface="Open Sans"/>
                <a:sym typeface="Open Sans"/>
              </a:rPr>
              <a:t>PHASE – 3</a:t>
            </a:r>
            <a:r>
              <a:rPr lang="en-US" sz="1400" b="1">
                <a:solidFill>
                  <a:schemeClr val="accent4"/>
                </a:solidFill>
                <a:latin typeface="Open Sans"/>
                <a:ea typeface="Open Sans"/>
                <a:cs typeface="Open Sans"/>
                <a:sym typeface="Open Sans"/>
              </a:rPr>
              <a:t> </a:t>
            </a:r>
            <a:endParaRPr kumimoji="0" sz="1400" b="0" i="0" u="none" strike="noStrike" kern="0" cap="none" spc="0" normalizeH="0" baseline="0" noProof="0">
              <a:ln>
                <a:noFill/>
              </a:ln>
              <a:solidFill>
                <a:srgbClr val="0070C0"/>
              </a:solidFill>
              <a:effectLst/>
              <a:uLnTx/>
              <a:uFillTx/>
              <a:latin typeface="Arial"/>
              <a:ea typeface="+mn-ea"/>
              <a:cs typeface="Arial"/>
              <a:sym typeface="Arial"/>
            </a:endParaRPr>
          </a:p>
        </p:txBody>
      </p:sp>
      <p:grpSp>
        <p:nvGrpSpPr>
          <p:cNvPr id="1364" name="Google Shape;1307;p19">
            <a:extLst>
              <a:ext uri="{FF2B5EF4-FFF2-40B4-BE49-F238E27FC236}">
                <a16:creationId xmlns:a16="http://schemas.microsoft.com/office/drawing/2014/main" id="{928221A1-AF4C-E413-3025-8B3092DD6BFE}"/>
              </a:ext>
            </a:extLst>
          </p:cNvPr>
          <p:cNvGrpSpPr/>
          <p:nvPr/>
        </p:nvGrpSpPr>
        <p:grpSpPr>
          <a:xfrm>
            <a:off x="4298971" y="2186570"/>
            <a:ext cx="3481959" cy="3413475"/>
            <a:chOff x="2833686" y="1488241"/>
            <a:chExt cx="3179010" cy="3179010"/>
          </a:xfrm>
        </p:grpSpPr>
        <p:grpSp>
          <p:nvGrpSpPr>
            <p:cNvPr id="1368" name="Google Shape;1308;p19">
              <a:extLst>
                <a:ext uri="{FF2B5EF4-FFF2-40B4-BE49-F238E27FC236}">
                  <a16:creationId xmlns:a16="http://schemas.microsoft.com/office/drawing/2014/main" id="{EF06C877-B954-BE5C-9D25-F57D741D2A12}"/>
                </a:ext>
              </a:extLst>
            </p:cNvPr>
            <p:cNvGrpSpPr/>
            <p:nvPr/>
          </p:nvGrpSpPr>
          <p:grpSpPr>
            <a:xfrm>
              <a:off x="2833686" y="1488241"/>
              <a:ext cx="3179010" cy="3179010"/>
              <a:chOff x="7349505" y="606851"/>
              <a:chExt cx="1211126" cy="1211126"/>
            </a:xfrm>
          </p:grpSpPr>
          <p:sp>
            <p:nvSpPr>
              <p:cNvPr id="1370" name="Google Shape;1309;p19">
                <a:extLst>
                  <a:ext uri="{FF2B5EF4-FFF2-40B4-BE49-F238E27FC236}">
                    <a16:creationId xmlns:a16="http://schemas.microsoft.com/office/drawing/2014/main" id="{A6823FF4-8206-B34C-29C4-E706D88A00DA}"/>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371" name="Google Shape;1310;p19">
                <a:extLst>
                  <a:ext uri="{FF2B5EF4-FFF2-40B4-BE49-F238E27FC236}">
                    <a16:creationId xmlns:a16="http://schemas.microsoft.com/office/drawing/2014/main" id="{95311832-10FA-D4AE-7A1B-1342E20A806A}"/>
                  </a:ext>
                </a:extLst>
              </p:cNvPr>
              <p:cNvSpPr/>
              <p:nvPr/>
            </p:nvSpPr>
            <p:spPr>
              <a:xfrm>
                <a:off x="7349505" y="606851"/>
                <a:ext cx="1211126" cy="1211126"/>
              </a:xfrm>
              <a:prstGeom prst="ellipse">
                <a:avLst/>
              </a:prstGeom>
              <a:solidFill>
                <a:schemeClr val="lt2"/>
              </a:solidFill>
              <a:ln w="3175">
                <a:solidFill>
                  <a:schemeClr val="bg1">
                    <a:alpha val="51683"/>
                  </a:scheme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369" name="Google Shape;1311;p19">
              <a:extLst>
                <a:ext uri="{FF2B5EF4-FFF2-40B4-BE49-F238E27FC236}">
                  <a16:creationId xmlns:a16="http://schemas.microsoft.com/office/drawing/2014/main" id="{68AA452D-580F-CCA3-4B6F-82A787175CCB}"/>
                </a:ext>
              </a:extLst>
            </p:cNvPr>
            <p:cNvSpPr/>
            <p:nvPr/>
          </p:nvSpPr>
          <p:spPr>
            <a:xfrm>
              <a:off x="3103447" y="1758002"/>
              <a:ext cx="2639489" cy="2639489"/>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pic>
        <p:nvPicPr>
          <p:cNvPr id="1300" name="Google Shape;1300;p19" descr="A screenshot of a computer&#10;&#10;Description automatically generated">
            <a:extLst>
              <a:ext uri="{FF2B5EF4-FFF2-40B4-BE49-F238E27FC236}">
                <a16:creationId xmlns:a16="http://schemas.microsoft.com/office/drawing/2014/main" id="{F173B7FA-A26D-36B9-2BD6-6E23760771B1}"/>
              </a:ext>
            </a:extLst>
          </p:cNvPr>
          <p:cNvPicPr preferRelativeResize="0"/>
          <p:nvPr/>
        </p:nvPicPr>
        <p:blipFill rotWithShape="1">
          <a:blip r:embed="rId6">
            <a:alphaModFix/>
          </a:blip>
          <a:srcRect/>
          <a:stretch/>
        </p:blipFill>
        <p:spPr>
          <a:xfrm>
            <a:off x="4483833" y="2408672"/>
            <a:ext cx="3112235" cy="2969271"/>
          </a:xfrm>
          <a:prstGeom prst="rect">
            <a:avLst/>
          </a:prstGeom>
          <a:noFill/>
          <a:ln>
            <a:noFill/>
          </a:ln>
        </p:spPr>
      </p:pic>
      <p:sp>
        <p:nvSpPr>
          <p:cNvPr id="1470" name="Triangle 1469">
            <a:extLst>
              <a:ext uri="{FF2B5EF4-FFF2-40B4-BE49-F238E27FC236}">
                <a16:creationId xmlns:a16="http://schemas.microsoft.com/office/drawing/2014/main" id="{B7593941-38AD-B31B-D485-09BB604D4A49}"/>
              </a:ext>
            </a:extLst>
          </p:cNvPr>
          <p:cNvSpPr/>
          <p:nvPr/>
        </p:nvSpPr>
        <p:spPr>
          <a:xfrm rot="5400000">
            <a:off x="8613406" y="2356713"/>
            <a:ext cx="160648" cy="138489"/>
          </a:xfrm>
          <a:prstGeom prst="triangle">
            <a:avLst/>
          </a:prstGeom>
          <a:solidFill>
            <a:srgbClr val="00B0F0"/>
          </a:solidFill>
          <a:ln w="6350">
            <a:noFill/>
          </a:ln>
          <a:effectLst>
            <a:outerShdw blurRad="50800" dist="38100" dir="10800000" sx="91000" sy="91000" algn="r" rotWithShape="0">
              <a:prstClr val="black">
                <a:alpha val="12377"/>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1474" name="Triangle 1473">
            <a:extLst>
              <a:ext uri="{FF2B5EF4-FFF2-40B4-BE49-F238E27FC236}">
                <a16:creationId xmlns:a16="http://schemas.microsoft.com/office/drawing/2014/main" id="{09E32E57-AD79-72E0-1293-20082825545A}"/>
              </a:ext>
            </a:extLst>
          </p:cNvPr>
          <p:cNvSpPr/>
          <p:nvPr/>
        </p:nvSpPr>
        <p:spPr>
          <a:xfrm rot="5400000">
            <a:off x="8613406" y="5875174"/>
            <a:ext cx="160648" cy="138489"/>
          </a:xfrm>
          <a:prstGeom prst="triangle">
            <a:avLst/>
          </a:prstGeom>
          <a:solidFill>
            <a:srgbClr val="00B0F0"/>
          </a:solidFill>
          <a:ln w="6350">
            <a:noFill/>
          </a:ln>
          <a:effectLst>
            <a:outerShdw blurRad="50800" dist="38100" dir="10800000" sx="91000" sy="91000" algn="r" rotWithShape="0">
              <a:prstClr val="black">
                <a:alpha val="12377"/>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grpSp>
        <p:nvGrpSpPr>
          <p:cNvPr id="1468" name="Google Shape;1308;p19">
            <a:extLst>
              <a:ext uri="{FF2B5EF4-FFF2-40B4-BE49-F238E27FC236}">
                <a16:creationId xmlns:a16="http://schemas.microsoft.com/office/drawing/2014/main" id="{782633F4-E6DB-4A8D-4A3C-CAC89733938A}"/>
              </a:ext>
            </a:extLst>
          </p:cNvPr>
          <p:cNvGrpSpPr/>
          <p:nvPr/>
        </p:nvGrpSpPr>
        <p:grpSpPr>
          <a:xfrm>
            <a:off x="9089511" y="1805307"/>
            <a:ext cx="1223243" cy="1199184"/>
            <a:chOff x="7349505" y="606851"/>
            <a:chExt cx="1211126" cy="1211126"/>
          </a:xfrm>
        </p:grpSpPr>
        <p:sp>
          <p:nvSpPr>
            <p:cNvPr id="1506" name="Google Shape;1309;p19">
              <a:extLst>
                <a:ext uri="{FF2B5EF4-FFF2-40B4-BE49-F238E27FC236}">
                  <a16:creationId xmlns:a16="http://schemas.microsoft.com/office/drawing/2014/main" id="{82E3DF0A-11D5-3297-6425-5F0921107201}"/>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507" name="Google Shape;1310;p19">
              <a:extLst>
                <a:ext uri="{FF2B5EF4-FFF2-40B4-BE49-F238E27FC236}">
                  <a16:creationId xmlns:a16="http://schemas.microsoft.com/office/drawing/2014/main" id="{B87975ED-BE56-9A4C-AA9C-25EC36A6A9B7}"/>
                </a:ext>
              </a:extLst>
            </p:cNvPr>
            <p:cNvSpPr/>
            <p:nvPr/>
          </p:nvSpPr>
          <p:spPr>
            <a:xfrm>
              <a:off x="7349505" y="606851"/>
              <a:ext cx="1211126" cy="1211126"/>
            </a:xfrm>
            <a:prstGeom prst="ellipse">
              <a:avLst/>
            </a:prstGeom>
            <a:solidFill>
              <a:schemeClr val="lt2"/>
            </a:solidFill>
            <a:ln w="3175">
              <a:solidFill>
                <a:schemeClr val="bg1">
                  <a:alpha val="59977"/>
                </a:scheme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grpSp>
        <p:nvGrpSpPr>
          <p:cNvPr id="1466" name="Google Shape;1307;p19">
            <a:extLst>
              <a:ext uri="{FF2B5EF4-FFF2-40B4-BE49-F238E27FC236}">
                <a16:creationId xmlns:a16="http://schemas.microsoft.com/office/drawing/2014/main" id="{4E9EC8DC-017C-2E41-DE40-E9235300121E}"/>
              </a:ext>
            </a:extLst>
          </p:cNvPr>
          <p:cNvGrpSpPr/>
          <p:nvPr/>
        </p:nvGrpSpPr>
        <p:grpSpPr>
          <a:xfrm>
            <a:off x="9161020" y="5369904"/>
            <a:ext cx="1080225" cy="1058979"/>
            <a:chOff x="2833686" y="1488241"/>
            <a:chExt cx="3179010" cy="3179010"/>
          </a:xfrm>
        </p:grpSpPr>
        <p:grpSp>
          <p:nvGrpSpPr>
            <p:cNvPr id="1508" name="Google Shape;1308;p19">
              <a:extLst>
                <a:ext uri="{FF2B5EF4-FFF2-40B4-BE49-F238E27FC236}">
                  <a16:creationId xmlns:a16="http://schemas.microsoft.com/office/drawing/2014/main" id="{ADE6F0EF-FB2D-DF85-B0D2-D6ADBA0457A8}"/>
                </a:ext>
              </a:extLst>
            </p:cNvPr>
            <p:cNvGrpSpPr/>
            <p:nvPr/>
          </p:nvGrpSpPr>
          <p:grpSpPr>
            <a:xfrm>
              <a:off x="2833686" y="1488241"/>
              <a:ext cx="3179010" cy="3179010"/>
              <a:chOff x="7349505" y="606851"/>
              <a:chExt cx="1211126" cy="1211126"/>
            </a:xfrm>
          </p:grpSpPr>
          <p:sp>
            <p:nvSpPr>
              <p:cNvPr id="1510" name="Google Shape;1309;p19">
                <a:extLst>
                  <a:ext uri="{FF2B5EF4-FFF2-40B4-BE49-F238E27FC236}">
                    <a16:creationId xmlns:a16="http://schemas.microsoft.com/office/drawing/2014/main" id="{46923DE4-D5A6-26B7-90CD-C2009BBD1B82}"/>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511" name="Google Shape;1310;p19">
                <a:extLst>
                  <a:ext uri="{FF2B5EF4-FFF2-40B4-BE49-F238E27FC236}">
                    <a16:creationId xmlns:a16="http://schemas.microsoft.com/office/drawing/2014/main" id="{257C9872-2BCB-0B85-05E2-CBB8C0385790}"/>
                  </a:ext>
                </a:extLst>
              </p:cNvPr>
              <p:cNvSpPr/>
              <p:nvPr/>
            </p:nvSpPr>
            <p:spPr>
              <a:xfrm>
                <a:off x="7349505" y="606851"/>
                <a:ext cx="1211126" cy="1211126"/>
              </a:xfrm>
              <a:prstGeom prst="ellipse">
                <a:avLst/>
              </a:prstGeom>
              <a:solidFill>
                <a:schemeClr val="lt2"/>
              </a:solidFill>
              <a:ln w="3175">
                <a:solidFill>
                  <a:schemeClr val="bg1">
                    <a:alpha val="60000"/>
                  </a:scheme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509" name="Google Shape;1311;p19">
              <a:extLst>
                <a:ext uri="{FF2B5EF4-FFF2-40B4-BE49-F238E27FC236}">
                  <a16:creationId xmlns:a16="http://schemas.microsoft.com/office/drawing/2014/main" id="{B2F57D21-1809-7B0C-89F3-BE61BB5DB1DF}"/>
                </a:ext>
              </a:extLst>
            </p:cNvPr>
            <p:cNvSpPr/>
            <p:nvPr/>
          </p:nvSpPr>
          <p:spPr>
            <a:xfrm>
              <a:off x="3103447" y="1758002"/>
              <a:ext cx="2639489" cy="2639489"/>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grpSp>
        <p:nvGrpSpPr>
          <p:cNvPr id="31" name="Group 30">
            <a:extLst>
              <a:ext uri="{FF2B5EF4-FFF2-40B4-BE49-F238E27FC236}">
                <a16:creationId xmlns:a16="http://schemas.microsoft.com/office/drawing/2014/main" id="{B78D61FC-077B-8130-E7F1-E5E8AE8BB4F7}"/>
              </a:ext>
            </a:extLst>
          </p:cNvPr>
          <p:cNvGrpSpPr/>
          <p:nvPr/>
        </p:nvGrpSpPr>
        <p:grpSpPr>
          <a:xfrm>
            <a:off x="2854084" y="82379"/>
            <a:ext cx="6496687" cy="610651"/>
            <a:chOff x="2854084" y="82379"/>
            <a:chExt cx="6496687" cy="610651"/>
          </a:xfrm>
        </p:grpSpPr>
        <p:grpSp>
          <p:nvGrpSpPr>
            <p:cNvPr id="32" name="Google Shape;1759;p24">
              <a:extLst>
                <a:ext uri="{FF2B5EF4-FFF2-40B4-BE49-F238E27FC236}">
                  <a16:creationId xmlns:a16="http://schemas.microsoft.com/office/drawing/2014/main" id="{AB07374E-1949-8178-6236-C66835EBDDA1}"/>
                </a:ext>
              </a:extLst>
            </p:cNvPr>
            <p:cNvGrpSpPr/>
            <p:nvPr/>
          </p:nvGrpSpPr>
          <p:grpSpPr>
            <a:xfrm>
              <a:off x="2854084" y="82379"/>
              <a:ext cx="6483831" cy="610651"/>
              <a:chOff x="5573642" y="2488315"/>
              <a:chExt cx="2748650" cy="2748282"/>
            </a:xfrm>
          </p:grpSpPr>
          <p:sp>
            <p:nvSpPr>
              <p:cNvPr id="35" name="Google Shape;1760;p24">
                <a:extLst>
                  <a:ext uri="{FF2B5EF4-FFF2-40B4-BE49-F238E27FC236}">
                    <a16:creationId xmlns:a16="http://schemas.microsoft.com/office/drawing/2014/main" id="{24440BB5-1F68-6596-1B4F-A9B1E1CD2D4C}"/>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chemeClr val="dk2">
                    <a:alpha val="55686"/>
                  </a:schemeClr>
                </a:outerShdw>
              </a:effectLst>
            </p:spPr>
            <p:txBody>
              <a:bodyPr spcFirstLastPara="1" wrap="square" lIns="137150" tIns="68575" rIns="137150" bIns="68575" anchor="t" anchorCtr="0">
                <a:noAutofit/>
              </a:bodyPr>
              <a:lstStyle/>
              <a:p>
                <a:pPr marL="0" marR="0" lvl="0" indent="0" algn="l" rtl="0">
                  <a:lnSpc>
                    <a:spcPct val="100000"/>
                  </a:lnSpc>
                  <a:spcBef>
                    <a:spcPts val="0"/>
                  </a:spcBef>
                  <a:spcAft>
                    <a:spcPts val="0"/>
                  </a:spcAft>
                  <a:buClr>
                    <a:schemeClr val="dk1"/>
                  </a:buClr>
                  <a:buSzPts val="4050"/>
                  <a:buFont typeface="Calibri"/>
                  <a:buNone/>
                </a:pPr>
                <a:endParaRPr sz="4050" b="0" i="0" u="none" strike="noStrike" cap="none">
                  <a:solidFill>
                    <a:srgbClr val="ACB0C0"/>
                  </a:solidFill>
                  <a:latin typeface="Calibri"/>
                  <a:ea typeface="Calibri"/>
                  <a:cs typeface="Calibri"/>
                  <a:sym typeface="Calibri"/>
                </a:endParaRPr>
              </a:p>
            </p:txBody>
          </p:sp>
          <p:sp>
            <p:nvSpPr>
              <p:cNvPr id="36" name="Google Shape;1761;p24">
                <a:extLst>
                  <a:ext uri="{FF2B5EF4-FFF2-40B4-BE49-F238E27FC236}">
                    <a16:creationId xmlns:a16="http://schemas.microsoft.com/office/drawing/2014/main" id="{D65D46F9-CB1D-DDF7-6272-CCDE6EB04E3D}"/>
                  </a:ext>
                </a:extLst>
              </p:cNvPr>
              <p:cNvSpPr/>
              <p:nvPr/>
            </p:nvSpPr>
            <p:spPr>
              <a:xfrm>
                <a:off x="5573642" y="2488315"/>
                <a:ext cx="2743198" cy="2743200"/>
              </a:xfrm>
              <a:prstGeom prst="roundRect">
                <a:avLst>
                  <a:gd name="adj" fmla="val 16667"/>
                </a:avLst>
              </a:prstGeom>
              <a:solidFill>
                <a:srgbClr val="EBECF0"/>
              </a:solidFill>
              <a:ln>
                <a:noFill/>
              </a:ln>
              <a:effectLst>
                <a:outerShdw blurRad="177800" dist="114300" dir="2700000" algn="ctr" rotWithShape="0">
                  <a:schemeClr val="dk1">
                    <a:alpha val="41960"/>
                  </a:schemeClr>
                </a:outerShdw>
              </a:effectLst>
            </p:spPr>
            <p:txBody>
              <a:bodyPr spcFirstLastPara="1" wrap="square" lIns="137150" tIns="68575" rIns="137150" bIns="68575" anchor="t" anchorCtr="0">
                <a:noAutofit/>
              </a:bodyPr>
              <a:lstStyle/>
              <a:p>
                <a:pPr marL="0" marR="0" lvl="0" indent="0" algn="l" rtl="0">
                  <a:lnSpc>
                    <a:spcPct val="100000"/>
                  </a:lnSpc>
                  <a:spcBef>
                    <a:spcPts val="0"/>
                  </a:spcBef>
                  <a:spcAft>
                    <a:spcPts val="0"/>
                  </a:spcAft>
                  <a:buClr>
                    <a:schemeClr val="dk1"/>
                  </a:buClr>
                  <a:buSzPts val="4050"/>
                  <a:buFont typeface="Calibri"/>
                  <a:buNone/>
                </a:pPr>
                <a:endParaRPr sz="4050" b="0" i="0" u="none" strike="noStrike" cap="none">
                  <a:solidFill>
                    <a:srgbClr val="ACB0C0"/>
                  </a:solidFill>
                  <a:latin typeface="Calibri"/>
                  <a:ea typeface="Calibri"/>
                  <a:cs typeface="Calibri"/>
                  <a:sym typeface="Calibri"/>
                </a:endParaRPr>
              </a:p>
            </p:txBody>
          </p:sp>
        </p:grpSp>
        <p:sp>
          <p:nvSpPr>
            <p:cNvPr id="34" name="Google Shape;1299;p19">
              <a:extLst>
                <a:ext uri="{FF2B5EF4-FFF2-40B4-BE49-F238E27FC236}">
                  <a16:creationId xmlns:a16="http://schemas.microsoft.com/office/drawing/2014/main" id="{75BB1E5A-B34D-20D8-749B-1DDAFDA4FDF7}"/>
                </a:ext>
              </a:extLst>
            </p:cNvPr>
            <p:cNvSpPr/>
            <p:nvPr/>
          </p:nvSpPr>
          <p:spPr>
            <a:xfrm>
              <a:off x="2991160" y="173319"/>
              <a:ext cx="6359611" cy="276999"/>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sz="1800" b="1" kern="100">
                  <a:solidFill>
                    <a:srgbClr val="0070C0"/>
                  </a:solidFill>
                  <a:effectLst/>
                  <a:latin typeface="Open Sans" panose="020B0606030504020204" pitchFamily="34" charset="0"/>
                  <a:ea typeface="Open Sans" panose="020B0606030504020204" pitchFamily="34" charset="0"/>
                  <a:cs typeface="Open Sans" panose="020B0606030504020204" pitchFamily="34" charset="0"/>
                </a:rPr>
                <a:t>Q-Forte: Roadmap under Implementation</a:t>
              </a:r>
              <a:endParaRPr lang="en-IN" sz="1800" kern="100">
                <a:solidFill>
                  <a:srgbClr val="0070C0"/>
                </a:solidFill>
                <a:effectLst/>
                <a:latin typeface="Open Sans" panose="020B0606030504020204" pitchFamily="34" charset="0"/>
                <a:ea typeface="Open Sans" panose="020B0606030504020204" pitchFamily="34" charset="0"/>
                <a:cs typeface="Open Sans" panose="020B0606030504020204" pitchFamily="34" charset="0"/>
              </a:endParaRPr>
            </a:p>
          </p:txBody>
        </p:sp>
      </p:grpSp>
      <p:pic>
        <p:nvPicPr>
          <p:cNvPr id="28" name="Picture 27" descr="A blue logo with a shield and a keyhole&#10;&#10;AI-generated content may be incorrect.">
            <a:extLst>
              <a:ext uri="{FF2B5EF4-FFF2-40B4-BE49-F238E27FC236}">
                <a16:creationId xmlns:a16="http://schemas.microsoft.com/office/drawing/2014/main" id="{3A0FE498-D01C-5763-258A-394411E164BD}"/>
              </a:ext>
            </a:extLst>
          </p:cNvPr>
          <p:cNvPicPr>
            <a:picLocks noChangeAspect="1"/>
          </p:cNvPicPr>
          <p:nvPr/>
        </p:nvPicPr>
        <p:blipFill>
          <a:blip r:embed="rId7"/>
          <a:stretch>
            <a:fillRect/>
          </a:stretch>
        </p:blipFill>
        <p:spPr>
          <a:xfrm>
            <a:off x="9343463" y="5459766"/>
            <a:ext cx="715336" cy="857742"/>
          </a:xfrm>
          <a:prstGeom prst="rect">
            <a:avLst/>
          </a:prstGeom>
        </p:spPr>
      </p:pic>
      <p:pic>
        <p:nvPicPr>
          <p:cNvPr id="38" name="Picture 37" descr="A blue circle with people icons and arrows&#10;&#10;AI-generated content may be incorrect.">
            <a:extLst>
              <a:ext uri="{FF2B5EF4-FFF2-40B4-BE49-F238E27FC236}">
                <a16:creationId xmlns:a16="http://schemas.microsoft.com/office/drawing/2014/main" id="{A00E1C2A-7FEC-6A12-B1DE-87E66C4FF3A0}"/>
              </a:ext>
            </a:extLst>
          </p:cNvPr>
          <p:cNvPicPr>
            <a:picLocks noChangeAspect="1"/>
          </p:cNvPicPr>
          <p:nvPr/>
        </p:nvPicPr>
        <p:blipFill>
          <a:blip r:embed="rId8"/>
          <a:stretch>
            <a:fillRect/>
          </a:stretch>
        </p:blipFill>
        <p:spPr>
          <a:xfrm>
            <a:off x="9347033" y="1950201"/>
            <a:ext cx="715336" cy="857742"/>
          </a:xfrm>
          <a:prstGeom prst="rect">
            <a:avLst/>
          </a:prstGeom>
        </p:spPr>
      </p:pic>
      <p:grpSp>
        <p:nvGrpSpPr>
          <p:cNvPr id="47" name="Group 46">
            <a:extLst>
              <a:ext uri="{FF2B5EF4-FFF2-40B4-BE49-F238E27FC236}">
                <a16:creationId xmlns:a16="http://schemas.microsoft.com/office/drawing/2014/main" id="{377C0AD9-3B3A-A99E-F159-B5C4AA65C6C5}"/>
              </a:ext>
            </a:extLst>
          </p:cNvPr>
          <p:cNvGrpSpPr/>
          <p:nvPr/>
        </p:nvGrpSpPr>
        <p:grpSpPr>
          <a:xfrm>
            <a:off x="8624485" y="2909703"/>
            <a:ext cx="2813038" cy="2541945"/>
            <a:chOff x="8624485" y="2909703"/>
            <a:chExt cx="2813038" cy="2541945"/>
          </a:xfrm>
        </p:grpSpPr>
        <p:sp>
          <p:nvSpPr>
            <p:cNvPr id="1471" name="Oval 1470">
              <a:extLst>
                <a:ext uri="{FF2B5EF4-FFF2-40B4-BE49-F238E27FC236}">
                  <a16:creationId xmlns:a16="http://schemas.microsoft.com/office/drawing/2014/main" id="{C8FF0FF5-6593-C9D4-EFCC-958A824BDC16}"/>
                </a:ext>
              </a:extLst>
            </p:cNvPr>
            <p:cNvSpPr/>
            <p:nvPr/>
          </p:nvSpPr>
          <p:spPr>
            <a:xfrm>
              <a:off x="8974144" y="3207658"/>
              <a:ext cx="1968678" cy="1968678"/>
            </a:xfrm>
            <a:prstGeom prst="ellipse">
              <a:avLst/>
            </a:prstGeom>
            <a:noFill/>
            <a:ln w="127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sp>
          <p:nvSpPr>
            <p:cNvPr id="1473" name="Triangle 1472">
              <a:extLst>
                <a:ext uri="{FF2B5EF4-FFF2-40B4-BE49-F238E27FC236}">
                  <a16:creationId xmlns:a16="http://schemas.microsoft.com/office/drawing/2014/main" id="{B727791E-C1FB-428F-D7BC-86D65213F51E}"/>
                </a:ext>
              </a:extLst>
            </p:cNvPr>
            <p:cNvSpPr/>
            <p:nvPr/>
          </p:nvSpPr>
          <p:spPr>
            <a:xfrm rot="5400000">
              <a:off x="8613406" y="4216087"/>
              <a:ext cx="160648" cy="138489"/>
            </a:xfrm>
            <a:prstGeom prst="triangle">
              <a:avLst/>
            </a:prstGeom>
            <a:solidFill>
              <a:srgbClr val="00B0F0"/>
            </a:solidFill>
            <a:ln w="6350">
              <a:noFill/>
            </a:ln>
            <a:effectLst>
              <a:outerShdw blurRad="50800" dist="38100" dir="10800000" sx="91000" sy="91000" algn="r" rotWithShape="0">
                <a:prstClr val="black">
                  <a:alpha val="12377"/>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grpSp>
          <p:nvGrpSpPr>
            <p:cNvPr id="1495" name="Google Shape;1307;p19">
              <a:extLst>
                <a:ext uri="{FF2B5EF4-FFF2-40B4-BE49-F238E27FC236}">
                  <a16:creationId xmlns:a16="http://schemas.microsoft.com/office/drawing/2014/main" id="{F939F12F-49B4-9664-4C5A-27D3616D0C98}"/>
                </a:ext>
              </a:extLst>
            </p:cNvPr>
            <p:cNvGrpSpPr/>
            <p:nvPr/>
          </p:nvGrpSpPr>
          <p:grpSpPr>
            <a:xfrm>
              <a:off x="10154303" y="2909703"/>
              <a:ext cx="863752" cy="846764"/>
              <a:chOff x="2833686" y="1488241"/>
              <a:chExt cx="3179010" cy="3179010"/>
            </a:xfrm>
          </p:grpSpPr>
          <p:grpSp>
            <p:nvGrpSpPr>
              <p:cNvPr id="1498" name="Google Shape;1308;p19">
                <a:extLst>
                  <a:ext uri="{FF2B5EF4-FFF2-40B4-BE49-F238E27FC236}">
                    <a16:creationId xmlns:a16="http://schemas.microsoft.com/office/drawing/2014/main" id="{CE5B27E2-AB65-4761-6C22-0F69C90FD02E}"/>
                  </a:ext>
                </a:extLst>
              </p:cNvPr>
              <p:cNvGrpSpPr/>
              <p:nvPr/>
            </p:nvGrpSpPr>
            <p:grpSpPr>
              <a:xfrm>
                <a:off x="2833686" y="1488241"/>
                <a:ext cx="3179010" cy="3179010"/>
                <a:chOff x="7349505" y="606851"/>
                <a:chExt cx="1211126" cy="1211126"/>
              </a:xfrm>
            </p:grpSpPr>
            <p:sp>
              <p:nvSpPr>
                <p:cNvPr id="1500" name="Google Shape;1309;p19">
                  <a:extLst>
                    <a:ext uri="{FF2B5EF4-FFF2-40B4-BE49-F238E27FC236}">
                      <a16:creationId xmlns:a16="http://schemas.microsoft.com/office/drawing/2014/main" id="{C1FE538A-059E-0068-F098-79EF6C20A622}"/>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501" name="Google Shape;1310;p19">
                  <a:extLst>
                    <a:ext uri="{FF2B5EF4-FFF2-40B4-BE49-F238E27FC236}">
                      <a16:creationId xmlns:a16="http://schemas.microsoft.com/office/drawing/2014/main" id="{BF14C40E-66EF-415B-E84A-0B28A60C35E3}"/>
                    </a:ext>
                  </a:extLst>
                </p:cNvPr>
                <p:cNvSpPr/>
                <p:nvPr/>
              </p:nvSpPr>
              <p:spPr>
                <a:xfrm>
                  <a:off x="7349505" y="606851"/>
                  <a:ext cx="1211126" cy="1211126"/>
                </a:xfrm>
                <a:prstGeom prst="ellipse">
                  <a:avLst/>
                </a:prstGeom>
                <a:solidFill>
                  <a:schemeClr val="lt2"/>
                </a:solidFill>
                <a:ln w="3175">
                  <a:solidFill>
                    <a:schemeClr val="bg1">
                      <a:alpha val="60000"/>
                    </a:scheme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499" name="Google Shape;1311;p19">
                <a:extLst>
                  <a:ext uri="{FF2B5EF4-FFF2-40B4-BE49-F238E27FC236}">
                    <a16:creationId xmlns:a16="http://schemas.microsoft.com/office/drawing/2014/main" id="{B6D2CCCF-E186-CD19-B584-99427C7221AA}"/>
                  </a:ext>
                </a:extLst>
              </p:cNvPr>
              <p:cNvSpPr/>
              <p:nvPr/>
            </p:nvSpPr>
            <p:spPr>
              <a:xfrm>
                <a:off x="3103447" y="1758002"/>
                <a:ext cx="2639489" cy="2639489"/>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grpSp>
          <p:nvGrpSpPr>
            <p:cNvPr id="1488" name="Google Shape;1317;p19">
              <a:extLst>
                <a:ext uri="{FF2B5EF4-FFF2-40B4-BE49-F238E27FC236}">
                  <a16:creationId xmlns:a16="http://schemas.microsoft.com/office/drawing/2014/main" id="{A99AC9A9-FBA0-A391-5C17-E0F708198EF1}"/>
                </a:ext>
              </a:extLst>
            </p:cNvPr>
            <p:cNvGrpSpPr/>
            <p:nvPr/>
          </p:nvGrpSpPr>
          <p:grpSpPr>
            <a:xfrm>
              <a:off x="10154303" y="4604884"/>
              <a:ext cx="863752" cy="846764"/>
              <a:chOff x="2833686" y="1488241"/>
              <a:chExt cx="3179010" cy="3179010"/>
            </a:xfrm>
          </p:grpSpPr>
          <p:grpSp>
            <p:nvGrpSpPr>
              <p:cNvPr id="1491" name="Google Shape;1318;p19">
                <a:extLst>
                  <a:ext uri="{FF2B5EF4-FFF2-40B4-BE49-F238E27FC236}">
                    <a16:creationId xmlns:a16="http://schemas.microsoft.com/office/drawing/2014/main" id="{5C22DFE3-8439-E316-2CA8-DEAD11F9B6D9}"/>
                  </a:ext>
                </a:extLst>
              </p:cNvPr>
              <p:cNvGrpSpPr/>
              <p:nvPr/>
            </p:nvGrpSpPr>
            <p:grpSpPr>
              <a:xfrm>
                <a:off x="2833686" y="1488241"/>
                <a:ext cx="3179010" cy="3179010"/>
                <a:chOff x="7349505" y="606851"/>
                <a:chExt cx="1211126" cy="1211126"/>
              </a:xfrm>
            </p:grpSpPr>
            <p:sp>
              <p:nvSpPr>
                <p:cNvPr id="1493" name="Google Shape;1319;p19">
                  <a:extLst>
                    <a:ext uri="{FF2B5EF4-FFF2-40B4-BE49-F238E27FC236}">
                      <a16:creationId xmlns:a16="http://schemas.microsoft.com/office/drawing/2014/main" id="{4DE196B5-4643-B15A-4DF1-B532C794FE6C}"/>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494" name="Google Shape;1320;p19">
                  <a:extLst>
                    <a:ext uri="{FF2B5EF4-FFF2-40B4-BE49-F238E27FC236}">
                      <a16:creationId xmlns:a16="http://schemas.microsoft.com/office/drawing/2014/main" id="{DC816B05-1D8F-E8AD-9F29-74B188C45104}"/>
                    </a:ext>
                  </a:extLst>
                </p:cNvPr>
                <p:cNvSpPr/>
                <p:nvPr/>
              </p:nvSpPr>
              <p:spPr>
                <a:xfrm>
                  <a:off x="7349505" y="606851"/>
                  <a:ext cx="1211126" cy="1211126"/>
                </a:xfrm>
                <a:prstGeom prst="ellipse">
                  <a:avLst/>
                </a:prstGeom>
                <a:solidFill>
                  <a:schemeClr val="lt2"/>
                </a:solidFill>
                <a:ln w="3175">
                  <a:solidFill>
                    <a:schemeClr val="bg1">
                      <a:alpha val="60000"/>
                    </a:scheme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492" name="Google Shape;1321;p19">
                <a:extLst>
                  <a:ext uri="{FF2B5EF4-FFF2-40B4-BE49-F238E27FC236}">
                    <a16:creationId xmlns:a16="http://schemas.microsoft.com/office/drawing/2014/main" id="{A5B79868-D1F0-0F78-CDB5-8788298AAE13}"/>
                  </a:ext>
                </a:extLst>
              </p:cNvPr>
              <p:cNvSpPr/>
              <p:nvPr/>
            </p:nvSpPr>
            <p:spPr>
              <a:xfrm>
                <a:off x="3103447" y="1758002"/>
                <a:ext cx="2639490" cy="2639490"/>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grpSp>
          <p:nvGrpSpPr>
            <p:cNvPr id="1481" name="Google Shape;1312;p19">
              <a:extLst>
                <a:ext uri="{FF2B5EF4-FFF2-40B4-BE49-F238E27FC236}">
                  <a16:creationId xmlns:a16="http://schemas.microsoft.com/office/drawing/2014/main" id="{B6CE36EE-D2DF-2EA3-A623-1FF761131242}"/>
                </a:ext>
              </a:extLst>
            </p:cNvPr>
            <p:cNvGrpSpPr/>
            <p:nvPr/>
          </p:nvGrpSpPr>
          <p:grpSpPr>
            <a:xfrm>
              <a:off x="10573771" y="3757294"/>
              <a:ext cx="863752" cy="846764"/>
              <a:chOff x="2833686" y="1488241"/>
              <a:chExt cx="3179010" cy="3179010"/>
            </a:xfrm>
          </p:grpSpPr>
          <p:grpSp>
            <p:nvGrpSpPr>
              <p:cNvPr id="1484" name="Google Shape;1313;p19">
                <a:extLst>
                  <a:ext uri="{FF2B5EF4-FFF2-40B4-BE49-F238E27FC236}">
                    <a16:creationId xmlns:a16="http://schemas.microsoft.com/office/drawing/2014/main" id="{B02B4F6E-B84C-3B13-6732-250C8788AAE5}"/>
                  </a:ext>
                </a:extLst>
              </p:cNvPr>
              <p:cNvGrpSpPr/>
              <p:nvPr/>
            </p:nvGrpSpPr>
            <p:grpSpPr>
              <a:xfrm>
                <a:off x="2833686" y="1488241"/>
                <a:ext cx="3179010" cy="3179010"/>
                <a:chOff x="7349505" y="606851"/>
                <a:chExt cx="1211126" cy="1211126"/>
              </a:xfrm>
            </p:grpSpPr>
            <p:sp>
              <p:nvSpPr>
                <p:cNvPr id="1486" name="Google Shape;1314;p19">
                  <a:extLst>
                    <a:ext uri="{FF2B5EF4-FFF2-40B4-BE49-F238E27FC236}">
                      <a16:creationId xmlns:a16="http://schemas.microsoft.com/office/drawing/2014/main" id="{FA7C07A5-AB33-941A-2460-A69AF3121B9B}"/>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487" name="Google Shape;1315;p19">
                  <a:extLst>
                    <a:ext uri="{FF2B5EF4-FFF2-40B4-BE49-F238E27FC236}">
                      <a16:creationId xmlns:a16="http://schemas.microsoft.com/office/drawing/2014/main" id="{2DE0E846-7ECF-DC50-A4D5-844096EFF1C5}"/>
                    </a:ext>
                  </a:extLst>
                </p:cNvPr>
                <p:cNvSpPr/>
                <p:nvPr/>
              </p:nvSpPr>
              <p:spPr>
                <a:xfrm>
                  <a:off x="7349505" y="606851"/>
                  <a:ext cx="1211126" cy="1211126"/>
                </a:xfrm>
                <a:prstGeom prst="ellipse">
                  <a:avLst/>
                </a:prstGeom>
                <a:solidFill>
                  <a:schemeClr val="lt2"/>
                </a:solidFill>
                <a:ln w="3175">
                  <a:solidFill>
                    <a:schemeClr val="bg1">
                      <a:alpha val="60000"/>
                    </a:scheme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485" name="Google Shape;1316;p19">
                <a:extLst>
                  <a:ext uri="{FF2B5EF4-FFF2-40B4-BE49-F238E27FC236}">
                    <a16:creationId xmlns:a16="http://schemas.microsoft.com/office/drawing/2014/main" id="{7D59F8C7-4E46-3680-0FA6-89B1E6C66959}"/>
                  </a:ext>
                </a:extLst>
              </p:cNvPr>
              <p:cNvSpPr/>
              <p:nvPr/>
            </p:nvSpPr>
            <p:spPr>
              <a:xfrm>
                <a:off x="3103447" y="1758002"/>
                <a:ext cx="2639490" cy="2639490"/>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grpSp>
          <p:nvGrpSpPr>
            <p:cNvPr id="1472" name="Group 1471">
              <a:extLst>
                <a:ext uri="{FF2B5EF4-FFF2-40B4-BE49-F238E27FC236}">
                  <a16:creationId xmlns:a16="http://schemas.microsoft.com/office/drawing/2014/main" id="{F27288BC-7207-E1D5-5987-148375DD9279}"/>
                </a:ext>
              </a:extLst>
            </p:cNvPr>
            <p:cNvGrpSpPr/>
            <p:nvPr/>
          </p:nvGrpSpPr>
          <p:grpSpPr>
            <a:xfrm>
              <a:off x="9081509" y="3597569"/>
              <a:ext cx="1239246" cy="1214872"/>
              <a:chOff x="-3161274" y="2804469"/>
              <a:chExt cx="2097715" cy="2056457"/>
            </a:xfrm>
          </p:grpSpPr>
          <p:grpSp>
            <p:nvGrpSpPr>
              <p:cNvPr id="1502" name="Google Shape;1303;p19">
                <a:extLst>
                  <a:ext uri="{FF2B5EF4-FFF2-40B4-BE49-F238E27FC236}">
                    <a16:creationId xmlns:a16="http://schemas.microsoft.com/office/drawing/2014/main" id="{E5CF22B2-5028-E9EF-90EC-DF065F69F6C7}"/>
                  </a:ext>
                </a:extLst>
              </p:cNvPr>
              <p:cNvGrpSpPr/>
              <p:nvPr/>
            </p:nvGrpSpPr>
            <p:grpSpPr>
              <a:xfrm>
                <a:off x="-3161274" y="2804469"/>
                <a:ext cx="2097715" cy="2056457"/>
                <a:chOff x="7349505" y="606851"/>
                <a:chExt cx="1211126" cy="1211126"/>
              </a:xfrm>
            </p:grpSpPr>
            <p:sp>
              <p:nvSpPr>
                <p:cNvPr id="1504" name="Google Shape;1304;p19">
                  <a:extLst>
                    <a:ext uri="{FF2B5EF4-FFF2-40B4-BE49-F238E27FC236}">
                      <a16:creationId xmlns:a16="http://schemas.microsoft.com/office/drawing/2014/main" id="{FE68DD04-4A67-60BF-ADE9-AE0AFC5BDDA2}"/>
                    </a:ext>
                  </a:extLst>
                </p:cNvPr>
                <p:cNvSpPr/>
                <p:nvPr/>
              </p:nvSpPr>
              <p:spPr>
                <a:xfrm>
                  <a:off x="7349505" y="606851"/>
                  <a:ext cx="1211126" cy="1211126"/>
                </a:xfrm>
                <a:prstGeom prst="ellipse">
                  <a:avLst/>
                </a:prstGeom>
                <a:solidFill>
                  <a:schemeClr val="lt2"/>
                </a:solidFill>
                <a:ln w="3175">
                  <a:solidFill>
                    <a:schemeClr val="bg1">
                      <a:alpha val="59786"/>
                    </a:schemeClr>
                  </a:solid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505" name="Google Shape;1305;p19">
                  <a:extLst>
                    <a:ext uri="{FF2B5EF4-FFF2-40B4-BE49-F238E27FC236}">
                      <a16:creationId xmlns:a16="http://schemas.microsoft.com/office/drawing/2014/main" id="{C1A05648-600E-A427-AD78-279B758B5752}"/>
                    </a:ext>
                  </a:extLst>
                </p:cNvPr>
                <p:cNvSpPr/>
                <p:nvPr/>
              </p:nvSpPr>
              <p:spPr>
                <a:xfrm>
                  <a:off x="7349505" y="606851"/>
                  <a:ext cx="1211126" cy="1211126"/>
                </a:xfrm>
                <a:prstGeom prst="ellipse">
                  <a:avLst/>
                </a:prstGeom>
                <a:solidFill>
                  <a:schemeClr val="lt2"/>
                </a:solidFill>
                <a:ln>
                  <a:noFill/>
                </a:ln>
                <a:effectLst>
                  <a:outerShdw blurRad="114300" dist="114300" dir="13500000" algn="br" rotWithShape="0">
                    <a:schemeClr val="dk2">
                      <a:alpha val="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503" name="Google Shape;1306;p19">
                <a:extLst>
                  <a:ext uri="{FF2B5EF4-FFF2-40B4-BE49-F238E27FC236}">
                    <a16:creationId xmlns:a16="http://schemas.microsoft.com/office/drawing/2014/main" id="{16E09C97-99FD-5C8C-1941-22ECA939107D}"/>
                  </a:ext>
                </a:extLst>
              </p:cNvPr>
              <p:cNvSpPr/>
              <p:nvPr/>
            </p:nvSpPr>
            <p:spPr>
              <a:xfrm>
                <a:off x="-3043683" y="2919747"/>
                <a:ext cx="1862532" cy="1825900"/>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pic>
          <p:nvPicPr>
            <p:cNvPr id="33" name="Picture 32" descr="A blue and white logo&#10;&#10;AI-generated content may be incorrect.">
              <a:extLst>
                <a:ext uri="{FF2B5EF4-FFF2-40B4-BE49-F238E27FC236}">
                  <a16:creationId xmlns:a16="http://schemas.microsoft.com/office/drawing/2014/main" id="{84BE8518-4189-0F54-A4ED-AE33EDEDE5A7}"/>
                </a:ext>
              </a:extLst>
            </p:cNvPr>
            <p:cNvPicPr>
              <a:picLocks noChangeAspect="1"/>
            </p:cNvPicPr>
            <p:nvPr/>
          </p:nvPicPr>
          <p:blipFill>
            <a:blip r:embed="rId9"/>
            <a:stretch>
              <a:fillRect/>
            </a:stretch>
          </p:blipFill>
          <p:spPr>
            <a:xfrm>
              <a:off x="10334526" y="3005398"/>
              <a:ext cx="504867" cy="623993"/>
            </a:xfrm>
            <a:prstGeom prst="rect">
              <a:avLst/>
            </a:prstGeom>
          </p:spPr>
        </p:pic>
        <p:pic>
          <p:nvPicPr>
            <p:cNvPr id="37" name="Picture 36" descr="A blue and black logo&#10;&#10;AI-generated content may be incorrect.">
              <a:extLst>
                <a:ext uri="{FF2B5EF4-FFF2-40B4-BE49-F238E27FC236}">
                  <a16:creationId xmlns:a16="http://schemas.microsoft.com/office/drawing/2014/main" id="{FFB860ED-A628-14A5-57FB-A2594D804C7F}"/>
                </a:ext>
              </a:extLst>
            </p:cNvPr>
            <p:cNvPicPr>
              <a:picLocks noChangeAspect="1"/>
            </p:cNvPicPr>
            <p:nvPr/>
          </p:nvPicPr>
          <p:blipFill>
            <a:blip r:embed="rId10"/>
            <a:stretch>
              <a:fillRect/>
            </a:stretch>
          </p:blipFill>
          <p:spPr>
            <a:xfrm>
              <a:off x="10764658" y="3886089"/>
              <a:ext cx="495263" cy="592163"/>
            </a:xfrm>
            <a:prstGeom prst="rect">
              <a:avLst/>
            </a:prstGeom>
          </p:spPr>
        </p:pic>
        <p:pic>
          <p:nvPicPr>
            <p:cNvPr id="43" name="Picture 42" descr="A computer screen with a shield and a check mark&#10;&#10;AI-generated content may be incorrect.">
              <a:extLst>
                <a:ext uri="{FF2B5EF4-FFF2-40B4-BE49-F238E27FC236}">
                  <a16:creationId xmlns:a16="http://schemas.microsoft.com/office/drawing/2014/main" id="{0FE264C6-B238-1EC7-554F-17AF986CD075}"/>
                </a:ext>
              </a:extLst>
            </p:cNvPr>
            <p:cNvPicPr>
              <a:picLocks noChangeAspect="1"/>
            </p:cNvPicPr>
            <p:nvPr/>
          </p:nvPicPr>
          <p:blipFill>
            <a:blip r:embed="rId11"/>
            <a:stretch>
              <a:fillRect/>
            </a:stretch>
          </p:blipFill>
          <p:spPr>
            <a:xfrm>
              <a:off x="10345655" y="4701185"/>
              <a:ext cx="539823" cy="628920"/>
            </a:xfrm>
            <a:prstGeom prst="rect">
              <a:avLst/>
            </a:prstGeom>
          </p:spPr>
        </p:pic>
        <p:pic>
          <p:nvPicPr>
            <p:cNvPr id="41" name="Picture 40" descr="A blue circle with a letter in it&#10;&#10;AI-generated content may be incorrect.">
              <a:extLst>
                <a:ext uri="{FF2B5EF4-FFF2-40B4-BE49-F238E27FC236}">
                  <a16:creationId xmlns:a16="http://schemas.microsoft.com/office/drawing/2014/main" id="{4105D980-5669-37B1-2002-DA9F2A122F26}"/>
                </a:ext>
              </a:extLst>
            </p:cNvPr>
            <p:cNvPicPr>
              <a:picLocks noChangeAspect="1"/>
            </p:cNvPicPr>
            <p:nvPr/>
          </p:nvPicPr>
          <p:blipFill>
            <a:blip r:embed="rId12"/>
            <a:stretch>
              <a:fillRect/>
            </a:stretch>
          </p:blipFill>
          <p:spPr>
            <a:xfrm>
              <a:off x="9189432" y="3681972"/>
              <a:ext cx="1038166" cy="1038166"/>
            </a:xfrm>
            <a:prstGeom prst="rect">
              <a:avLst/>
            </a:prstGeom>
          </p:spPr>
        </p:pic>
      </p:grpSp>
      <p:pic>
        <p:nvPicPr>
          <p:cNvPr id="44" name="Picture 43" descr="A blue shield with a check mark in the middle&#10;&#10;AI-generated content may be incorrect.">
            <a:extLst>
              <a:ext uri="{FF2B5EF4-FFF2-40B4-BE49-F238E27FC236}">
                <a16:creationId xmlns:a16="http://schemas.microsoft.com/office/drawing/2014/main" id="{CCB6F553-765C-E587-F01D-2CFDD50C307D}"/>
              </a:ext>
            </a:extLst>
          </p:cNvPr>
          <p:cNvPicPr>
            <a:picLocks noChangeAspect="1"/>
          </p:cNvPicPr>
          <p:nvPr/>
        </p:nvPicPr>
        <p:blipFill>
          <a:blip r:embed="rId13"/>
          <a:stretch>
            <a:fillRect/>
          </a:stretch>
        </p:blipFill>
        <p:spPr>
          <a:xfrm>
            <a:off x="2535145" y="2410312"/>
            <a:ext cx="637877" cy="797346"/>
          </a:xfrm>
          <a:prstGeom prst="rect">
            <a:avLst/>
          </a:prstGeom>
        </p:spPr>
      </p:pic>
    </p:spTree>
    <p:extLst>
      <p:ext uri="{BB962C8B-B14F-4D97-AF65-F5344CB8AC3E}">
        <p14:creationId xmlns:p14="http://schemas.microsoft.com/office/powerpoint/2010/main" val="1006811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72863-ED1F-4876-9154-3C9F8973B72B}"/>
            </a:ext>
          </a:extLst>
        </p:cNvPr>
        <p:cNvGrpSpPr/>
        <p:nvPr/>
      </p:nvGrpSpPr>
      <p:grpSpPr>
        <a:xfrm>
          <a:off x="0" y="0"/>
          <a:ext cx="0" cy="0"/>
          <a:chOff x="0" y="0"/>
          <a:chExt cx="0" cy="0"/>
        </a:xfrm>
      </p:grpSpPr>
      <p:grpSp>
        <p:nvGrpSpPr>
          <p:cNvPr id="103" name="Group 102">
            <a:extLst>
              <a:ext uri="{FF2B5EF4-FFF2-40B4-BE49-F238E27FC236}">
                <a16:creationId xmlns:a16="http://schemas.microsoft.com/office/drawing/2014/main" id="{AB131F37-CE1D-DDB5-1A53-93C52271913F}"/>
              </a:ext>
            </a:extLst>
          </p:cNvPr>
          <p:cNvGrpSpPr/>
          <p:nvPr/>
        </p:nvGrpSpPr>
        <p:grpSpPr>
          <a:xfrm>
            <a:off x="7441304" y="4182495"/>
            <a:ext cx="3818934" cy="1021787"/>
            <a:chOff x="5573642" y="2488315"/>
            <a:chExt cx="2748650" cy="2748282"/>
          </a:xfrm>
        </p:grpSpPr>
        <p:sp>
          <p:nvSpPr>
            <p:cNvPr id="104" name="Oval 8">
              <a:extLst>
                <a:ext uri="{FF2B5EF4-FFF2-40B4-BE49-F238E27FC236}">
                  <a16:creationId xmlns:a16="http://schemas.microsoft.com/office/drawing/2014/main" id="{9986F03D-DE9C-5A0A-2259-2E0E78F03F86}"/>
                </a:ext>
              </a:extLst>
            </p:cNvPr>
            <p:cNvSpPr>
              <a:spLocks/>
            </p:cNvSpPr>
            <p:nvPr/>
          </p:nvSpPr>
          <p:spPr bwMode="auto">
            <a:xfrm>
              <a:off x="5579092" y="2493397"/>
              <a:ext cx="2743200" cy="2743200"/>
            </a:xfrm>
            <a:prstGeom prst="roundRect">
              <a:avLst/>
            </a:prstGeom>
            <a:solidFill>
              <a:srgbClr val="EBECF0"/>
            </a:solidFill>
            <a:ln w="12700">
              <a:noFill/>
              <a:round/>
              <a:headEnd/>
              <a:tailEnd/>
            </a:ln>
            <a:effectLst>
              <a:outerShdw blurRad="114300" dist="114300" dir="13500000" algn="ctr" rotWithShape="0">
                <a:schemeClr val="tx2">
                  <a:alpha val="56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CB0C0"/>
                </a:solidFill>
                <a:effectLst/>
                <a:uLnTx/>
                <a:uFillTx/>
                <a:latin typeface="Calibri" panose="020F0502020204030204"/>
                <a:ea typeface="+mn-ea"/>
                <a:cs typeface="+mn-cs"/>
              </a:endParaRPr>
            </a:p>
          </p:txBody>
        </p:sp>
        <p:sp>
          <p:nvSpPr>
            <p:cNvPr id="105" name="Oval 9">
              <a:extLst>
                <a:ext uri="{FF2B5EF4-FFF2-40B4-BE49-F238E27FC236}">
                  <a16:creationId xmlns:a16="http://schemas.microsoft.com/office/drawing/2014/main" id="{5BE25440-10EB-35BF-5D18-81AC83BBED06}"/>
                </a:ext>
              </a:extLst>
            </p:cNvPr>
            <p:cNvSpPr>
              <a:spLocks/>
            </p:cNvSpPr>
            <p:nvPr/>
          </p:nvSpPr>
          <p:spPr bwMode="auto">
            <a:xfrm>
              <a:off x="5573642" y="2488315"/>
              <a:ext cx="2743198" cy="2743200"/>
            </a:xfrm>
            <a:prstGeom prst="roundRect">
              <a:avLst/>
            </a:prstGeom>
            <a:solidFill>
              <a:srgbClr val="EBECF0"/>
            </a:solidFill>
            <a:ln w="12700">
              <a:noFill/>
              <a:round/>
              <a:headEnd/>
              <a:tailEnd/>
            </a:ln>
            <a:effectLst>
              <a:outerShdw blurRad="177800" dist="114300" dir="2700000" algn="ctr" rotWithShape="0">
                <a:schemeClr val="tx1">
                  <a:alpha val="42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sp>
        <p:nvSpPr>
          <p:cNvPr id="113" name="Google Shape;5894;p95">
            <a:extLst>
              <a:ext uri="{FF2B5EF4-FFF2-40B4-BE49-F238E27FC236}">
                <a16:creationId xmlns:a16="http://schemas.microsoft.com/office/drawing/2014/main" id="{9DC995AA-C0F7-7F8A-E6C0-3D9E4DD8B4E9}"/>
              </a:ext>
            </a:extLst>
          </p:cNvPr>
          <p:cNvSpPr txBox="1"/>
          <p:nvPr/>
        </p:nvSpPr>
        <p:spPr>
          <a:xfrm>
            <a:off x="7612476" y="4346267"/>
            <a:ext cx="3537671" cy="738664"/>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Software-based Quantum Random Number Generator (</a:t>
            </a:r>
            <a:r>
              <a:rPr kumimoji="0" lang="en-US" sz="1200" b="1" i="0" u="none" strike="noStrike" kern="1200" cap="none" spc="0" normalizeH="0" baseline="0" noProof="0" err="1">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QuRNG</a:t>
            </a: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 service providing verifiable, certified true randomness from quantum computers.</a:t>
            </a:r>
            <a:endParaRPr kumimoji="0" lang="ru-RU"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114" name="Group 113">
            <a:extLst>
              <a:ext uri="{FF2B5EF4-FFF2-40B4-BE49-F238E27FC236}">
                <a16:creationId xmlns:a16="http://schemas.microsoft.com/office/drawing/2014/main" id="{12E6722A-C6BC-6FD9-B702-91E93906C1F1}"/>
              </a:ext>
            </a:extLst>
          </p:cNvPr>
          <p:cNvGrpSpPr/>
          <p:nvPr/>
        </p:nvGrpSpPr>
        <p:grpSpPr>
          <a:xfrm>
            <a:off x="7448486" y="5458735"/>
            <a:ext cx="3796234" cy="945549"/>
            <a:chOff x="5573642" y="2488315"/>
            <a:chExt cx="2748650" cy="2748282"/>
          </a:xfrm>
        </p:grpSpPr>
        <p:sp>
          <p:nvSpPr>
            <p:cNvPr id="115" name="Oval 8">
              <a:extLst>
                <a:ext uri="{FF2B5EF4-FFF2-40B4-BE49-F238E27FC236}">
                  <a16:creationId xmlns:a16="http://schemas.microsoft.com/office/drawing/2014/main" id="{BAE5FAFF-F4AA-0754-5B35-61F8E903EA70}"/>
                </a:ext>
              </a:extLst>
            </p:cNvPr>
            <p:cNvSpPr>
              <a:spLocks/>
            </p:cNvSpPr>
            <p:nvPr/>
          </p:nvSpPr>
          <p:spPr bwMode="auto">
            <a:xfrm>
              <a:off x="5579092" y="2493397"/>
              <a:ext cx="2743200" cy="2743200"/>
            </a:xfrm>
            <a:prstGeom prst="roundRect">
              <a:avLst/>
            </a:prstGeom>
            <a:solidFill>
              <a:srgbClr val="EBECF0"/>
            </a:solidFill>
            <a:ln w="12700">
              <a:noFill/>
              <a:round/>
              <a:headEnd/>
              <a:tailEnd/>
            </a:ln>
            <a:effectLst>
              <a:outerShdw blurRad="114300" dist="114300" dir="13500000" algn="ctr" rotWithShape="0">
                <a:schemeClr val="tx2">
                  <a:alpha val="56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CB0C0"/>
                </a:solidFill>
                <a:effectLst/>
                <a:uLnTx/>
                <a:uFillTx/>
                <a:latin typeface="Calibri" panose="020F0502020204030204"/>
                <a:ea typeface="+mn-ea"/>
                <a:cs typeface="+mn-cs"/>
              </a:endParaRPr>
            </a:p>
          </p:txBody>
        </p:sp>
        <p:sp>
          <p:nvSpPr>
            <p:cNvPr id="116" name="Oval 9">
              <a:extLst>
                <a:ext uri="{FF2B5EF4-FFF2-40B4-BE49-F238E27FC236}">
                  <a16:creationId xmlns:a16="http://schemas.microsoft.com/office/drawing/2014/main" id="{2793DD2E-E096-3CB8-9962-414C32793287}"/>
                </a:ext>
              </a:extLst>
            </p:cNvPr>
            <p:cNvSpPr>
              <a:spLocks/>
            </p:cNvSpPr>
            <p:nvPr/>
          </p:nvSpPr>
          <p:spPr bwMode="auto">
            <a:xfrm>
              <a:off x="5573642" y="2488315"/>
              <a:ext cx="2743198" cy="2743200"/>
            </a:xfrm>
            <a:prstGeom prst="roundRect">
              <a:avLst/>
            </a:prstGeom>
            <a:solidFill>
              <a:srgbClr val="EBECF0"/>
            </a:solidFill>
            <a:ln w="12700">
              <a:noFill/>
              <a:round/>
              <a:headEnd/>
              <a:tailEnd/>
            </a:ln>
            <a:effectLst>
              <a:outerShdw blurRad="177800" dist="114300" dir="2700000" algn="ctr" rotWithShape="0">
                <a:schemeClr val="tx1">
                  <a:alpha val="42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sp>
        <p:nvSpPr>
          <p:cNvPr id="124" name="Google Shape;5894;p95">
            <a:extLst>
              <a:ext uri="{FF2B5EF4-FFF2-40B4-BE49-F238E27FC236}">
                <a16:creationId xmlns:a16="http://schemas.microsoft.com/office/drawing/2014/main" id="{D2AEE76A-4786-2020-DAD9-5727D0D27423}"/>
              </a:ext>
            </a:extLst>
          </p:cNvPr>
          <p:cNvSpPr txBox="1"/>
          <p:nvPr/>
        </p:nvSpPr>
        <p:spPr>
          <a:xfrm>
            <a:off x="7618640" y="5699750"/>
            <a:ext cx="3516644" cy="553998"/>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This suite’s complete SOC capabilities effectively protect IT infrastructure from current and future quantum threats.</a:t>
            </a:r>
            <a:endParaRPr kumimoji="0" lang="ru-RU"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9" name="TextBox 48">
            <a:extLst>
              <a:ext uri="{FF2B5EF4-FFF2-40B4-BE49-F238E27FC236}">
                <a16:creationId xmlns:a16="http://schemas.microsoft.com/office/drawing/2014/main" id="{3B410371-09EC-1A62-DEF4-78AB76890551}"/>
              </a:ext>
            </a:extLst>
          </p:cNvPr>
          <p:cNvSpPr txBox="1"/>
          <p:nvPr/>
        </p:nvSpPr>
        <p:spPr>
          <a:xfrm>
            <a:off x="572814" y="4834950"/>
            <a:ext cx="5997643" cy="73866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0B0F0"/>
                </a:solidFill>
                <a:effectLst/>
                <a:uLnTx/>
                <a:uFillTx/>
                <a:latin typeface="Open Sans" panose="020B0606030504020204" pitchFamily="34" charset="0"/>
                <a:ea typeface="Open Sans" panose="020B0606030504020204" pitchFamily="34" charset="0"/>
                <a:cs typeface="Open Sans" panose="020B0606030504020204" pitchFamily="34" charset="0"/>
              </a:rPr>
              <a:t>Quantum Security Assurance Product Suite designed to elevate the Information Security posture of enterprises to cutting-edge Post Quantum Cryptography confidence level.</a:t>
            </a:r>
            <a:endParaRPr kumimoji="0" lang="en-IN" sz="1400" b="0" i="0" u="none" strike="noStrike" kern="1200" cap="none" spc="0" normalizeH="0" baseline="0" noProof="0">
              <a:ln>
                <a:noFill/>
              </a:ln>
              <a:solidFill>
                <a:srgbClr val="00B0F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0" name="TextBox 49">
            <a:extLst>
              <a:ext uri="{FF2B5EF4-FFF2-40B4-BE49-F238E27FC236}">
                <a16:creationId xmlns:a16="http://schemas.microsoft.com/office/drawing/2014/main" id="{9B6E0AF1-5612-ED81-6FD9-218BF9B6B98C}"/>
              </a:ext>
            </a:extLst>
          </p:cNvPr>
          <p:cNvSpPr txBox="1"/>
          <p:nvPr/>
        </p:nvSpPr>
        <p:spPr>
          <a:xfrm>
            <a:off x="550286" y="5579514"/>
            <a:ext cx="6123076"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With focus on robust quantum level security assurance with crypto-agility, this product suite consists of a Quantum Vulnerability Assessment Tool (</a:t>
            </a:r>
            <a:r>
              <a:rPr kumimoji="0" lang="en-GB" sz="1200" b="0" i="0" u="none" strike="noStrike" kern="1200" cap="none" spc="0" normalizeH="0" baseline="0" noProof="0" err="1">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ChecQ</a:t>
            </a:r>
            <a:r>
              <a:rPr kumimoji="0" lang="en-GB"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-AI), a Quantum Safe VPN solution (Q-Sleeve) and cloud-based scalable Quantum Random Number Generators (</a:t>
            </a:r>
            <a:r>
              <a:rPr kumimoji="0" lang="en-GB" sz="1200" b="0" i="0" u="none" strike="noStrike" kern="1200" cap="none" spc="0" normalizeH="0" baseline="0" noProof="0" err="1">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QuRNG</a:t>
            </a:r>
            <a:r>
              <a:rPr kumimoji="0" lang="en-GB"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 ensuring full spectrum enhancement of the organisation’s security infrastructure to PQC standards. </a:t>
            </a:r>
            <a:endParaRPr kumimoji="0" lang="en-IN"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154" name="Group 153">
            <a:extLst>
              <a:ext uri="{FF2B5EF4-FFF2-40B4-BE49-F238E27FC236}">
                <a16:creationId xmlns:a16="http://schemas.microsoft.com/office/drawing/2014/main" id="{60B937DD-EE9E-5242-2B89-AFCA4274491D}"/>
              </a:ext>
            </a:extLst>
          </p:cNvPr>
          <p:cNvGrpSpPr/>
          <p:nvPr/>
        </p:nvGrpSpPr>
        <p:grpSpPr>
          <a:xfrm>
            <a:off x="7425871" y="852166"/>
            <a:ext cx="2253789" cy="540530"/>
            <a:chOff x="9241944" y="1179456"/>
            <a:chExt cx="2253789" cy="540530"/>
          </a:xfrm>
        </p:grpSpPr>
        <p:grpSp>
          <p:nvGrpSpPr>
            <p:cNvPr id="51" name="Group 50">
              <a:extLst>
                <a:ext uri="{FF2B5EF4-FFF2-40B4-BE49-F238E27FC236}">
                  <a16:creationId xmlns:a16="http://schemas.microsoft.com/office/drawing/2014/main" id="{FEBA91F2-DF8B-89DA-D016-AC0FFB61509E}"/>
                </a:ext>
              </a:extLst>
            </p:cNvPr>
            <p:cNvGrpSpPr/>
            <p:nvPr/>
          </p:nvGrpSpPr>
          <p:grpSpPr>
            <a:xfrm>
              <a:off x="9241944" y="1179456"/>
              <a:ext cx="2253789" cy="540530"/>
              <a:chOff x="3590925" y="1289193"/>
              <a:chExt cx="5010150" cy="1201595"/>
            </a:xfrm>
          </p:grpSpPr>
          <p:sp>
            <p:nvSpPr>
              <p:cNvPr id="52" name="Freeform 6">
                <a:extLst>
                  <a:ext uri="{FF2B5EF4-FFF2-40B4-BE49-F238E27FC236}">
                    <a16:creationId xmlns:a16="http://schemas.microsoft.com/office/drawing/2014/main" id="{A3F44D4D-6A88-D4F3-856B-488086000452}"/>
                  </a:ext>
                </a:extLst>
              </p:cNvPr>
              <p:cNvSpPr>
                <a:spLocks/>
              </p:cNvSpPr>
              <p:nvPr/>
            </p:nvSpPr>
            <p:spPr bwMode="auto">
              <a:xfrm>
                <a:off x="3590925" y="1292225"/>
                <a:ext cx="5010150" cy="1198563"/>
              </a:xfrm>
              <a:custGeom>
                <a:avLst/>
                <a:gdLst>
                  <a:gd name="T0" fmla="*/ 1157 w 1314"/>
                  <a:gd name="T1" fmla="*/ 314 h 314"/>
                  <a:gd name="T2" fmla="*/ 157 w 1314"/>
                  <a:gd name="T3" fmla="*/ 314 h 314"/>
                  <a:gd name="T4" fmla="*/ 0 w 1314"/>
                  <a:gd name="T5" fmla="*/ 157 h 314"/>
                  <a:gd name="T6" fmla="*/ 157 w 1314"/>
                  <a:gd name="T7" fmla="*/ 0 h 314"/>
                  <a:gd name="T8" fmla="*/ 1157 w 1314"/>
                  <a:gd name="T9" fmla="*/ 0 h 314"/>
                  <a:gd name="T10" fmla="*/ 1314 w 1314"/>
                  <a:gd name="T11" fmla="*/ 157 h 314"/>
                  <a:gd name="T12" fmla="*/ 1157 w 1314"/>
                  <a:gd name="T13" fmla="*/ 314 h 314"/>
                </a:gdLst>
                <a:ahLst/>
                <a:cxnLst>
                  <a:cxn ang="0">
                    <a:pos x="T0" y="T1"/>
                  </a:cxn>
                  <a:cxn ang="0">
                    <a:pos x="T2" y="T3"/>
                  </a:cxn>
                  <a:cxn ang="0">
                    <a:pos x="T4" y="T5"/>
                  </a:cxn>
                  <a:cxn ang="0">
                    <a:pos x="T6" y="T7"/>
                  </a:cxn>
                  <a:cxn ang="0">
                    <a:pos x="T8" y="T9"/>
                  </a:cxn>
                  <a:cxn ang="0">
                    <a:pos x="T10" y="T11"/>
                  </a:cxn>
                  <a:cxn ang="0">
                    <a:pos x="T12" y="T13"/>
                  </a:cxn>
                </a:cxnLst>
                <a:rect l="0" t="0" r="r" b="b"/>
                <a:pathLst>
                  <a:path w="1314" h="314">
                    <a:moveTo>
                      <a:pt x="1157" y="314"/>
                    </a:moveTo>
                    <a:cubicBezTo>
                      <a:pt x="157" y="314"/>
                      <a:pt x="157" y="314"/>
                      <a:pt x="157" y="314"/>
                    </a:cubicBezTo>
                    <a:cubicBezTo>
                      <a:pt x="70" y="314"/>
                      <a:pt x="0" y="244"/>
                      <a:pt x="0" y="157"/>
                    </a:cubicBezTo>
                    <a:cubicBezTo>
                      <a:pt x="0" y="71"/>
                      <a:pt x="70" y="0"/>
                      <a:pt x="157" y="0"/>
                    </a:cubicBezTo>
                    <a:cubicBezTo>
                      <a:pt x="1157" y="0"/>
                      <a:pt x="1157" y="0"/>
                      <a:pt x="1157" y="0"/>
                    </a:cubicBezTo>
                    <a:cubicBezTo>
                      <a:pt x="1244" y="0"/>
                      <a:pt x="1314" y="71"/>
                      <a:pt x="1314" y="157"/>
                    </a:cubicBezTo>
                    <a:cubicBezTo>
                      <a:pt x="1314" y="244"/>
                      <a:pt x="1244" y="314"/>
                      <a:pt x="1157" y="314"/>
                    </a:cubicBezTo>
                    <a:close/>
                  </a:path>
                </a:pathLst>
              </a:cu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Freeform 6">
                <a:extLst>
                  <a:ext uri="{FF2B5EF4-FFF2-40B4-BE49-F238E27FC236}">
                    <a16:creationId xmlns:a16="http://schemas.microsoft.com/office/drawing/2014/main" id="{D36230B6-80E0-F26D-BC20-4E1A02A4BACE}"/>
                  </a:ext>
                </a:extLst>
              </p:cNvPr>
              <p:cNvSpPr>
                <a:spLocks/>
              </p:cNvSpPr>
              <p:nvPr/>
            </p:nvSpPr>
            <p:spPr bwMode="auto">
              <a:xfrm>
                <a:off x="3590925" y="1289193"/>
                <a:ext cx="5010150" cy="1198563"/>
              </a:xfrm>
              <a:custGeom>
                <a:avLst/>
                <a:gdLst>
                  <a:gd name="T0" fmla="*/ 1157 w 1314"/>
                  <a:gd name="T1" fmla="*/ 314 h 314"/>
                  <a:gd name="T2" fmla="*/ 157 w 1314"/>
                  <a:gd name="T3" fmla="*/ 314 h 314"/>
                  <a:gd name="T4" fmla="*/ 0 w 1314"/>
                  <a:gd name="T5" fmla="*/ 157 h 314"/>
                  <a:gd name="T6" fmla="*/ 157 w 1314"/>
                  <a:gd name="T7" fmla="*/ 0 h 314"/>
                  <a:gd name="T8" fmla="*/ 1157 w 1314"/>
                  <a:gd name="T9" fmla="*/ 0 h 314"/>
                  <a:gd name="T10" fmla="*/ 1314 w 1314"/>
                  <a:gd name="T11" fmla="*/ 157 h 314"/>
                  <a:gd name="T12" fmla="*/ 1157 w 1314"/>
                  <a:gd name="T13" fmla="*/ 314 h 314"/>
                </a:gdLst>
                <a:ahLst/>
                <a:cxnLst>
                  <a:cxn ang="0">
                    <a:pos x="T0" y="T1"/>
                  </a:cxn>
                  <a:cxn ang="0">
                    <a:pos x="T2" y="T3"/>
                  </a:cxn>
                  <a:cxn ang="0">
                    <a:pos x="T4" y="T5"/>
                  </a:cxn>
                  <a:cxn ang="0">
                    <a:pos x="T6" y="T7"/>
                  </a:cxn>
                  <a:cxn ang="0">
                    <a:pos x="T8" y="T9"/>
                  </a:cxn>
                  <a:cxn ang="0">
                    <a:pos x="T10" y="T11"/>
                  </a:cxn>
                  <a:cxn ang="0">
                    <a:pos x="T12" y="T13"/>
                  </a:cxn>
                </a:cxnLst>
                <a:rect l="0" t="0" r="r" b="b"/>
                <a:pathLst>
                  <a:path w="1314" h="314">
                    <a:moveTo>
                      <a:pt x="1157" y="314"/>
                    </a:moveTo>
                    <a:cubicBezTo>
                      <a:pt x="157" y="314"/>
                      <a:pt x="157" y="314"/>
                      <a:pt x="157" y="314"/>
                    </a:cubicBezTo>
                    <a:cubicBezTo>
                      <a:pt x="70" y="314"/>
                      <a:pt x="0" y="244"/>
                      <a:pt x="0" y="157"/>
                    </a:cubicBezTo>
                    <a:cubicBezTo>
                      <a:pt x="0" y="71"/>
                      <a:pt x="70" y="0"/>
                      <a:pt x="157" y="0"/>
                    </a:cubicBezTo>
                    <a:cubicBezTo>
                      <a:pt x="1157" y="0"/>
                      <a:pt x="1157" y="0"/>
                      <a:pt x="1157" y="0"/>
                    </a:cubicBezTo>
                    <a:cubicBezTo>
                      <a:pt x="1244" y="0"/>
                      <a:pt x="1314" y="71"/>
                      <a:pt x="1314" y="157"/>
                    </a:cubicBezTo>
                    <a:cubicBezTo>
                      <a:pt x="1314" y="244"/>
                      <a:pt x="1244" y="314"/>
                      <a:pt x="1157" y="314"/>
                    </a:cubicBezTo>
                    <a:close/>
                  </a:path>
                </a:pathLst>
              </a:cu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4" name="Text Placeholder 36">
              <a:extLst>
                <a:ext uri="{FF2B5EF4-FFF2-40B4-BE49-F238E27FC236}">
                  <a16:creationId xmlns:a16="http://schemas.microsoft.com/office/drawing/2014/main" id="{454DB81A-FB19-B5E8-64FB-930286AE9A43}"/>
                </a:ext>
              </a:extLst>
            </p:cNvPr>
            <p:cNvSpPr txBox="1">
              <a:spLocks/>
            </p:cNvSpPr>
            <p:nvPr/>
          </p:nvSpPr>
          <p:spPr>
            <a:xfrm>
              <a:off x="9257381" y="1315613"/>
              <a:ext cx="2217094" cy="277467"/>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B0F0"/>
                  </a:solidFill>
                  <a:effectLst/>
                  <a:uLnTx/>
                  <a:uFillTx/>
                  <a:latin typeface="Open Sans" panose="020B0606030504020204" pitchFamily="34" charset="0"/>
                  <a:ea typeface="+mn-ea"/>
                  <a:cs typeface="+mn-cs"/>
                </a:rPr>
                <a:t>KEY FEATURES</a:t>
              </a:r>
            </a:p>
          </p:txBody>
        </p:sp>
      </p:grpSp>
      <p:grpSp>
        <p:nvGrpSpPr>
          <p:cNvPr id="59" name="Group 58">
            <a:extLst>
              <a:ext uri="{FF2B5EF4-FFF2-40B4-BE49-F238E27FC236}">
                <a16:creationId xmlns:a16="http://schemas.microsoft.com/office/drawing/2014/main" id="{3187BF66-40C4-D16F-F979-05557FB213B0}"/>
              </a:ext>
            </a:extLst>
          </p:cNvPr>
          <p:cNvGrpSpPr/>
          <p:nvPr/>
        </p:nvGrpSpPr>
        <p:grpSpPr>
          <a:xfrm>
            <a:off x="7441307" y="1649065"/>
            <a:ext cx="3826521" cy="1025576"/>
            <a:chOff x="5573642" y="2488315"/>
            <a:chExt cx="2748650" cy="2748282"/>
          </a:xfrm>
        </p:grpSpPr>
        <p:sp>
          <p:nvSpPr>
            <p:cNvPr id="60" name="Oval 8">
              <a:extLst>
                <a:ext uri="{FF2B5EF4-FFF2-40B4-BE49-F238E27FC236}">
                  <a16:creationId xmlns:a16="http://schemas.microsoft.com/office/drawing/2014/main" id="{2EFADAF8-97F6-B007-71FA-0BADBDF9C61D}"/>
                </a:ext>
              </a:extLst>
            </p:cNvPr>
            <p:cNvSpPr>
              <a:spLocks/>
            </p:cNvSpPr>
            <p:nvPr/>
          </p:nvSpPr>
          <p:spPr bwMode="auto">
            <a:xfrm>
              <a:off x="5579092" y="2493397"/>
              <a:ext cx="2743200" cy="2743200"/>
            </a:xfrm>
            <a:prstGeom prst="roundRect">
              <a:avLst/>
            </a:prstGeom>
            <a:solidFill>
              <a:srgbClr val="EBECF0"/>
            </a:solidFill>
            <a:ln w="12700">
              <a:noFill/>
              <a:round/>
              <a:headEnd/>
              <a:tailEnd/>
            </a:ln>
            <a:effectLst>
              <a:outerShdw blurRad="114300" dist="114300" dir="13500000" algn="ctr" rotWithShape="0">
                <a:schemeClr val="tx2">
                  <a:alpha val="56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CB0C0"/>
                </a:solidFill>
                <a:effectLst/>
                <a:uLnTx/>
                <a:uFillTx/>
                <a:latin typeface="Calibri" panose="020F0502020204030204"/>
                <a:ea typeface="+mn-ea"/>
                <a:cs typeface="+mn-cs"/>
              </a:endParaRPr>
            </a:p>
          </p:txBody>
        </p:sp>
        <p:sp>
          <p:nvSpPr>
            <p:cNvPr id="61" name="Oval 9">
              <a:extLst>
                <a:ext uri="{FF2B5EF4-FFF2-40B4-BE49-F238E27FC236}">
                  <a16:creationId xmlns:a16="http://schemas.microsoft.com/office/drawing/2014/main" id="{6A45D723-45ED-1790-FB2F-F0F4044D3DF5}"/>
                </a:ext>
              </a:extLst>
            </p:cNvPr>
            <p:cNvSpPr>
              <a:spLocks/>
            </p:cNvSpPr>
            <p:nvPr/>
          </p:nvSpPr>
          <p:spPr bwMode="auto">
            <a:xfrm>
              <a:off x="5573642" y="2488315"/>
              <a:ext cx="2743198" cy="2743200"/>
            </a:xfrm>
            <a:prstGeom prst="roundRect">
              <a:avLst/>
            </a:prstGeom>
            <a:solidFill>
              <a:srgbClr val="EBECF0"/>
            </a:solidFill>
            <a:ln w="12700">
              <a:noFill/>
              <a:round/>
              <a:headEnd/>
              <a:tailEnd/>
            </a:ln>
            <a:effectLst>
              <a:outerShdw blurRad="177800" dist="114300" dir="2700000" algn="ctr" rotWithShape="0">
                <a:schemeClr val="tx1">
                  <a:alpha val="42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sp>
        <p:nvSpPr>
          <p:cNvPr id="69" name="Google Shape;5894;p95">
            <a:extLst>
              <a:ext uri="{FF2B5EF4-FFF2-40B4-BE49-F238E27FC236}">
                <a16:creationId xmlns:a16="http://schemas.microsoft.com/office/drawing/2014/main" id="{7C9AF7B6-0BA4-B4E7-1F80-6265959AEDD0}"/>
              </a:ext>
            </a:extLst>
          </p:cNvPr>
          <p:cNvSpPr txBox="1"/>
          <p:nvPr/>
        </p:nvSpPr>
        <p:spPr>
          <a:xfrm>
            <a:off x="7616773" y="1814815"/>
            <a:ext cx="3466631" cy="738664"/>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With </a:t>
            </a:r>
            <a:r>
              <a:rPr kumimoji="0" lang="en-US" sz="1200" b="1" i="0" u="none" strike="noStrike" kern="1200" cap="none" spc="0" normalizeH="0" baseline="0" noProof="0" err="1">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ChecQ</a:t>
            </a:r>
            <a:r>
              <a:rPr kumimoji="0" lang="en-US" sz="1200" b="1"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-AI</a:t>
            </a: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 organizations can identify and address cryptographic weaknesses in their websites, software, and networks, preparing them for the age of quantum computing.</a:t>
            </a:r>
            <a:endParaRPr kumimoji="0" lang="ru-RU"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62" name="Group 61">
            <a:extLst>
              <a:ext uri="{FF2B5EF4-FFF2-40B4-BE49-F238E27FC236}">
                <a16:creationId xmlns:a16="http://schemas.microsoft.com/office/drawing/2014/main" id="{3D548706-2081-D050-0893-3CC0C7B09424}"/>
              </a:ext>
            </a:extLst>
          </p:cNvPr>
          <p:cNvGrpSpPr/>
          <p:nvPr/>
        </p:nvGrpSpPr>
        <p:grpSpPr>
          <a:xfrm>
            <a:off x="10921060" y="1493327"/>
            <a:ext cx="560081" cy="560081"/>
            <a:chOff x="7062430" y="536038"/>
            <a:chExt cx="560081" cy="560081"/>
          </a:xfrm>
        </p:grpSpPr>
        <p:grpSp>
          <p:nvGrpSpPr>
            <p:cNvPr id="63" name="Group 62">
              <a:extLst>
                <a:ext uri="{FF2B5EF4-FFF2-40B4-BE49-F238E27FC236}">
                  <a16:creationId xmlns:a16="http://schemas.microsoft.com/office/drawing/2014/main" id="{5E10079C-0C57-92F3-3567-D6A5D889FD84}"/>
                </a:ext>
              </a:extLst>
            </p:cNvPr>
            <p:cNvGrpSpPr/>
            <p:nvPr/>
          </p:nvGrpSpPr>
          <p:grpSpPr>
            <a:xfrm>
              <a:off x="7062430" y="536038"/>
              <a:ext cx="560081" cy="560081"/>
              <a:chOff x="2833686" y="1488241"/>
              <a:chExt cx="3179010" cy="3179010"/>
            </a:xfrm>
          </p:grpSpPr>
          <p:grpSp>
            <p:nvGrpSpPr>
              <p:cNvPr id="65" name="Group 64">
                <a:extLst>
                  <a:ext uri="{FF2B5EF4-FFF2-40B4-BE49-F238E27FC236}">
                    <a16:creationId xmlns:a16="http://schemas.microsoft.com/office/drawing/2014/main" id="{8659B7C7-0015-7994-2F6F-3BAA3587EE64}"/>
                  </a:ext>
                </a:extLst>
              </p:cNvPr>
              <p:cNvGrpSpPr/>
              <p:nvPr/>
            </p:nvGrpSpPr>
            <p:grpSpPr>
              <a:xfrm>
                <a:off x="2833686" y="1488241"/>
                <a:ext cx="3179010" cy="3179010"/>
                <a:chOff x="7349505" y="606851"/>
                <a:chExt cx="1211126" cy="1211126"/>
              </a:xfrm>
            </p:grpSpPr>
            <p:sp>
              <p:nvSpPr>
                <p:cNvPr id="67" name="Oval 66">
                  <a:extLst>
                    <a:ext uri="{FF2B5EF4-FFF2-40B4-BE49-F238E27FC236}">
                      <a16:creationId xmlns:a16="http://schemas.microsoft.com/office/drawing/2014/main" id="{6247ED17-FCBF-65D7-857D-1DC0B7582CDA}"/>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Oval 67">
                  <a:extLst>
                    <a:ext uri="{FF2B5EF4-FFF2-40B4-BE49-F238E27FC236}">
                      <a16:creationId xmlns:a16="http://schemas.microsoft.com/office/drawing/2014/main" id="{F84DFE4D-DACB-3C24-AF88-777BD0B4207C}"/>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66" name="Oval 65">
                <a:extLst>
                  <a:ext uri="{FF2B5EF4-FFF2-40B4-BE49-F238E27FC236}">
                    <a16:creationId xmlns:a16="http://schemas.microsoft.com/office/drawing/2014/main" id="{A2D24BCE-F107-3ACF-F210-A6F0B6A95250}"/>
                  </a:ext>
                </a:extLst>
              </p:cNvPr>
              <p:cNvSpPr/>
              <p:nvPr/>
            </p:nvSpPr>
            <p:spPr>
              <a:xfrm>
                <a:off x="3103447" y="1758002"/>
                <a:ext cx="2639489" cy="2639489"/>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64" name="Google Shape;5890;p95">
              <a:extLst>
                <a:ext uri="{FF2B5EF4-FFF2-40B4-BE49-F238E27FC236}">
                  <a16:creationId xmlns:a16="http://schemas.microsoft.com/office/drawing/2014/main" id="{29B5C1F9-6369-8C28-604A-196DE13D4BC1}"/>
                </a:ext>
              </a:extLst>
            </p:cNvPr>
            <p:cNvSpPr/>
            <p:nvPr/>
          </p:nvSpPr>
          <p:spPr>
            <a:xfrm>
              <a:off x="7212961" y="565340"/>
              <a:ext cx="261926" cy="457900"/>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65381">
                      <a:lumMod val="40000"/>
                      <a:lumOff val="60000"/>
                    </a:srgbClr>
                  </a:solidFill>
                  <a:effectLst/>
                  <a:uLnTx/>
                  <a:uFillTx/>
                  <a:latin typeface="Calibri"/>
                  <a:ea typeface="Calibri"/>
                  <a:cs typeface="Calibri"/>
                  <a:sym typeface="Calibri"/>
                </a:rPr>
                <a:t>1</a:t>
              </a:r>
              <a:endParaRPr kumimoji="0" sz="3200" b="0" i="0" u="none" strike="noStrike" kern="1200" cap="none" spc="0" normalizeH="0" baseline="0" noProof="0">
                <a:ln>
                  <a:noFill/>
                </a:ln>
                <a:solidFill>
                  <a:srgbClr val="065381">
                    <a:lumMod val="40000"/>
                    <a:lumOff val="60000"/>
                  </a:srgbClr>
                </a:solidFill>
                <a:effectLst/>
                <a:uLnTx/>
                <a:uFillTx/>
                <a:latin typeface="Calibri" panose="020F0502020204030204"/>
                <a:ea typeface="+mn-ea"/>
                <a:cs typeface="+mn-cs"/>
              </a:endParaRPr>
            </a:p>
          </p:txBody>
        </p:sp>
      </p:grpSp>
      <p:grpSp>
        <p:nvGrpSpPr>
          <p:cNvPr id="81" name="Group 80">
            <a:extLst>
              <a:ext uri="{FF2B5EF4-FFF2-40B4-BE49-F238E27FC236}">
                <a16:creationId xmlns:a16="http://schemas.microsoft.com/office/drawing/2014/main" id="{55895110-937A-1187-0D78-ECE9DE44246E}"/>
              </a:ext>
            </a:extLst>
          </p:cNvPr>
          <p:cNvGrpSpPr/>
          <p:nvPr/>
        </p:nvGrpSpPr>
        <p:grpSpPr>
          <a:xfrm>
            <a:off x="7420565" y="2902473"/>
            <a:ext cx="3833275" cy="1023680"/>
            <a:chOff x="5573642" y="2488315"/>
            <a:chExt cx="2748650" cy="2748282"/>
          </a:xfrm>
        </p:grpSpPr>
        <p:sp>
          <p:nvSpPr>
            <p:cNvPr id="82" name="Oval 8">
              <a:extLst>
                <a:ext uri="{FF2B5EF4-FFF2-40B4-BE49-F238E27FC236}">
                  <a16:creationId xmlns:a16="http://schemas.microsoft.com/office/drawing/2014/main" id="{C1053FD5-2FAF-1DA8-02A1-05D70C521D9A}"/>
                </a:ext>
              </a:extLst>
            </p:cNvPr>
            <p:cNvSpPr>
              <a:spLocks/>
            </p:cNvSpPr>
            <p:nvPr/>
          </p:nvSpPr>
          <p:spPr bwMode="auto">
            <a:xfrm>
              <a:off x="5579092" y="2493397"/>
              <a:ext cx="2743200" cy="2743200"/>
            </a:xfrm>
            <a:prstGeom prst="roundRect">
              <a:avLst/>
            </a:prstGeom>
            <a:solidFill>
              <a:srgbClr val="EBECF0"/>
            </a:solidFill>
            <a:ln w="12700">
              <a:noFill/>
              <a:round/>
              <a:headEnd/>
              <a:tailEnd/>
            </a:ln>
            <a:effectLst>
              <a:outerShdw blurRad="114300" dist="114300" dir="13500000" algn="ctr" rotWithShape="0">
                <a:schemeClr val="tx2">
                  <a:alpha val="56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CB0C0"/>
                </a:solidFill>
                <a:effectLst/>
                <a:uLnTx/>
                <a:uFillTx/>
                <a:latin typeface="Calibri" panose="020F0502020204030204"/>
                <a:ea typeface="+mn-ea"/>
                <a:cs typeface="+mn-cs"/>
              </a:endParaRPr>
            </a:p>
          </p:txBody>
        </p:sp>
        <p:sp>
          <p:nvSpPr>
            <p:cNvPr id="83" name="Oval 9">
              <a:extLst>
                <a:ext uri="{FF2B5EF4-FFF2-40B4-BE49-F238E27FC236}">
                  <a16:creationId xmlns:a16="http://schemas.microsoft.com/office/drawing/2014/main" id="{BD9E620C-D6AD-A636-4239-24792DF83AB0}"/>
                </a:ext>
              </a:extLst>
            </p:cNvPr>
            <p:cNvSpPr>
              <a:spLocks/>
            </p:cNvSpPr>
            <p:nvPr/>
          </p:nvSpPr>
          <p:spPr bwMode="auto">
            <a:xfrm>
              <a:off x="5573642" y="2488315"/>
              <a:ext cx="2743198" cy="2743200"/>
            </a:xfrm>
            <a:prstGeom prst="roundRect">
              <a:avLst/>
            </a:prstGeom>
            <a:solidFill>
              <a:srgbClr val="EBECF0"/>
            </a:solidFill>
            <a:ln w="12700">
              <a:noFill/>
              <a:round/>
              <a:headEnd/>
              <a:tailEnd/>
            </a:ln>
            <a:effectLst>
              <a:outerShdw blurRad="177800" dist="114300" dir="2700000" algn="ctr" rotWithShape="0">
                <a:schemeClr val="tx1">
                  <a:alpha val="42000"/>
                </a:schemeClr>
              </a:outerShdw>
            </a:effectLst>
          </p:spPr>
          <p:txBody>
            <a:bodyPr vert="horz" wrap="square" lIns="137160" tIns="68580" rIns="137160" bIns="6858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sp>
        <p:nvSpPr>
          <p:cNvPr id="91" name="Google Shape;5894;p95">
            <a:extLst>
              <a:ext uri="{FF2B5EF4-FFF2-40B4-BE49-F238E27FC236}">
                <a16:creationId xmlns:a16="http://schemas.microsoft.com/office/drawing/2014/main" id="{26A8B460-4578-4259-C6A6-59E883412F30}"/>
              </a:ext>
            </a:extLst>
          </p:cNvPr>
          <p:cNvSpPr txBox="1"/>
          <p:nvPr/>
        </p:nvSpPr>
        <p:spPr>
          <a:xfrm>
            <a:off x="7587948" y="3067233"/>
            <a:ext cx="3638435" cy="738664"/>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Q-Sleeve</a:t>
            </a: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 is a comprehensive security platform providing quantum-safe protection for all IT infrastructure, including enterprise, servers, networks, cloud, web, IoT, and transactions.</a:t>
            </a:r>
          </a:p>
        </p:txBody>
      </p:sp>
      <p:grpSp>
        <p:nvGrpSpPr>
          <p:cNvPr id="84" name="Group 83">
            <a:extLst>
              <a:ext uri="{FF2B5EF4-FFF2-40B4-BE49-F238E27FC236}">
                <a16:creationId xmlns:a16="http://schemas.microsoft.com/office/drawing/2014/main" id="{A36DBBFE-FF06-B304-F8B6-F179D74188F3}"/>
              </a:ext>
            </a:extLst>
          </p:cNvPr>
          <p:cNvGrpSpPr/>
          <p:nvPr/>
        </p:nvGrpSpPr>
        <p:grpSpPr>
          <a:xfrm>
            <a:off x="10915064" y="2732367"/>
            <a:ext cx="572072" cy="560081"/>
            <a:chOff x="7062430" y="2035719"/>
            <a:chExt cx="560081" cy="560081"/>
          </a:xfrm>
        </p:grpSpPr>
        <p:grpSp>
          <p:nvGrpSpPr>
            <p:cNvPr id="85" name="Group 84">
              <a:extLst>
                <a:ext uri="{FF2B5EF4-FFF2-40B4-BE49-F238E27FC236}">
                  <a16:creationId xmlns:a16="http://schemas.microsoft.com/office/drawing/2014/main" id="{4CFAD39A-422B-A09F-14AE-61ABF3F2BACD}"/>
                </a:ext>
              </a:extLst>
            </p:cNvPr>
            <p:cNvGrpSpPr/>
            <p:nvPr/>
          </p:nvGrpSpPr>
          <p:grpSpPr>
            <a:xfrm>
              <a:off x="7062430" y="2035719"/>
              <a:ext cx="560081" cy="560081"/>
              <a:chOff x="2833686" y="1488241"/>
              <a:chExt cx="3179010" cy="3179010"/>
            </a:xfrm>
          </p:grpSpPr>
          <p:grpSp>
            <p:nvGrpSpPr>
              <p:cNvPr id="87" name="Group 86">
                <a:extLst>
                  <a:ext uri="{FF2B5EF4-FFF2-40B4-BE49-F238E27FC236}">
                    <a16:creationId xmlns:a16="http://schemas.microsoft.com/office/drawing/2014/main" id="{00152200-3EAB-1221-CA14-253FA2721154}"/>
                  </a:ext>
                </a:extLst>
              </p:cNvPr>
              <p:cNvGrpSpPr/>
              <p:nvPr/>
            </p:nvGrpSpPr>
            <p:grpSpPr>
              <a:xfrm>
                <a:off x="2833686" y="1488241"/>
                <a:ext cx="3179010" cy="3179010"/>
                <a:chOff x="7349505" y="606851"/>
                <a:chExt cx="1211126" cy="1211126"/>
              </a:xfrm>
            </p:grpSpPr>
            <p:sp>
              <p:nvSpPr>
                <p:cNvPr id="89" name="Oval 88">
                  <a:extLst>
                    <a:ext uri="{FF2B5EF4-FFF2-40B4-BE49-F238E27FC236}">
                      <a16:creationId xmlns:a16="http://schemas.microsoft.com/office/drawing/2014/main" id="{950A6849-C702-22D9-1947-7342D51A6D52}"/>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Oval 89">
                  <a:extLst>
                    <a:ext uri="{FF2B5EF4-FFF2-40B4-BE49-F238E27FC236}">
                      <a16:creationId xmlns:a16="http://schemas.microsoft.com/office/drawing/2014/main" id="{5B7E3242-BCD4-1276-9DD0-EBC1EA3CF03D}"/>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8" name="Oval 87">
                <a:extLst>
                  <a:ext uri="{FF2B5EF4-FFF2-40B4-BE49-F238E27FC236}">
                    <a16:creationId xmlns:a16="http://schemas.microsoft.com/office/drawing/2014/main" id="{75DE02C1-3CDD-2819-1F61-E02A357B3FAB}"/>
                  </a:ext>
                </a:extLst>
              </p:cNvPr>
              <p:cNvSpPr/>
              <p:nvPr/>
            </p:nvSpPr>
            <p:spPr>
              <a:xfrm>
                <a:off x="3103447" y="1758002"/>
                <a:ext cx="2639489" cy="2639489"/>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6" name="Google Shape;5890;p95">
              <a:extLst>
                <a:ext uri="{FF2B5EF4-FFF2-40B4-BE49-F238E27FC236}">
                  <a16:creationId xmlns:a16="http://schemas.microsoft.com/office/drawing/2014/main" id="{5B8BA34F-1E9D-CE7C-AC7F-647BAAB544CE}"/>
                </a:ext>
              </a:extLst>
            </p:cNvPr>
            <p:cNvSpPr/>
            <p:nvPr/>
          </p:nvSpPr>
          <p:spPr>
            <a:xfrm>
              <a:off x="7212961" y="2065021"/>
              <a:ext cx="261926" cy="457900"/>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65381">
                      <a:lumMod val="40000"/>
                      <a:lumOff val="60000"/>
                    </a:srgbClr>
                  </a:solidFill>
                  <a:effectLst/>
                  <a:uLnTx/>
                  <a:uFillTx/>
                  <a:latin typeface="Calibri"/>
                  <a:ea typeface="Calibri"/>
                  <a:cs typeface="Calibri"/>
                  <a:sym typeface="Calibri"/>
                </a:rPr>
                <a:t>2</a:t>
              </a:r>
              <a:endParaRPr kumimoji="0" sz="3200" b="0" i="0" u="none" strike="noStrike" kern="1200" cap="none" spc="0" normalizeH="0" baseline="0" noProof="0">
                <a:ln>
                  <a:noFill/>
                </a:ln>
                <a:solidFill>
                  <a:srgbClr val="065381">
                    <a:lumMod val="40000"/>
                    <a:lumOff val="60000"/>
                  </a:srgbClr>
                </a:solidFill>
                <a:effectLst/>
                <a:uLnTx/>
                <a:uFillTx/>
                <a:latin typeface="Calibri" panose="020F0502020204030204"/>
                <a:ea typeface="+mn-ea"/>
                <a:cs typeface="+mn-cs"/>
              </a:endParaRPr>
            </a:p>
          </p:txBody>
        </p:sp>
      </p:grpSp>
      <p:grpSp>
        <p:nvGrpSpPr>
          <p:cNvPr id="106" name="Group 105">
            <a:extLst>
              <a:ext uri="{FF2B5EF4-FFF2-40B4-BE49-F238E27FC236}">
                <a16:creationId xmlns:a16="http://schemas.microsoft.com/office/drawing/2014/main" id="{A26C7766-0929-4DB2-3E4B-2E9B0DB37D74}"/>
              </a:ext>
            </a:extLst>
          </p:cNvPr>
          <p:cNvGrpSpPr/>
          <p:nvPr/>
        </p:nvGrpSpPr>
        <p:grpSpPr>
          <a:xfrm>
            <a:off x="10921060" y="3946855"/>
            <a:ext cx="560081" cy="560081"/>
            <a:chOff x="7062430" y="3536459"/>
            <a:chExt cx="560081" cy="560081"/>
          </a:xfrm>
        </p:grpSpPr>
        <p:grpSp>
          <p:nvGrpSpPr>
            <p:cNvPr id="107" name="Group 106">
              <a:extLst>
                <a:ext uri="{FF2B5EF4-FFF2-40B4-BE49-F238E27FC236}">
                  <a16:creationId xmlns:a16="http://schemas.microsoft.com/office/drawing/2014/main" id="{74AA9E8E-BFA0-EC52-4073-25727F0AF862}"/>
                </a:ext>
              </a:extLst>
            </p:cNvPr>
            <p:cNvGrpSpPr/>
            <p:nvPr/>
          </p:nvGrpSpPr>
          <p:grpSpPr>
            <a:xfrm>
              <a:off x="7062430" y="3536459"/>
              <a:ext cx="560081" cy="560081"/>
              <a:chOff x="2833686" y="1488241"/>
              <a:chExt cx="3179010" cy="3179010"/>
            </a:xfrm>
          </p:grpSpPr>
          <p:grpSp>
            <p:nvGrpSpPr>
              <p:cNvPr id="109" name="Group 108">
                <a:extLst>
                  <a:ext uri="{FF2B5EF4-FFF2-40B4-BE49-F238E27FC236}">
                    <a16:creationId xmlns:a16="http://schemas.microsoft.com/office/drawing/2014/main" id="{D24645A0-2680-B610-BF21-49C42CF5A730}"/>
                  </a:ext>
                </a:extLst>
              </p:cNvPr>
              <p:cNvGrpSpPr/>
              <p:nvPr/>
            </p:nvGrpSpPr>
            <p:grpSpPr>
              <a:xfrm>
                <a:off x="2833686" y="1488241"/>
                <a:ext cx="3179010" cy="3179010"/>
                <a:chOff x="7349505" y="606851"/>
                <a:chExt cx="1211126" cy="1211126"/>
              </a:xfrm>
            </p:grpSpPr>
            <p:sp>
              <p:nvSpPr>
                <p:cNvPr id="111" name="Oval 110">
                  <a:extLst>
                    <a:ext uri="{FF2B5EF4-FFF2-40B4-BE49-F238E27FC236}">
                      <a16:creationId xmlns:a16="http://schemas.microsoft.com/office/drawing/2014/main" id="{A0A4AFB5-6DD3-6DE7-A233-973491F3263E}"/>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Oval 111">
                  <a:extLst>
                    <a:ext uri="{FF2B5EF4-FFF2-40B4-BE49-F238E27FC236}">
                      <a16:creationId xmlns:a16="http://schemas.microsoft.com/office/drawing/2014/main" id="{8D684F47-1550-920E-7BE8-C96712D5952F}"/>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0" name="Oval 109">
                <a:extLst>
                  <a:ext uri="{FF2B5EF4-FFF2-40B4-BE49-F238E27FC236}">
                    <a16:creationId xmlns:a16="http://schemas.microsoft.com/office/drawing/2014/main" id="{8DB0F091-59BD-DBF7-146D-D6D80B6DE6D6}"/>
                  </a:ext>
                </a:extLst>
              </p:cNvPr>
              <p:cNvSpPr/>
              <p:nvPr/>
            </p:nvSpPr>
            <p:spPr>
              <a:xfrm>
                <a:off x="3103447" y="1758002"/>
                <a:ext cx="2639489" cy="2639489"/>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08" name="Google Shape;5890;p95">
              <a:extLst>
                <a:ext uri="{FF2B5EF4-FFF2-40B4-BE49-F238E27FC236}">
                  <a16:creationId xmlns:a16="http://schemas.microsoft.com/office/drawing/2014/main" id="{4F0C13F7-961B-92E2-7FA9-790B1F64ADD3}"/>
                </a:ext>
              </a:extLst>
            </p:cNvPr>
            <p:cNvSpPr/>
            <p:nvPr/>
          </p:nvSpPr>
          <p:spPr>
            <a:xfrm>
              <a:off x="7212961" y="3565761"/>
              <a:ext cx="261926" cy="457900"/>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65381">
                      <a:lumMod val="40000"/>
                      <a:lumOff val="60000"/>
                    </a:srgbClr>
                  </a:solidFill>
                  <a:effectLst/>
                  <a:uLnTx/>
                  <a:uFillTx/>
                  <a:latin typeface="Calibri"/>
                  <a:ea typeface="Calibri"/>
                  <a:cs typeface="Calibri"/>
                  <a:sym typeface="Calibri"/>
                </a:rPr>
                <a:t>3</a:t>
              </a:r>
              <a:endParaRPr kumimoji="0" sz="3200" b="0" i="0" u="none" strike="noStrike" kern="1200" cap="none" spc="0" normalizeH="0" baseline="0" noProof="0">
                <a:ln>
                  <a:noFill/>
                </a:ln>
                <a:solidFill>
                  <a:srgbClr val="065381">
                    <a:lumMod val="40000"/>
                    <a:lumOff val="60000"/>
                  </a:srgbClr>
                </a:solidFill>
                <a:effectLst/>
                <a:uLnTx/>
                <a:uFillTx/>
                <a:latin typeface="Calibri" panose="020F0502020204030204"/>
                <a:ea typeface="+mn-ea"/>
                <a:cs typeface="+mn-cs"/>
              </a:endParaRPr>
            </a:p>
          </p:txBody>
        </p:sp>
      </p:grpSp>
      <p:grpSp>
        <p:nvGrpSpPr>
          <p:cNvPr id="117" name="Group 116">
            <a:extLst>
              <a:ext uri="{FF2B5EF4-FFF2-40B4-BE49-F238E27FC236}">
                <a16:creationId xmlns:a16="http://schemas.microsoft.com/office/drawing/2014/main" id="{7C722D9F-7610-B889-F666-2975D7972C7D}"/>
              </a:ext>
            </a:extLst>
          </p:cNvPr>
          <p:cNvGrpSpPr/>
          <p:nvPr/>
        </p:nvGrpSpPr>
        <p:grpSpPr>
          <a:xfrm>
            <a:off x="10921060" y="5212038"/>
            <a:ext cx="560081" cy="560081"/>
            <a:chOff x="7062430" y="5036140"/>
            <a:chExt cx="560081" cy="560081"/>
          </a:xfrm>
        </p:grpSpPr>
        <p:grpSp>
          <p:nvGrpSpPr>
            <p:cNvPr id="118" name="Group 117">
              <a:extLst>
                <a:ext uri="{FF2B5EF4-FFF2-40B4-BE49-F238E27FC236}">
                  <a16:creationId xmlns:a16="http://schemas.microsoft.com/office/drawing/2014/main" id="{AD8ED7E4-147E-8E7C-D982-DC4D390036FE}"/>
                </a:ext>
              </a:extLst>
            </p:cNvPr>
            <p:cNvGrpSpPr/>
            <p:nvPr/>
          </p:nvGrpSpPr>
          <p:grpSpPr>
            <a:xfrm>
              <a:off x="7062430" y="5036140"/>
              <a:ext cx="560081" cy="560081"/>
              <a:chOff x="2833686" y="1488241"/>
              <a:chExt cx="3179010" cy="3179010"/>
            </a:xfrm>
          </p:grpSpPr>
          <p:grpSp>
            <p:nvGrpSpPr>
              <p:cNvPr id="120" name="Group 119">
                <a:extLst>
                  <a:ext uri="{FF2B5EF4-FFF2-40B4-BE49-F238E27FC236}">
                    <a16:creationId xmlns:a16="http://schemas.microsoft.com/office/drawing/2014/main" id="{B8BA03C6-0120-FC09-BDD9-C699C4402897}"/>
                  </a:ext>
                </a:extLst>
              </p:cNvPr>
              <p:cNvGrpSpPr/>
              <p:nvPr/>
            </p:nvGrpSpPr>
            <p:grpSpPr>
              <a:xfrm>
                <a:off x="2833686" y="1488241"/>
                <a:ext cx="3179010" cy="3179010"/>
                <a:chOff x="7349505" y="606851"/>
                <a:chExt cx="1211126" cy="1211126"/>
              </a:xfrm>
            </p:grpSpPr>
            <p:sp>
              <p:nvSpPr>
                <p:cNvPr id="122" name="Oval 121">
                  <a:extLst>
                    <a:ext uri="{FF2B5EF4-FFF2-40B4-BE49-F238E27FC236}">
                      <a16:creationId xmlns:a16="http://schemas.microsoft.com/office/drawing/2014/main" id="{4C2EC0E1-09AF-82CD-77E9-6003B4D3205A}"/>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Oval 122">
                  <a:extLst>
                    <a:ext uri="{FF2B5EF4-FFF2-40B4-BE49-F238E27FC236}">
                      <a16:creationId xmlns:a16="http://schemas.microsoft.com/office/drawing/2014/main" id="{2BB51519-2C2B-439A-3BA8-C23FBA3A9D66}"/>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21" name="Oval 120">
                <a:extLst>
                  <a:ext uri="{FF2B5EF4-FFF2-40B4-BE49-F238E27FC236}">
                    <a16:creationId xmlns:a16="http://schemas.microsoft.com/office/drawing/2014/main" id="{0A620150-E5CA-98A2-5184-7BA56069D207}"/>
                  </a:ext>
                </a:extLst>
              </p:cNvPr>
              <p:cNvSpPr/>
              <p:nvPr/>
            </p:nvSpPr>
            <p:spPr>
              <a:xfrm>
                <a:off x="3103447" y="1758002"/>
                <a:ext cx="2639489" cy="2639489"/>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9" name="Google Shape;5890;p95">
              <a:extLst>
                <a:ext uri="{FF2B5EF4-FFF2-40B4-BE49-F238E27FC236}">
                  <a16:creationId xmlns:a16="http://schemas.microsoft.com/office/drawing/2014/main" id="{31C4B8C3-500F-EFCC-7495-C4142DEC2BA0}"/>
                </a:ext>
              </a:extLst>
            </p:cNvPr>
            <p:cNvSpPr/>
            <p:nvPr/>
          </p:nvSpPr>
          <p:spPr>
            <a:xfrm>
              <a:off x="7212961" y="5065442"/>
              <a:ext cx="261926" cy="457900"/>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065381">
                      <a:lumMod val="40000"/>
                      <a:lumOff val="60000"/>
                    </a:srgbClr>
                  </a:solidFill>
                  <a:effectLst/>
                  <a:uLnTx/>
                  <a:uFillTx/>
                  <a:latin typeface="Calibri"/>
                  <a:ea typeface="Calibri"/>
                  <a:cs typeface="Calibri"/>
                  <a:sym typeface="Calibri"/>
                </a:rPr>
                <a:t>4</a:t>
              </a:r>
              <a:endParaRPr kumimoji="0" sz="3200" b="0" i="0" u="none" strike="noStrike" kern="1200" cap="none" spc="0" normalizeH="0" baseline="0" noProof="0">
                <a:ln>
                  <a:noFill/>
                </a:ln>
                <a:solidFill>
                  <a:srgbClr val="065381">
                    <a:lumMod val="40000"/>
                    <a:lumOff val="60000"/>
                  </a:srgbClr>
                </a:solidFill>
                <a:effectLst/>
                <a:uLnTx/>
                <a:uFillTx/>
                <a:latin typeface="Calibri" panose="020F0502020204030204"/>
                <a:ea typeface="+mn-ea"/>
                <a:cs typeface="+mn-cs"/>
              </a:endParaRPr>
            </a:p>
          </p:txBody>
        </p:sp>
      </p:grpSp>
      <p:grpSp>
        <p:nvGrpSpPr>
          <p:cNvPr id="160" name="Group 159">
            <a:extLst>
              <a:ext uri="{FF2B5EF4-FFF2-40B4-BE49-F238E27FC236}">
                <a16:creationId xmlns:a16="http://schemas.microsoft.com/office/drawing/2014/main" id="{FF9BE211-4130-D87E-3B2A-3C7A8ACC24F1}"/>
              </a:ext>
            </a:extLst>
          </p:cNvPr>
          <p:cNvGrpSpPr/>
          <p:nvPr/>
        </p:nvGrpSpPr>
        <p:grpSpPr>
          <a:xfrm>
            <a:off x="1403124" y="1589646"/>
            <a:ext cx="2411697" cy="2411697"/>
            <a:chOff x="2833686" y="1488241"/>
            <a:chExt cx="3179011" cy="3179011"/>
          </a:xfrm>
        </p:grpSpPr>
        <p:grpSp>
          <p:nvGrpSpPr>
            <p:cNvPr id="161" name="Group 160">
              <a:extLst>
                <a:ext uri="{FF2B5EF4-FFF2-40B4-BE49-F238E27FC236}">
                  <a16:creationId xmlns:a16="http://schemas.microsoft.com/office/drawing/2014/main" id="{DC524937-F5CC-C8E5-6424-A7ABA53A0CCE}"/>
                </a:ext>
              </a:extLst>
            </p:cNvPr>
            <p:cNvGrpSpPr/>
            <p:nvPr/>
          </p:nvGrpSpPr>
          <p:grpSpPr>
            <a:xfrm>
              <a:off x="2833686" y="1488241"/>
              <a:ext cx="3179011" cy="3179011"/>
              <a:chOff x="7349505" y="606851"/>
              <a:chExt cx="1211126" cy="1211126"/>
            </a:xfrm>
          </p:grpSpPr>
          <p:sp>
            <p:nvSpPr>
              <p:cNvPr id="163" name="Oval 162">
                <a:extLst>
                  <a:ext uri="{FF2B5EF4-FFF2-40B4-BE49-F238E27FC236}">
                    <a16:creationId xmlns:a16="http://schemas.microsoft.com/office/drawing/2014/main" id="{CD6039BB-4E25-2E83-D5C4-ADD353118F35}"/>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 name="Oval 163">
                <a:extLst>
                  <a:ext uri="{FF2B5EF4-FFF2-40B4-BE49-F238E27FC236}">
                    <a16:creationId xmlns:a16="http://schemas.microsoft.com/office/drawing/2014/main" id="{4E010F00-D7A0-4759-9AD8-03CDE9785235}"/>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2" name="Oval 161">
              <a:extLst>
                <a:ext uri="{FF2B5EF4-FFF2-40B4-BE49-F238E27FC236}">
                  <a16:creationId xmlns:a16="http://schemas.microsoft.com/office/drawing/2014/main" id="{A482A33B-B5C9-8ED7-844F-1D47E1113900}"/>
                </a:ext>
              </a:extLst>
            </p:cNvPr>
            <p:cNvSpPr/>
            <p:nvPr/>
          </p:nvSpPr>
          <p:spPr>
            <a:xfrm>
              <a:off x="3011891" y="1666446"/>
              <a:ext cx="2822600" cy="2822600"/>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5" name="Group 164">
            <a:extLst>
              <a:ext uri="{FF2B5EF4-FFF2-40B4-BE49-F238E27FC236}">
                <a16:creationId xmlns:a16="http://schemas.microsoft.com/office/drawing/2014/main" id="{05515715-74A8-4B6A-2401-1A2316D6903F}"/>
              </a:ext>
            </a:extLst>
          </p:cNvPr>
          <p:cNvGrpSpPr/>
          <p:nvPr/>
        </p:nvGrpSpPr>
        <p:grpSpPr>
          <a:xfrm>
            <a:off x="4023560" y="907739"/>
            <a:ext cx="1196297" cy="1196297"/>
            <a:chOff x="2833686" y="1488241"/>
            <a:chExt cx="3179010" cy="3179010"/>
          </a:xfrm>
        </p:grpSpPr>
        <p:grpSp>
          <p:nvGrpSpPr>
            <p:cNvPr id="166" name="Group 165">
              <a:extLst>
                <a:ext uri="{FF2B5EF4-FFF2-40B4-BE49-F238E27FC236}">
                  <a16:creationId xmlns:a16="http://schemas.microsoft.com/office/drawing/2014/main" id="{5030ECF4-25A7-D4D4-814C-64F2715C8262}"/>
                </a:ext>
              </a:extLst>
            </p:cNvPr>
            <p:cNvGrpSpPr/>
            <p:nvPr/>
          </p:nvGrpSpPr>
          <p:grpSpPr>
            <a:xfrm>
              <a:off x="2833686" y="1488241"/>
              <a:ext cx="3179010" cy="3179010"/>
              <a:chOff x="7349505" y="606851"/>
              <a:chExt cx="1211126" cy="1211126"/>
            </a:xfrm>
          </p:grpSpPr>
          <p:sp>
            <p:nvSpPr>
              <p:cNvPr id="168" name="Oval 167">
                <a:extLst>
                  <a:ext uri="{FF2B5EF4-FFF2-40B4-BE49-F238E27FC236}">
                    <a16:creationId xmlns:a16="http://schemas.microsoft.com/office/drawing/2014/main" id="{4DD7C3A9-CEE7-1AE1-9D34-8E906ED5A015}"/>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Oval 168">
                <a:extLst>
                  <a:ext uri="{FF2B5EF4-FFF2-40B4-BE49-F238E27FC236}">
                    <a16:creationId xmlns:a16="http://schemas.microsoft.com/office/drawing/2014/main" id="{8D51054E-A646-CF7B-07E9-9AEA70632ED1}"/>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7" name="Oval 166">
              <a:extLst>
                <a:ext uri="{FF2B5EF4-FFF2-40B4-BE49-F238E27FC236}">
                  <a16:creationId xmlns:a16="http://schemas.microsoft.com/office/drawing/2014/main" id="{31403E95-E690-0DBA-C756-75CEA42B94EC}"/>
                </a:ext>
              </a:extLst>
            </p:cNvPr>
            <p:cNvSpPr/>
            <p:nvPr/>
          </p:nvSpPr>
          <p:spPr>
            <a:xfrm>
              <a:off x="3103447" y="1758002"/>
              <a:ext cx="2639489" cy="2639489"/>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0" name="Group 169">
            <a:extLst>
              <a:ext uri="{FF2B5EF4-FFF2-40B4-BE49-F238E27FC236}">
                <a16:creationId xmlns:a16="http://schemas.microsoft.com/office/drawing/2014/main" id="{E31F621B-99BA-6538-94E2-1A5DC7A16251}"/>
              </a:ext>
            </a:extLst>
          </p:cNvPr>
          <p:cNvGrpSpPr/>
          <p:nvPr/>
        </p:nvGrpSpPr>
        <p:grpSpPr>
          <a:xfrm>
            <a:off x="4386312" y="2215161"/>
            <a:ext cx="1196297" cy="1196297"/>
            <a:chOff x="2833686" y="1488241"/>
            <a:chExt cx="3179010" cy="3179010"/>
          </a:xfrm>
        </p:grpSpPr>
        <p:grpSp>
          <p:nvGrpSpPr>
            <p:cNvPr id="171" name="Group 170">
              <a:extLst>
                <a:ext uri="{FF2B5EF4-FFF2-40B4-BE49-F238E27FC236}">
                  <a16:creationId xmlns:a16="http://schemas.microsoft.com/office/drawing/2014/main" id="{67F2A478-ED37-3FD6-41F9-D4EA41D02E19}"/>
                </a:ext>
              </a:extLst>
            </p:cNvPr>
            <p:cNvGrpSpPr/>
            <p:nvPr/>
          </p:nvGrpSpPr>
          <p:grpSpPr>
            <a:xfrm>
              <a:off x="2833686" y="1488241"/>
              <a:ext cx="3179010" cy="3179010"/>
              <a:chOff x="7349505" y="606851"/>
              <a:chExt cx="1211126" cy="1211126"/>
            </a:xfrm>
          </p:grpSpPr>
          <p:sp>
            <p:nvSpPr>
              <p:cNvPr id="173" name="Oval 172">
                <a:extLst>
                  <a:ext uri="{FF2B5EF4-FFF2-40B4-BE49-F238E27FC236}">
                    <a16:creationId xmlns:a16="http://schemas.microsoft.com/office/drawing/2014/main" id="{1863EEE5-83A1-32B7-69DF-B9ECE5FBC8F9}"/>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Oval 173">
                <a:extLst>
                  <a:ext uri="{FF2B5EF4-FFF2-40B4-BE49-F238E27FC236}">
                    <a16:creationId xmlns:a16="http://schemas.microsoft.com/office/drawing/2014/main" id="{0BB78CD0-9CC2-1FE9-0ED6-2C723CEC6971}"/>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2" name="Oval 171">
              <a:extLst>
                <a:ext uri="{FF2B5EF4-FFF2-40B4-BE49-F238E27FC236}">
                  <a16:creationId xmlns:a16="http://schemas.microsoft.com/office/drawing/2014/main" id="{1D9F08C4-9672-0833-04DE-DACD44B6D847}"/>
                </a:ext>
              </a:extLst>
            </p:cNvPr>
            <p:cNvSpPr/>
            <p:nvPr/>
          </p:nvSpPr>
          <p:spPr>
            <a:xfrm>
              <a:off x="3103447" y="1758002"/>
              <a:ext cx="2639490" cy="2639490"/>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5" name="Group 174">
            <a:extLst>
              <a:ext uri="{FF2B5EF4-FFF2-40B4-BE49-F238E27FC236}">
                <a16:creationId xmlns:a16="http://schemas.microsoft.com/office/drawing/2014/main" id="{63CF76DA-1D54-D1C7-9780-F3425894B24E}"/>
              </a:ext>
            </a:extLst>
          </p:cNvPr>
          <p:cNvGrpSpPr/>
          <p:nvPr/>
        </p:nvGrpSpPr>
        <p:grpSpPr>
          <a:xfrm>
            <a:off x="4023560" y="3527528"/>
            <a:ext cx="1196297" cy="1196297"/>
            <a:chOff x="2833686" y="1488241"/>
            <a:chExt cx="3179010" cy="3179010"/>
          </a:xfrm>
        </p:grpSpPr>
        <p:grpSp>
          <p:nvGrpSpPr>
            <p:cNvPr id="176" name="Group 175">
              <a:extLst>
                <a:ext uri="{FF2B5EF4-FFF2-40B4-BE49-F238E27FC236}">
                  <a16:creationId xmlns:a16="http://schemas.microsoft.com/office/drawing/2014/main" id="{F1320C5F-5ABF-4FB4-B4CC-703E9A246DD9}"/>
                </a:ext>
              </a:extLst>
            </p:cNvPr>
            <p:cNvGrpSpPr/>
            <p:nvPr/>
          </p:nvGrpSpPr>
          <p:grpSpPr>
            <a:xfrm>
              <a:off x="2833686" y="1488241"/>
              <a:ext cx="3179010" cy="3179010"/>
              <a:chOff x="7349505" y="606851"/>
              <a:chExt cx="1211126" cy="1211126"/>
            </a:xfrm>
          </p:grpSpPr>
          <p:sp>
            <p:nvSpPr>
              <p:cNvPr id="178" name="Oval 177">
                <a:extLst>
                  <a:ext uri="{FF2B5EF4-FFF2-40B4-BE49-F238E27FC236}">
                    <a16:creationId xmlns:a16="http://schemas.microsoft.com/office/drawing/2014/main" id="{2C4620CA-CD1C-B6A7-4D05-F0F428EE695B}"/>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id="{2B92F1A9-E76A-995F-FCC5-70E620015CA1}"/>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7" name="Oval 176">
              <a:extLst>
                <a:ext uri="{FF2B5EF4-FFF2-40B4-BE49-F238E27FC236}">
                  <a16:creationId xmlns:a16="http://schemas.microsoft.com/office/drawing/2014/main" id="{AC591552-1EA0-066E-42F4-73E9D4018490}"/>
                </a:ext>
              </a:extLst>
            </p:cNvPr>
            <p:cNvSpPr/>
            <p:nvPr/>
          </p:nvSpPr>
          <p:spPr>
            <a:xfrm>
              <a:off x="3103447" y="1758002"/>
              <a:ext cx="2639490" cy="2639490"/>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3" name="Group 182">
            <a:extLst>
              <a:ext uri="{FF2B5EF4-FFF2-40B4-BE49-F238E27FC236}">
                <a16:creationId xmlns:a16="http://schemas.microsoft.com/office/drawing/2014/main" id="{CE184D57-4578-1C8D-476E-B60230789AD2}"/>
              </a:ext>
            </a:extLst>
          </p:cNvPr>
          <p:cNvGrpSpPr/>
          <p:nvPr/>
        </p:nvGrpSpPr>
        <p:grpSpPr>
          <a:xfrm>
            <a:off x="3733593" y="1831389"/>
            <a:ext cx="248611" cy="248611"/>
            <a:chOff x="3022909" y="1433567"/>
            <a:chExt cx="367991" cy="367991"/>
          </a:xfrm>
        </p:grpSpPr>
        <p:sp>
          <p:nvSpPr>
            <p:cNvPr id="184" name="Oval 183">
              <a:extLst>
                <a:ext uri="{FF2B5EF4-FFF2-40B4-BE49-F238E27FC236}">
                  <a16:creationId xmlns:a16="http://schemas.microsoft.com/office/drawing/2014/main" id="{CA697224-14E7-618C-172E-72389AEF2D42}"/>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 name="Oval 184">
              <a:extLst>
                <a:ext uri="{FF2B5EF4-FFF2-40B4-BE49-F238E27FC236}">
                  <a16:creationId xmlns:a16="http://schemas.microsoft.com/office/drawing/2014/main" id="{F5294ECB-FA01-C9EA-3D6D-6791DAEC0F71}"/>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6" name="Group 185">
            <a:extLst>
              <a:ext uri="{FF2B5EF4-FFF2-40B4-BE49-F238E27FC236}">
                <a16:creationId xmlns:a16="http://schemas.microsoft.com/office/drawing/2014/main" id="{7A9F9871-2668-ED74-94CB-F65B0965B616}"/>
              </a:ext>
            </a:extLst>
          </p:cNvPr>
          <p:cNvGrpSpPr/>
          <p:nvPr/>
        </p:nvGrpSpPr>
        <p:grpSpPr>
          <a:xfrm>
            <a:off x="3976261" y="2714651"/>
            <a:ext cx="248611" cy="248611"/>
            <a:chOff x="3022909" y="1433567"/>
            <a:chExt cx="367991" cy="367991"/>
          </a:xfrm>
        </p:grpSpPr>
        <p:sp>
          <p:nvSpPr>
            <p:cNvPr id="187" name="Oval 186">
              <a:extLst>
                <a:ext uri="{FF2B5EF4-FFF2-40B4-BE49-F238E27FC236}">
                  <a16:creationId xmlns:a16="http://schemas.microsoft.com/office/drawing/2014/main" id="{B242D68E-F799-00B5-6CF0-C730F44A8EF4}"/>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 name="Oval 187">
              <a:extLst>
                <a:ext uri="{FF2B5EF4-FFF2-40B4-BE49-F238E27FC236}">
                  <a16:creationId xmlns:a16="http://schemas.microsoft.com/office/drawing/2014/main" id="{BCDC5F85-3A21-AF0C-7480-9E08A783FB8A}"/>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9" name="Group 188">
            <a:extLst>
              <a:ext uri="{FF2B5EF4-FFF2-40B4-BE49-F238E27FC236}">
                <a16:creationId xmlns:a16="http://schemas.microsoft.com/office/drawing/2014/main" id="{A0596BB8-426E-43AA-6D23-92BE1A27200C}"/>
              </a:ext>
            </a:extLst>
          </p:cNvPr>
          <p:cNvGrpSpPr/>
          <p:nvPr/>
        </p:nvGrpSpPr>
        <p:grpSpPr>
          <a:xfrm>
            <a:off x="3733593" y="3540613"/>
            <a:ext cx="248611" cy="248611"/>
            <a:chOff x="3022909" y="1433567"/>
            <a:chExt cx="367991" cy="367991"/>
          </a:xfrm>
        </p:grpSpPr>
        <p:sp>
          <p:nvSpPr>
            <p:cNvPr id="190" name="Oval 189">
              <a:extLst>
                <a:ext uri="{FF2B5EF4-FFF2-40B4-BE49-F238E27FC236}">
                  <a16:creationId xmlns:a16="http://schemas.microsoft.com/office/drawing/2014/main" id="{A33FE119-1C5A-1941-AA07-7059B07A1C13}"/>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Oval 190">
              <a:extLst>
                <a:ext uri="{FF2B5EF4-FFF2-40B4-BE49-F238E27FC236}">
                  <a16:creationId xmlns:a16="http://schemas.microsoft.com/office/drawing/2014/main" id="{17424009-0D6B-1253-94B9-2315D0D5A003}"/>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92" name="Picture 191" descr="A blue and black logo with a city and atom&#10;&#10;Description automatically generated">
            <a:extLst>
              <a:ext uri="{FF2B5EF4-FFF2-40B4-BE49-F238E27FC236}">
                <a16:creationId xmlns:a16="http://schemas.microsoft.com/office/drawing/2014/main" id="{D62334D6-423D-DBAC-F567-77AAC82E189B}"/>
              </a:ext>
            </a:extLst>
          </p:cNvPr>
          <p:cNvPicPr>
            <a:picLocks noChangeAspect="1"/>
          </p:cNvPicPr>
          <p:nvPr/>
        </p:nvPicPr>
        <p:blipFill>
          <a:blip r:embed="rId2"/>
          <a:stretch>
            <a:fillRect/>
          </a:stretch>
        </p:blipFill>
        <p:spPr>
          <a:xfrm>
            <a:off x="1848012" y="1857973"/>
            <a:ext cx="1515254" cy="1875041"/>
          </a:xfrm>
          <a:prstGeom prst="rect">
            <a:avLst/>
          </a:prstGeom>
        </p:spPr>
      </p:pic>
      <p:pic>
        <p:nvPicPr>
          <p:cNvPr id="194" name="Picture 193">
            <a:extLst>
              <a:ext uri="{FF2B5EF4-FFF2-40B4-BE49-F238E27FC236}">
                <a16:creationId xmlns:a16="http://schemas.microsoft.com/office/drawing/2014/main" id="{17586644-7B1C-417D-3CF8-F835B04CEC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8856" y="3711737"/>
            <a:ext cx="705705" cy="859219"/>
          </a:xfrm>
          <a:prstGeom prst="rect">
            <a:avLst/>
          </a:prstGeom>
        </p:spPr>
      </p:pic>
      <p:pic>
        <p:nvPicPr>
          <p:cNvPr id="195" name="Picture 194">
            <a:extLst>
              <a:ext uri="{FF2B5EF4-FFF2-40B4-BE49-F238E27FC236}">
                <a16:creationId xmlns:a16="http://schemas.microsoft.com/office/drawing/2014/main" id="{9DED9BE0-DF47-6960-1FE5-6E603EB2BC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9347" y="2379321"/>
            <a:ext cx="710227" cy="876551"/>
          </a:xfrm>
          <a:prstGeom prst="rect">
            <a:avLst/>
          </a:prstGeom>
        </p:spPr>
      </p:pic>
      <p:grpSp>
        <p:nvGrpSpPr>
          <p:cNvPr id="7" name="Group 6">
            <a:extLst>
              <a:ext uri="{FF2B5EF4-FFF2-40B4-BE49-F238E27FC236}">
                <a16:creationId xmlns:a16="http://schemas.microsoft.com/office/drawing/2014/main" id="{A919CE3B-D37B-9E89-5F66-BABC4AF799E7}"/>
              </a:ext>
            </a:extLst>
          </p:cNvPr>
          <p:cNvGrpSpPr/>
          <p:nvPr/>
        </p:nvGrpSpPr>
        <p:grpSpPr>
          <a:xfrm>
            <a:off x="2731858" y="133036"/>
            <a:ext cx="6496687" cy="610651"/>
            <a:chOff x="2854084" y="82379"/>
            <a:chExt cx="6496687" cy="610651"/>
          </a:xfrm>
        </p:grpSpPr>
        <p:grpSp>
          <p:nvGrpSpPr>
            <p:cNvPr id="4" name="Google Shape;1759;p24">
              <a:extLst>
                <a:ext uri="{FF2B5EF4-FFF2-40B4-BE49-F238E27FC236}">
                  <a16:creationId xmlns:a16="http://schemas.microsoft.com/office/drawing/2014/main" id="{9069EF70-C5AB-409D-762C-950CD998A424}"/>
                </a:ext>
              </a:extLst>
            </p:cNvPr>
            <p:cNvGrpSpPr/>
            <p:nvPr/>
          </p:nvGrpSpPr>
          <p:grpSpPr>
            <a:xfrm>
              <a:off x="2854084" y="82379"/>
              <a:ext cx="6483831" cy="610651"/>
              <a:chOff x="5573642" y="2488315"/>
              <a:chExt cx="2748650" cy="2748282"/>
            </a:xfrm>
          </p:grpSpPr>
          <p:sp>
            <p:nvSpPr>
              <p:cNvPr id="5" name="Google Shape;1760;p24">
                <a:extLst>
                  <a:ext uri="{FF2B5EF4-FFF2-40B4-BE49-F238E27FC236}">
                    <a16:creationId xmlns:a16="http://schemas.microsoft.com/office/drawing/2014/main" id="{4A07355B-2125-7ADF-5277-95BE44FA858A}"/>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chemeClr val="dk2">
                    <a:alpha val="55686"/>
                  </a:schemeClr>
                </a:outerShdw>
              </a:effectLst>
            </p:spPr>
            <p:txBody>
              <a:bodyPr spcFirstLastPara="1" wrap="square" lIns="137150" tIns="68575" rIns="137150" bIns="68575" anchor="t" anchorCtr="0">
                <a:noAutofit/>
              </a:bodyPr>
              <a:lstStyle/>
              <a:p>
                <a:pPr marL="0" marR="0" lvl="0" indent="0" algn="l" rtl="0">
                  <a:lnSpc>
                    <a:spcPct val="100000"/>
                  </a:lnSpc>
                  <a:spcBef>
                    <a:spcPts val="0"/>
                  </a:spcBef>
                  <a:spcAft>
                    <a:spcPts val="0"/>
                  </a:spcAft>
                  <a:buClr>
                    <a:schemeClr val="dk1"/>
                  </a:buClr>
                  <a:buSzPts val="4050"/>
                  <a:buFont typeface="Calibri"/>
                  <a:buNone/>
                </a:pPr>
                <a:endParaRPr sz="4050" b="0" i="0" u="none" strike="noStrike" cap="none">
                  <a:solidFill>
                    <a:srgbClr val="ACB0C0"/>
                  </a:solidFill>
                  <a:latin typeface="Calibri"/>
                  <a:ea typeface="Calibri"/>
                  <a:cs typeface="Calibri"/>
                  <a:sym typeface="Calibri"/>
                </a:endParaRPr>
              </a:p>
            </p:txBody>
          </p:sp>
          <p:sp>
            <p:nvSpPr>
              <p:cNvPr id="6" name="Google Shape;1761;p24">
                <a:extLst>
                  <a:ext uri="{FF2B5EF4-FFF2-40B4-BE49-F238E27FC236}">
                    <a16:creationId xmlns:a16="http://schemas.microsoft.com/office/drawing/2014/main" id="{66A90BC6-4D82-A807-4150-604D625C7F6B}"/>
                  </a:ext>
                </a:extLst>
              </p:cNvPr>
              <p:cNvSpPr/>
              <p:nvPr/>
            </p:nvSpPr>
            <p:spPr>
              <a:xfrm>
                <a:off x="5573642" y="2488315"/>
                <a:ext cx="2743198" cy="2743200"/>
              </a:xfrm>
              <a:prstGeom prst="roundRect">
                <a:avLst>
                  <a:gd name="adj" fmla="val 16667"/>
                </a:avLst>
              </a:prstGeom>
              <a:solidFill>
                <a:srgbClr val="EBECF0"/>
              </a:solidFill>
              <a:ln>
                <a:noFill/>
              </a:ln>
              <a:effectLst>
                <a:outerShdw blurRad="177800" dist="114300" dir="2700000" algn="ctr" rotWithShape="0">
                  <a:schemeClr val="dk1">
                    <a:alpha val="41960"/>
                  </a:schemeClr>
                </a:outerShdw>
              </a:effectLst>
            </p:spPr>
            <p:txBody>
              <a:bodyPr spcFirstLastPara="1" wrap="square" lIns="137150" tIns="68575" rIns="137150" bIns="68575" anchor="t" anchorCtr="0">
                <a:noAutofit/>
              </a:bodyPr>
              <a:lstStyle/>
              <a:p>
                <a:pPr marL="0" marR="0" lvl="0" indent="0" algn="l" rtl="0">
                  <a:lnSpc>
                    <a:spcPct val="100000"/>
                  </a:lnSpc>
                  <a:spcBef>
                    <a:spcPts val="0"/>
                  </a:spcBef>
                  <a:spcAft>
                    <a:spcPts val="0"/>
                  </a:spcAft>
                  <a:buClr>
                    <a:schemeClr val="dk1"/>
                  </a:buClr>
                  <a:buSzPts val="4050"/>
                  <a:buFont typeface="Calibri"/>
                  <a:buNone/>
                </a:pPr>
                <a:endParaRPr sz="4050" b="0" i="0" u="none" strike="noStrike" cap="none">
                  <a:solidFill>
                    <a:srgbClr val="ACB0C0"/>
                  </a:solidFill>
                  <a:latin typeface="Calibri"/>
                  <a:ea typeface="Calibri"/>
                  <a:cs typeface="Calibri"/>
                  <a:sym typeface="Calibri"/>
                </a:endParaRPr>
              </a:p>
            </p:txBody>
          </p:sp>
        </p:grpSp>
        <p:sp>
          <p:nvSpPr>
            <p:cNvPr id="3" name="Google Shape;1299;p19">
              <a:extLst>
                <a:ext uri="{FF2B5EF4-FFF2-40B4-BE49-F238E27FC236}">
                  <a16:creationId xmlns:a16="http://schemas.microsoft.com/office/drawing/2014/main" id="{98B67B4D-94E4-8857-FF28-1FB7FD8D5CDC}"/>
                </a:ext>
              </a:extLst>
            </p:cNvPr>
            <p:cNvSpPr/>
            <p:nvPr/>
          </p:nvSpPr>
          <p:spPr>
            <a:xfrm>
              <a:off x="2991160" y="173319"/>
              <a:ext cx="6359611" cy="276999"/>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sz="1800" b="1" kern="100">
                  <a:solidFill>
                    <a:srgbClr val="0070C0"/>
                  </a:solidFill>
                  <a:effectLst/>
                  <a:latin typeface="Open Sans" panose="020B0606030504020204" pitchFamily="34" charset="0"/>
                  <a:ea typeface="Open Sans" panose="020B0606030504020204" pitchFamily="34" charset="0"/>
                  <a:cs typeface="Open Sans" panose="020B0606030504020204" pitchFamily="34" charset="0"/>
                </a:rPr>
                <a:t>Q-Forte : Phase-I </a:t>
              </a:r>
              <a:endParaRPr lang="en-IN" sz="1800" kern="100">
                <a:solidFill>
                  <a:srgbClr val="0070C0"/>
                </a:solidFill>
                <a:effectLst/>
                <a:latin typeface="Open Sans" panose="020B0606030504020204" pitchFamily="34" charset="0"/>
                <a:ea typeface="Open Sans" panose="020B0606030504020204" pitchFamily="34" charset="0"/>
                <a:cs typeface="Open Sans" panose="020B0606030504020204" pitchFamily="34" charset="0"/>
              </a:endParaRPr>
            </a:p>
          </p:txBody>
        </p:sp>
      </p:grpSp>
      <p:pic>
        <p:nvPicPr>
          <p:cNvPr id="8" name="Picture 7" descr="A blue shield with a check mark in the middle&#10;&#10;AI-generated content may be incorrect.">
            <a:extLst>
              <a:ext uri="{FF2B5EF4-FFF2-40B4-BE49-F238E27FC236}">
                <a16:creationId xmlns:a16="http://schemas.microsoft.com/office/drawing/2014/main" id="{0A0B5FBE-DCA4-89D1-8930-00F4A0222BDB}"/>
              </a:ext>
            </a:extLst>
          </p:cNvPr>
          <p:cNvPicPr>
            <a:picLocks noChangeAspect="1"/>
          </p:cNvPicPr>
          <p:nvPr/>
        </p:nvPicPr>
        <p:blipFill>
          <a:blip r:embed="rId5"/>
          <a:stretch>
            <a:fillRect/>
          </a:stretch>
        </p:blipFill>
        <p:spPr>
          <a:xfrm>
            <a:off x="4277718" y="1085087"/>
            <a:ext cx="687981" cy="859976"/>
          </a:xfrm>
          <a:prstGeom prst="rect">
            <a:avLst/>
          </a:prstGeom>
        </p:spPr>
      </p:pic>
    </p:spTree>
    <p:extLst>
      <p:ext uri="{BB962C8B-B14F-4D97-AF65-F5344CB8AC3E}">
        <p14:creationId xmlns:p14="http://schemas.microsoft.com/office/powerpoint/2010/main" val="2839478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644C3-266A-3E34-0B86-87B7BF7A2D97}"/>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B110FE91-A811-5CFA-9AC7-A099CF65328E}"/>
              </a:ext>
            </a:extLst>
          </p:cNvPr>
          <p:cNvGrpSpPr/>
          <p:nvPr/>
        </p:nvGrpSpPr>
        <p:grpSpPr>
          <a:xfrm>
            <a:off x="7767498" y="627253"/>
            <a:ext cx="2465793" cy="591375"/>
            <a:chOff x="3590925" y="1289193"/>
            <a:chExt cx="5010150" cy="1201595"/>
          </a:xfrm>
        </p:grpSpPr>
        <p:sp>
          <p:nvSpPr>
            <p:cNvPr id="139" name="Freeform 6">
              <a:extLst>
                <a:ext uri="{FF2B5EF4-FFF2-40B4-BE49-F238E27FC236}">
                  <a16:creationId xmlns:a16="http://schemas.microsoft.com/office/drawing/2014/main" id="{3C7C2F4D-2F40-0A8E-F2C5-77C5EBAA7889}"/>
                </a:ext>
              </a:extLst>
            </p:cNvPr>
            <p:cNvSpPr>
              <a:spLocks/>
            </p:cNvSpPr>
            <p:nvPr/>
          </p:nvSpPr>
          <p:spPr bwMode="auto">
            <a:xfrm>
              <a:off x="3590925" y="1292225"/>
              <a:ext cx="5010150" cy="1198563"/>
            </a:xfrm>
            <a:custGeom>
              <a:avLst/>
              <a:gdLst>
                <a:gd name="T0" fmla="*/ 1157 w 1314"/>
                <a:gd name="T1" fmla="*/ 314 h 314"/>
                <a:gd name="T2" fmla="*/ 157 w 1314"/>
                <a:gd name="T3" fmla="*/ 314 h 314"/>
                <a:gd name="T4" fmla="*/ 0 w 1314"/>
                <a:gd name="T5" fmla="*/ 157 h 314"/>
                <a:gd name="T6" fmla="*/ 157 w 1314"/>
                <a:gd name="T7" fmla="*/ 0 h 314"/>
                <a:gd name="T8" fmla="*/ 1157 w 1314"/>
                <a:gd name="T9" fmla="*/ 0 h 314"/>
                <a:gd name="T10" fmla="*/ 1314 w 1314"/>
                <a:gd name="T11" fmla="*/ 157 h 314"/>
                <a:gd name="T12" fmla="*/ 1157 w 1314"/>
                <a:gd name="T13" fmla="*/ 314 h 314"/>
              </a:gdLst>
              <a:ahLst/>
              <a:cxnLst>
                <a:cxn ang="0">
                  <a:pos x="T0" y="T1"/>
                </a:cxn>
                <a:cxn ang="0">
                  <a:pos x="T2" y="T3"/>
                </a:cxn>
                <a:cxn ang="0">
                  <a:pos x="T4" y="T5"/>
                </a:cxn>
                <a:cxn ang="0">
                  <a:pos x="T6" y="T7"/>
                </a:cxn>
                <a:cxn ang="0">
                  <a:pos x="T8" y="T9"/>
                </a:cxn>
                <a:cxn ang="0">
                  <a:pos x="T10" y="T11"/>
                </a:cxn>
                <a:cxn ang="0">
                  <a:pos x="T12" y="T13"/>
                </a:cxn>
              </a:cxnLst>
              <a:rect l="0" t="0" r="r" b="b"/>
              <a:pathLst>
                <a:path w="1314" h="314">
                  <a:moveTo>
                    <a:pt x="1157" y="314"/>
                  </a:moveTo>
                  <a:cubicBezTo>
                    <a:pt x="157" y="314"/>
                    <a:pt x="157" y="314"/>
                    <a:pt x="157" y="314"/>
                  </a:cubicBezTo>
                  <a:cubicBezTo>
                    <a:pt x="70" y="314"/>
                    <a:pt x="0" y="244"/>
                    <a:pt x="0" y="157"/>
                  </a:cubicBezTo>
                  <a:cubicBezTo>
                    <a:pt x="0" y="71"/>
                    <a:pt x="70" y="0"/>
                    <a:pt x="157" y="0"/>
                  </a:cubicBezTo>
                  <a:cubicBezTo>
                    <a:pt x="1157" y="0"/>
                    <a:pt x="1157" y="0"/>
                    <a:pt x="1157" y="0"/>
                  </a:cubicBezTo>
                  <a:cubicBezTo>
                    <a:pt x="1244" y="0"/>
                    <a:pt x="1314" y="71"/>
                    <a:pt x="1314" y="157"/>
                  </a:cubicBezTo>
                  <a:cubicBezTo>
                    <a:pt x="1314" y="244"/>
                    <a:pt x="1244" y="314"/>
                    <a:pt x="1157" y="314"/>
                  </a:cubicBezTo>
                  <a:close/>
                </a:path>
              </a:pathLst>
            </a:cu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 name="Freeform 6">
              <a:extLst>
                <a:ext uri="{FF2B5EF4-FFF2-40B4-BE49-F238E27FC236}">
                  <a16:creationId xmlns:a16="http://schemas.microsoft.com/office/drawing/2014/main" id="{A20C043C-26C3-CCD7-C162-9604CD5D4703}"/>
                </a:ext>
              </a:extLst>
            </p:cNvPr>
            <p:cNvSpPr>
              <a:spLocks/>
            </p:cNvSpPr>
            <p:nvPr/>
          </p:nvSpPr>
          <p:spPr bwMode="auto">
            <a:xfrm>
              <a:off x="3590925" y="1289193"/>
              <a:ext cx="5010150" cy="1198563"/>
            </a:xfrm>
            <a:custGeom>
              <a:avLst/>
              <a:gdLst>
                <a:gd name="T0" fmla="*/ 1157 w 1314"/>
                <a:gd name="T1" fmla="*/ 314 h 314"/>
                <a:gd name="T2" fmla="*/ 157 w 1314"/>
                <a:gd name="T3" fmla="*/ 314 h 314"/>
                <a:gd name="T4" fmla="*/ 0 w 1314"/>
                <a:gd name="T5" fmla="*/ 157 h 314"/>
                <a:gd name="T6" fmla="*/ 157 w 1314"/>
                <a:gd name="T7" fmla="*/ 0 h 314"/>
                <a:gd name="T8" fmla="*/ 1157 w 1314"/>
                <a:gd name="T9" fmla="*/ 0 h 314"/>
                <a:gd name="T10" fmla="*/ 1314 w 1314"/>
                <a:gd name="T11" fmla="*/ 157 h 314"/>
                <a:gd name="T12" fmla="*/ 1157 w 1314"/>
                <a:gd name="T13" fmla="*/ 314 h 314"/>
              </a:gdLst>
              <a:ahLst/>
              <a:cxnLst>
                <a:cxn ang="0">
                  <a:pos x="T0" y="T1"/>
                </a:cxn>
                <a:cxn ang="0">
                  <a:pos x="T2" y="T3"/>
                </a:cxn>
                <a:cxn ang="0">
                  <a:pos x="T4" y="T5"/>
                </a:cxn>
                <a:cxn ang="0">
                  <a:pos x="T6" y="T7"/>
                </a:cxn>
                <a:cxn ang="0">
                  <a:pos x="T8" y="T9"/>
                </a:cxn>
                <a:cxn ang="0">
                  <a:pos x="T10" y="T11"/>
                </a:cxn>
                <a:cxn ang="0">
                  <a:pos x="T12" y="T13"/>
                </a:cxn>
              </a:cxnLst>
              <a:rect l="0" t="0" r="r" b="b"/>
              <a:pathLst>
                <a:path w="1314" h="314">
                  <a:moveTo>
                    <a:pt x="1157" y="314"/>
                  </a:moveTo>
                  <a:cubicBezTo>
                    <a:pt x="157" y="314"/>
                    <a:pt x="157" y="314"/>
                    <a:pt x="157" y="314"/>
                  </a:cubicBezTo>
                  <a:cubicBezTo>
                    <a:pt x="70" y="314"/>
                    <a:pt x="0" y="244"/>
                    <a:pt x="0" y="157"/>
                  </a:cubicBezTo>
                  <a:cubicBezTo>
                    <a:pt x="0" y="71"/>
                    <a:pt x="70" y="0"/>
                    <a:pt x="157" y="0"/>
                  </a:cubicBezTo>
                  <a:cubicBezTo>
                    <a:pt x="1157" y="0"/>
                    <a:pt x="1157" y="0"/>
                    <a:pt x="1157" y="0"/>
                  </a:cubicBezTo>
                  <a:cubicBezTo>
                    <a:pt x="1244" y="0"/>
                    <a:pt x="1314" y="71"/>
                    <a:pt x="1314" y="157"/>
                  </a:cubicBezTo>
                  <a:cubicBezTo>
                    <a:pt x="1314" y="244"/>
                    <a:pt x="1244" y="314"/>
                    <a:pt x="1157" y="314"/>
                  </a:cubicBezTo>
                  <a:close/>
                </a:path>
              </a:pathLst>
            </a:cu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2" name="Text Placeholder 36">
            <a:extLst>
              <a:ext uri="{FF2B5EF4-FFF2-40B4-BE49-F238E27FC236}">
                <a16:creationId xmlns:a16="http://schemas.microsoft.com/office/drawing/2014/main" id="{9A9407F8-4004-4CB0-6FBE-1B43C8AA5035}"/>
              </a:ext>
            </a:extLst>
          </p:cNvPr>
          <p:cNvSpPr txBox="1">
            <a:spLocks/>
          </p:cNvSpPr>
          <p:nvPr/>
        </p:nvSpPr>
        <p:spPr>
          <a:xfrm>
            <a:off x="8036977" y="783460"/>
            <a:ext cx="1926834" cy="277467"/>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B0F0"/>
                </a:solidFill>
                <a:effectLst/>
                <a:uLnTx/>
                <a:uFillTx/>
                <a:latin typeface="Open Sans" panose="020B0606030504020204" pitchFamily="34" charset="0"/>
                <a:ea typeface="+mn-ea"/>
                <a:cs typeface="+mn-cs"/>
              </a:rPr>
              <a:t>AI FEATURES</a:t>
            </a:r>
          </a:p>
        </p:txBody>
      </p:sp>
      <p:grpSp>
        <p:nvGrpSpPr>
          <p:cNvPr id="56" name="Group 55">
            <a:extLst>
              <a:ext uri="{FF2B5EF4-FFF2-40B4-BE49-F238E27FC236}">
                <a16:creationId xmlns:a16="http://schemas.microsoft.com/office/drawing/2014/main" id="{B62A96E6-8616-21BF-6F09-6E16B1184FD7}"/>
              </a:ext>
            </a:extLst>
          </p:cNvPr>
          <p:cNvGrpSpPr/>
          <p:nvPr/>
        </p:nvGrpSpPr>
        <p:grpSpPr>
          <a:xfrm>
            <a:off x="276221" y="4657889"/>
            <a:ext cx="6936985" cy="1949746"/>
            <a:chOff x="276221" y="4657889"/>
            <a:chExt cx="6936985" cy="1949746"/>
          </a:xfrm>
        </p:grpSpPr>
        <p:sp>
          <p:nvSpPr>
            <p:cNvPr id="49" name="TextBox 48">
              <a:extLst>
                <a:ext uri="{FF2B5EF4-FFF2-40B4-BE49-F238E27FC236}">
                  <a16:creationId xmlns:a16="http://schemas.microsoft.com/office/drawing/2014/main" id="{DC9459BA-50EA-628F-7C95-6258FD200880}"/>
                </a:ext>
              </a:extLst>
            </p:cNvPr>
            <p:cNvSpPr txBox="1"/>
            <p:nvPr/>
          </p:nvSpPr>
          <p:spPr>
            <a:xfrm>
              <a:off x="276221" y="4657889"/>
              <a:ext cx="693698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0B0F0"/>
                  </a:solidFill>
                  <a:effectLst/>
                  <a:uLnTx/>
                  <a:uFillTx/>
                  <a:latin typeface="Open Sans" panose="020B0606030504020204" pitchFamily="34" charset="0"/>
                  <a:ea typeface="Open Sans" panose="020B0606030504020204" pitchFamily="34" charset="0"/>
                  <a:cs typeface="Open Sans" panose="020B0606030504020204" pitchFamily="34" charset="0"/>
                </a:rPr>
                <a:t>Cutting-edge Crypto Vulnerability Scanning Tool enabling building of CBOM &amp; PQC Migration Roadmap, followed by Post-Migration PQC compliance monitoring of global IT infrastructure of organisations striving for Quantum Resilience.</a:t>
              </a:r>
            </a:p>
          </p:txBody>
        </p:sp>
        <p:sp>
          <p:nvSpPr>
            <p:cNvPr id="50" name="TextBox 49">
              <a:extLst>
                <a:ext uri="{FF2B5EF4-FFF2-40B4-BE49-F238E27FC236}">
                  <a16:creationId xmlns:a16="http://schemas.microsoft.com/office/drawing/2014/main" id="{A0A8C4E2-9A7D-FFD1-E36C-48C8399CB2A5}"/>
                </a:ext>
              </a:extLst>
            </p:cNvPr>
            <p:cNvSpPr txBox="1"/>
            <p:nvPr/>
          </p:nvSpPr>
          <p:spPr>
            <a:xfrm>
              <a:off x="365428" y="5438084"/>
              <a:ext cx="6461500" cy="11695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Offers specialized capabilities in detecting and addressing cryptographic quantum vulnerabilities in websites, network, code base and software packages to assess associated risk. By utilizing </a:t>
              </a:r>
              <a:r>
                <a:rPr kumimoji="0" lang="en-GB" sz="1400" b="0" i="0" u="none" strike="noStrike" kern="1200" cap="none" spc="0" normalizeH="0" baseline="0" noProof="0" err="1">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ChecQ</a:t>
              </a:r>
              <a:r>
                <a:rPr kumimoji="0" lang="en-GB"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-AI, institutions can proactively safeguard their cryptographic systems and protect critical infrastructure from potential quantum computer cyberattacks.​</a:t>
              </a:r>
            </a:p>
          </p:txBody>
        </p:sp>
      </p:grpSp>
      <p:grpSp>
        <p:nvGrpSpPr>
          <p:cNvPr id="55" name="Group 54">
            <a:extLst>
              <a:ext uri="{FF2B5EF4-FFF2-40B4-BE49-F238E27FC236}">
                <a16:creationId xmlns:a16="http://schemas.microsoft.com/office/drawing/2014/main" id="{E38625B0-B585-6D13-3939-789D923A8E4D}"/>
              </a:ext>
            </a:extLst>
          </p:cNvPr>
          <p:cNvGrpSpPr/>
          <p:nvPr/>
        </p:nvGrpSpPr>
        <p:grpSpPr>
          <a:xfrm>
            <a:off x="661833" y="223958"/>
            <a:ext cx="5015067" cy="3900368"/>
            <a:chOff x="661833" y="223957"/>
            <a:chExt cx="5774827" cy="4326331"/>
          </a:xfrm>
        </p:grpSpPr>
        <p:sp>
          <p:nvSpPr>
            <p:cNvPr id="2" name="Freeform 8">
              <a:extLst>
                <a:ext uri="{FF2B5EF4-FFF2-40B4-BE49-F238E27FC236}">
                  <a16:creationId xmlns:a16="http://schemas.microsoft.com/office/drawing/2014/main" id="{FFC72D5C-BDF9-CB34-240D-D7FD54A44EBD}"/>
                </a:ext>
              </a:extLst>
            </p:cNvPr>
            <p:cNvSpPr>
              <a:spLocks/>
            </p:cNvSpPr>
            <p:nvPr/>
          </p:nvSpPr>
          <p:spPr bwMode="auto">
            <a:xfrm>
              <a:off x="2238872" y="2015190"/>
              <a:ext cx="2892816" cy="970585"/>
            </a:xfrm>
            <a:custGeom>
              <a:avLst/>
              <a:gdLst>
                <a:gd name="T0" fmla="*/ 1019 w 1019"/>
                <a:gd name="T1" fmla="*/ 1 h 342"/>
                <a:gd name="T2" fmla="*/ 509 w 1019"/>
                <a:gd name="T3" fmla="*/ 342 h 342"/>
                <a:gd name="T4" fmla="*/ 0 w 1019"/>
                <a:gd name="T5" fmla="*/ 0 h 342"/>
              </a:gdLst>
              <a:ahLst/>
              <a:cxnLst>
                <a:cxn ang="0">
                  <a:pos x="T0" y="T1"/>
                </a:cxn>
                <a:cxn ang="0">
                  <a:pos x="T2" y="T3"/>
                </a:cxn>
                <a:cxn ang="0">
                  <a:pos x="T4" y="T5"/>
                </a:cxn>
              </a:cxnLst>
              <a:rect l="0" t="0" r="r" b="b"/>
              <a:pathLst>
                <a:path w="1019" h="342">
                  <a:moveTo>
                    <a:pt x="1019" y="1"/>
                  </a:moveTo>
                  <a:cubicBezTo>
                    <a:pt x="936" y="201"/>
                    <a:pt x="739" y="342"/>
                    <a:pt x="509" y="342"/>
                  </a:cubicBezTo>
                  <a:cubicBezTo>
                    <a:pt x="279" y="342"/>
                    <a:pt x="82" y="201"/>
                    <a:pt x="0" y="0"/>
                  </a:cubicBezTo>
                </a:path>
              </a:pathLst>
            </a:custGeom>
            <a:noFill/>
            <a:ln w="30163" cap="rnd">
              <a:solidFill>
                <a:schemeClr val="bg2">
                  <a:lumMod val="9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nvGrpSpPr>
            <p:cNvPr id="3" name="Group 2">
              <a:extLst>
                <a:ext uri="{FF2B5EF4-FFF2-40B4-BE49-F238E27FC236}">
                  <a16:creationId xmlns:a16="http://schemas.microsoft.com/office/drawing/2014/main" id="{1EA72963-E480-CB65-F50C-5B174B9138BC}"/>
                </a:ext>
              </a:extLst>
            </p:cNvPr>
            <p:cNvGrpSpPr/>
            <p:nvPr/>
          </p:nvGrpSpPr>
          <p:grpSpPr>
            <a:xfrm>
              <a:off x="2481516" y="223957"/>
              <a:ext cx="2411697" cy="2411697"/>
              <a:chOff x="2833686" y="1488241"/>
              <a:chExt cx="3179011" cy="3179011"/>
            </a:xfrm>
          </p:grpSpPr>
          <p:grpSp>
            <p:nvGrpSpPr>
              <p:cNvPr id="4" name="Group 3">
                <a:extLst>
                  <a:ext uri="{FF2B5EF4-FFF2-40B4-BE49-F238E27FC236}">
                    <a16:creationId xmlns:a16="http://schemas.microsoft.com/office/drawing/2014/main" id="{BE5C79FF-C47E-6248-AC05-D078BF582DF6}"/>
                  </a:ext>
                </a:extLst>
              </p:cNvPr>
              <p:cNvGrpSpPr/>
              <p:nvPr/>
            </p:nvGrpSpPr>
            <p:grpSpPr>
              <a:xfrm>
                <a:off x="2833686" y="1488241"/>
                <a:ext cx="3179011" cy="3179011"/>
                <a:chOff x="7349505" y="606851"/>
                <a:chExt cx="1211126" cy="1211126"/>
              </a:xfrm>
            </p:grpSpPr>
            <p:sp>
              <p:nvSpPr>
                <p:cNvPr id="6" name="Oval 5">
                  <a:extLst>
                    <a:ext uri="{FF2B5EF4-FFF2-40B4-BE49-F238E27FC236}">
                      <a16:creationId xmlns:a16="http://schemas.microsoft.com/office/drawing/2014/main" id="{B86DCAEC-57CC-C262-58C2-C56208797A2C}"/>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Oval 6">
                  <a:extLst>
                    <a:ext uri="{FF2B5EF4-FFF2-40B4-BE49-F238E27FC236}">
                      <a16:creationId xmlns:a16="http://schemas.microsoft.com/office/drawing/2014/main" id="{13471704-E1AB-BF56-1B57-49B4D924C6EE}"/>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 name="Oval 4">
                <a:extLst>
                  <a:ext uri="{FF2B5EF4-FFF2-40B4-BE49-F238E27FC236}">
                    <a16:creationId xmlns:a16="http://schemas.microsoft.com/office/drawing/2014/main" id="{3DC20B82-28A9-C93D-EF2E-678A09C356A0}"/>
                  </a:ext>
                </a:extLst>
              </p:cNvPr>
              <p:cNvSpPr/>
              <p:nvPr/>
            </p:nvSpPr>
            <p:spPr>
              <a:xfrm>
                <a:off x="3011891" y="1666446"/>
                <a:ext cx="2822600" cy="2822600"/>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8" name="Group 7">
              <a:extLst>
                <a:ext uri="{FF2B5EF4-FFF2-40B4-BE49-F238E27FC236}">
                  <a16:creationId xmlns:a16="http://schemas.microsoft.com/office/drawing/2014/main" id="{204A545D-EAA7-4328-C706-6E2F21A9B09B}"/>
                </a:ext>
              </a:extLst>
            </p:cNvPr>
            <p:cNvGrpSpPr/>
            <p:nvPr/>
          </p:nvGrpSpPr>
          <p:grpSpPr>
            <a:xfrm>
              <a:off x="982387" y="1737827"/>
              <a:ext cx="962469" cy="962469"/>
              <a:chOff x="2833686" y="1488241"/>
              <a:chExt cx="3179010" cy="3179010"/>
            </a:xfrm>
          </p:grpSpPr>
          <p:grpSp>
            <p:nvGrpSpPr>
              <p:cNvPr id="9" name="Group 8">
                <a:extLst>
                  <a:ext uri="{FF2B5EF4-FFF2-40B4-BE49-F238E27FC236}">
                    <a16:creationId xmlns:a16="http://schemas.microsoft.com/office/drawing/2014/main" id="{C2DD9B4B-ADD2-F721-C8C1-97F975D43D69}"/>
                  </a:ext>
                </a:extLst>
              </p:cNvPr>
              <p:cNvGrpSpPr/>
              <p:nvPr/>
            </p:nvGrpSpPr>
            <p:grpSpPr>
              <a:xfrm>
                <a:off x="2833686" y="1488241"/>
                <a:ext cx="3179010" cy="3179010"/>
                <a:chOff x="7349505" y="606851"/>
                <a:chExt cx="1211126" cy="1211126"/>
              </a:xfrm>
            </p:grpSpPr>
            <p:sp>
              <p:nvSpPr>
                <p:cNvPr id="11" name="Oval 10">
                  <a:extLst>
                    <a:ext uri="{FF2B5EF4-FFF2-40B4-BE49-F238E27FC236}">
                      <a16:creationId xmlns:a16="http://schemas.microsoft.com/office/drawing/2014/main" id="{DA4381FB-F1F1-D689-FBF3-ED6CFF5084B4}"/>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29B69761-CEAA-98B2-1B4C-F4B8095218B9}"/>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0" name="Oval 9">
                <a:extLst>
                  <a:ext uri="{FF2B5EF4-FFF2-40B4-BE49-F238E27FC236}">
                    <a16:creationId xmlns:a16="http://schemas.microsoft.com/office/drawing/2014/main" id="{F4001E82-95B7-BFD3-A616-B1F6D4DFA595}"/>
                  </a:ext>
                </a:extLst>
              </p:cNvPr>
              <p:cNvSpPr/>
              <p:nvPr/>
            </p:nvSpPr>
            <p:spPr>
              <a:xfrm>
                <a:off x="3103447" y="1758002"/>
                <a:ext cx="2639489" cy="2639489"/>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 name="Group 12">
              <a:extLst>
                <a:ext uri="{FF2B5EF4-FFF2-40B4-BE49-F238E27FC236}">
                  <a16:creationId xmlns:a16="http://schemas.microsoft.com/office/drawing/2014/main" id="{C16F7EB6-83ED-2FB5-FAF6-A5924AD91228}"/>
                </a:ext>
              </a:extLst>
            </p:cNvPr>
            <p:cNvGrpSpPr/>
            <p:nvPr/>
          </p:nvGrpSpPr>
          <p:grpSpPr>
            <a:xfrm>
              <a:off x="2188128" y="3116234"/>
              <a:ext cx="962469" cy="962469"/>
              <a:chOff x="2833686" y="1488241"/>
              <a:chExt cx="3179010" cy="3179010"/>
            </a:xfrm>
          </p:grpSpPr>
          <p:grpSp>
            <p:nvGrpSpPr>
              <p:cNvPr id="14" name="Group 13">
                <a:extLst>
                  <a:ext uri="{FF2B5EF4-FFF2-40B4-BE49-F238E27FC236}">
                    <a16:creationId xmlns:a16="http://schemas.microsoft.com/office/drawing/2014/main" id="{4D413C5F-770F-D4FF-56D7-0F30671845C7}"/>
                  </a:ext>
                </a:extLst>
              </p:cNvPr>
              <p:cNvGrpSpPr/>
              <p:nvPr/>
            </p:nvGrpSpPr>
            <p:grpSpPr>
              <a:xfrm>
                <a:off x="2833686" y="1488241"/>
                <a:ext cx="3179010" cy="3179010"/>
                <a:chOff x="7349505" y="606851"/>
                <a:chExt cx="1211126" cy="1211126"/>
              </a:xfrm>
            </p:grpSpPr>
            <p:sp>
              <p:nvSpPr>
                <p:cNvPr id="16" name="Oval 15">
                  <a:extLst>
                    <a:ext uri="{FF2B5EF4-FFF2-40B4-BE49-F238E27FC236}">
                      <a16:creationId xmlns:a16="http://schemas.microsoft.com/office/drawing/2014/main" id="{7F67B1AB-9387-7DBB-D476-0F2F259A99F6}"/>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DEE5F03D-E420-4849-D6C1-F363BA56B365}"/>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 name="Oval 14">
                <a:extLst>
                  <a:ext uri="{FF2B5EF4-FFF2-40B4-BE49-F238E27FC236}">
                    <a16:creationId xmlns:a16="http://schemas.microsoft.com/office/drawing/2014/main" id="{1BDDC69E-3BA0-D6A3-CE62-6152A7D2F3DB}"/>
                  </a:ext>
                </a:extLst>
              </p:cNvPr>
              <p:cNvSpPr/>
              <p:nvPr/>
            </p:nvSpPr>
            <p:spPr>
              <a:xfrm>
                <a:off x="3103447" y="1758002"/>
                <a:ext cx="2639490" cy="2639490"/>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 name="Group 17">
              <a:extLst>
                <a:ext uri="{FF2B5EF4-FFF2-40B4-BE49-F238E27FC236}">
                  <a16:creationId xmlns:a16="http://schemas.microsoft.com/office/drawing/2014/main" id="{4B0D738F-0858-3461-4378-3EF94894BE4F}"/>
                </a:ext>
              </a:extLst>
            </p:cNvPr>
            <p:cNvGrpSpPr/>
            <p:nvPr/>
          </p:nvGrpSpPr>
          <p:grpSpPr>
            <a:xfrm>
              <a:off x="4209068" y="3125553"/>
              <a:ext cx="962469" cy="962469"/>
              <a:chOff x="2833686" y="1488241"/>
              <a:chExt cx="3179010" cy="3179010"/>
            </a:xfrm>
          </p:grpSpPr>
          <p:grpSp>
            <p:nvGrpSpPr>
              <p:cNvPr id="19" name="Group 18">
                <a:extLst>
                  <a:ext uri="{FF2B5EF4-FFF2-40B4-BE49-F238E27FC236}">
                    <a16:creationId xmlns:a16="http://schemas.microsoft.com/office/drawing/2014/main" id="{A9479B1A-50B5-7E23-23CA-E511AC9D2166}"/>
                  </a:ext>
                </a:extLst>
              </p:cNvPr>
              <p:cNvGrpSpPr/>
              <p:nvPr/>
            </p:nvGrpSpPr>
            <p:grpSpPr>
              <a:xfrm>
                <a:off x="2833686" y="1488241"/>
                <a:ext cx="3179010" cy="3179010"/>
                <a:chOff x="7349505" y="606851"/>
                <a:chExt cx="1211126" cy="1211126"/>
              </a:xfrm>
            </p:grpSpPr>
            <p:sp>
              <p:nvSpPr>
                <p:cNvPr id="21" name="Oval 20">
                  <a:extLst>
                    <a:ext uri="{FF2B5EF4-FFF2-40B4-BE49-F238E27FC236}">
                      <a16:creationId xmlns:a16="http://schemas.microsoft.com/office/drawing/2014/main" id="{F24BE7EF-7DA4-AACF-657A-2306740278B9}"/>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0ECD8DD1-6ECE-7999-FC00-E90E780C40DC}"/>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0" name="Oval 19">
                <a:extLst>
                  <a:ext uri="{FF2B5EF4-FFF2-40B4-BE49-F238E27FC236}">
                    <a16:creationId xmlns:a16="http://schemas.microsoft.com/office/drawing/2014/main" id="{46D315B9-E414-EA86-E8B5-91C0694B241F}"/>
                  </a:ext>
                </a:extLst>
              </p:cNvPr>
              <p:cNvSpPr/>
              <p:nvPr/>
            </p:nvSpPr>
            <p:spPr>
              <a:xfrm>
                <a:off x="3103447" y="1758002"/>
                <a:ext cx="2639490" cy="2639490"/>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3" name="Group 22">
              <a:extLst>
                <a:ext uri="{FF2B5EF4-FFF2-40B4-BE49-F238E27FC236}">
                  <a16:creationId xmlns:a16="http://schemas.microsoft.com/office/drawing/2014/main" id="{1B6E0BAE-3B39-086A-4F50-3B006A641552}"/>
                </a:ext>
              </a:extLst>
            </p:cNvPr>
            <p:cNvGrpSpPr/>
            <p:nvPr/>
          </p:nvGrpSpPr>
          <p:grpSpPr>
            <a:xfrm>
              <a:off x="5415213" y="1741594"/>
              <a:ext cx="962469" cy="962469"/>
              <a:chOff x="2833686" y="1488241"/>
              <a:chExt cx="3179010" cy="3179010"/>
            </a:xfrm>
          </p:grpSpPr>
          <p:grpSp>
            <p:nvGrpSpPr>
              <p:cNvPr id="24" name="Group 23">
                <a:extLst>
                  <a:ext uri="{FF2B5EF4-FFF2-40B4-BE49-F238E27FC236}">
                    <a16:creationId xmlns:a16="http://schemas.microsoft.com/office/drawing/2014/main" id="{E8A8868A-D422-A329-B4FE-CD43D98CD3A2}"/>
                  </a:ext>
                </a:extLst>
              </p:cNvPr>
              <p:cNvGrpSpPr/>
              <p:nvPr/>
            </p:nvGrpSpPr>
            <p:grpSpPr>
              <a:xfrm>
                <a:off x="2833686" y="1488241"/>
                <a:ext cx="3179010" cy="3179010"/>
                <a:chOff x="7349505" y="606851"/>
                <a:chExt cx="1211126" cy="1211126"/>
              </a:xfrm>
            </p:grpSpPr>
            <p:sp>
              <p:nvSpPr>
                <p:cNvPr id="26" name="Oval 25">
                  <a:extLst>
                    <a:ext uri="{FF2B5EF4-FFF2-40B4-BE49-F238E27FC236}">
                      <a16:creationId xmlns:a16="http://schemas.microsoft.com/office/drawing/2014/main" id="{404B0F8D-CF00-5DB3-ABDC-8C8519EA78AA}"/>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79AD055F-92AD-81CE-461E-BEA2AB7DAE64}"/>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5" name="Oval 24">
                <a:extLst>
                  <a:ext uri="{FF2B5EF4-FFF2-40B4-BE49-F238E27FC236}">
                    <a16:creationId xmlns:a16="http://schemas.microsoft.com/office/drawing/2014/main" id="{407CF3D7-8719-CCD0-FCE6-433E00ADA459}"/>
                  </a:ext>
                </a:extLst>
              </p:cNvPr>
              <p:cNvSpPr/>
              <p:nvPr/>
            </p:nvSpPr>
            <p:spPr>
              <a:xfrm>
                <a:off x="3103447" y="1758002"/>
                <a:ext cx="2639489" cy="2639489"/>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1BA6FB38-5816-218F-8CA5-3A7141B237D6}"/>
                </a:ext>
              </a:extLst>
            </p:cNvPr>
            <p:cNvGrpSpPr/>
            <p:nvPr/>
          </p:nvGrpSpPr>
          <p:grpSpPr>
            <a:xfrm>
              <a:off x="2116004" y="1889765"/>
              <a:ext cx="248611" cy="248611"/>
              <a:chOff x="3022909" y="1433567"/>
              <a:chExt cx="367991" cy="367991"/>
            </a:xfrm>
          </p:grpSpPr>
          <p:sp>
            <p:nvSpPr>
              <p:cNvPr id="29" name="Oval 28">
                <a:extLst>
                  <a:ext uri="{FF2B5EF4-FFF2-40B4-BE49-F238E27FC236}">
                    <a16:creationId xmlns:a16="http://schemas.microsoft.com/office/drawing/2014/main" id="{6D9FA557-6ED1-A23E-A682-F72680572E87}"/>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D5A679E7-C536-7DA9-4E88-17CB446F2FAB}"/>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718984EB-1670-7B3E-F3FD-C3F6D1ECF310}"/>
                </a:ext>
              </a:extLst>
            </p:cNvPr>
            <p:cNvGrpSpPr/>
            <p:nvPr/>
          </p:nvGrpSpPr>
          <p:grpSpPr>
            <a:xfrm>
              <a:off x="2956726" y="2738630"/>
              <a:ext cx="248611" cy="248611"/>
              <a:chOff x="3022909" y="1433567"/>
              <a:chExt cx="367991" cy="367991"/>
            </a:xfrm>
          </p:grpSpPr>
          <p:sp>
            <p:nvSpPr>
              <p:cNvPr id="32" name="Oval 31">
                <a:extLst>
                  <a:ext uri="{FF2B5EF4-FFF2-40B4-BE49-F238E27FC236}">
                    <a16:creationId xmlns:a16="http://schemas.microsoft.com/office/drawing/2014/main" id="{9C1FE691-2CCE-BDDC-13F8-EAA2F262D31F}"/>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D3963F0A-C3D8-D32F-CE64-2FACF3E4E9D7}"/>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4" name="Group 33">
              <a:extLst>
                <a:ext uri="{FF2B5EF4-FFF2-40B4-BE49-F238E27FC236}">
                  <a16:creationId xmlns:a16="http://schemas.microsoft.com/office/drawing/2014/main" id="{8C1C28DD-4D91-8F94-A3AE-3B42B51B5978}"/>
                </a:ext>
              </a:extLst>
            </p:cNvPr>
            <p:cNvGrpSpPr/>
            <p:nvPr/>
          </p:nvGrpSpPr>
          <p:grpSpPr>
            <a:xfrm>
              <a:off x="4151610" y="2732430"/>
              <a:ext cx="248611" cy="248611"/>
              <a:chOff x="3022909" y="1433567"/>
              <a:chExt cx="367991" cy="367991"/>
            </a:xfrm>
          </p:grpSpPr>
          <p:sp>
            <p:nvSpPr>
              <p:cNvPr id="35" name="Oval 34">
                <a:extLst>
                  <a:ext uri="{FF2B5EF4-FFF2-40B4-BE49-F238E27FC236}">
                    <a16:creationId xmlns:a16="http://schemas.microsoft.com/office/drawing/2014/main" id="{EF6BD891-0705-33B2-C964-ABD991AF2CD8}"/>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04968BEC-0EB4-E5D6-971B-C4A5698AC397}"/>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7" name="Group 36">
              <a:extLst>
                <a:ext uri="{FF2B5EF4-FFF2-40B4-BE49-F238E27FC236}">
                  <a16:creationId xmlns:a16="http://schemas.microsoft.com/office/drawing/2014/main" id="{E7637048-1B82-2E12-496B-ACD09E544F47}"/>
                </a:ext>
              </a:extLst>
            </p:cNvPr>
            <p:cNvGrpSpPr/>
            <p:nvPr/>
          </p:nvGrpSpPr>
          <p:grpSpPr>
            <a:xfrm>
              <a:off x="5002033" y="1901561"/>
              <a:ext cx="248611" cy="248611"/>
              <a:chOff x="3022909" y="1433567"/>
              <a:chExt cx="367991" cy="367991"/>
            </a:xfrm>
          </p:grpSpPr>
          <p:sp>
            <p:nvSpPr>
              <p:cNvPr id="38" name="Oval 37">
                <a:extLst>
                  <a:ext uri="{FF2B5EF4-FFF2-40B4-BE49-F238E27FC236}">
                    <a16:creationId xmlns:a16="http://schemas.microsoft.com/office/drawing/2014/main" id="{B6E6A7BA-5E9D-B110-85EB-8A8AC0CB360F}"/>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10EAF8C9-399B-DA0D-6011-02B00FEE6AA4}"/>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0" name="Oval 39">
              <a:extLst>
                <a:ext uri="{FF2B5EF4-FFF2-40B4-BE49-F238E27FC236}">
                  <a16:creationId xmlns:a16="http://schemas.microsoft.com/office/drawing/2014/main" id="{6B453907-76F5-E197-B308-48E001AC5DC2}"/>
                </a:ext>
              </a:extLst>
            </p:cNvPr>
            <p:cNvSpPr/>
            <p:nvPr/>
          </p:nvSpPr>
          <p:spPr>
            <a:xfrm>
              <a:off x="5532119" y="1892081"/>
              <a:ext cx="728658" cy="728506"/>
            </a:xfrm>
            <a:prstGeom prst="ellipse">
              <a:avLst/>
            </a:prstGeom>
            <a:blipFill>
              <a:blip r:embed="rId2" cstate="print">
                <a:extLst>
                  <a:ext uri="{28A0092B-C50C-407E-A947-70E740481C1C}">
                    <a14:useLocalDpi xmlns:a14="http://schemas.microsoft.com/office/drawing/2010/main" val="0"/>
                  </a:ext>
                </a:extLst>
              </a:blip>
              <a:srcRect/>
              <a:stretch>
                <a:fillRect l="-44000" r="-44000"/>
              </a:stretch>
            </a:blipFill>
          </p:spPr>
          <p:style>
            <a:lnRef idx="0">
              <a:schemeClr val="lt1">
                <a:hueOff val="0"/>
                <a:satOff val="0"/>
                <a:lumOff val="0"/>
                <a:alphaOff val="0"/>
              </a:schemeClr>
            </a:lnRef>
            <a:fillRef idx="1">
              <a:scrgbClr r="0" g="0" b="0"/>
            </a:fillRef>
            <a:effectRef idx="2">
              <a:schemeClr val="accent5">
                <a:tint val="5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hueOff val="0"/>
                    <a:satOff val="0"/>
                    <a:lumOff val="0"/>
                    <a:alphaOff val="0"/>
                  </a:prstClr>
                </a:solidFill>
                <a:effectLst/>
                <a:uLnTx/>
                <a:uFillTx/>
                <a:latin typeface="Calibri" panose="020F0502020204030204"/>
                <a:ea typeface="+mn-ea"/>
                <a:cs typeface="+mn-cs"/>
              </a:endParaRPr>
            </a:p>
          </p:txBody>
        </p:sp>
        <p:sp>
          <p:nvSpPr>
            <p:cNvPr id="41" name="Oval 40">
              <a:extLst>
                <a:ext uri="{FF2B5EF4-FFF2-40B4-BE49-F238E27FC236}">
                  <a16:creationId xmlns:a16="http://schemas.microsoft.com/office/drawing/2014/main" id="{25F35E63-630D-1477-9206-74D8F2C8653C}"/>
                </a:ext>
              </a:extLst>
            </p:cNvPr>
            <p:cNvSpPr/>
            <p:nvPr/>
          </p:nvSpPr>
          <p:spPr>
            <a:xfrm>
              <a:off x="4311066" y="3262548"/>
              <a:ext cx="728658" cy="728506"/>
            </a:xfrm>
            <a:prstGeom prst="ellipse">
              <a:avLst/>
            </a:prstGeom>
            <a:blipFill>
              <a:blip r:embed="rId3" cstate="print">
                <a:extLst>
                  <a:ext uri="{28A0092B-C50C-407E-A947-70E740481C1C}">
                    <a14:useLocalDpi xmlns:a14="http://schemas.microsoft.com/office/drawing/2010/main" val="0"/>
                  </a:ext>
                </a:extLst>
              </a:blip>
              <a:srcRect/>
              <a:stretch>
                <a:fillRect l="-44000" r="-44000"/>
              </a:stretch>
            </a:blipFill>
          </p:spPr>
          <p:style>
            <a:lnRef idx="0">
              <a:schemeClr val="lt1">
                <a:hueOff val="0"/>
                <a:satOff val="0"/>
                <a:lumOff val="0"/>
                <a:alphaOff val="0"/>
              </a:schemeClr>
            </a:lnRef>
            <a:fillRef idx="1">
              <a:scrgbClr r="0" g="0" b="0"/>
            </a:fillRef>
            <a:effectRef idx="2">
              <a:schemeClr val="accent4">
                <a:tint val="5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hueOff val="0"/>
                    <a:satOff val="0"/>
                    <a:lumOff val="0"/>
                    <a:alphaOff val="0"/>
                  </a:prstClr>
                </a:solidFill>
                <a:effectLst/>
                <a:uLnTx/>
                <a:uFillTx/>
                <a:latin typeface="Calibri" panose="020F0502020204030204"/>
                <a:ea typeface="+mn-ea"/>
                <a:cs typeface="+mn-cs"/>
              </a:endParaRPr>
            </a:p>
          </p:txBody>
        </p:sp>
        <p:sp>
          <p:nvSpPr>
            <p:cNvPr id="42" name="Oval 41">
              <a:extLst>
                <a:ext uri="{FF2B5EF4-FFF2-40B4-BE49-F238E27FC236}">
                  <a16:creationId xmlns:a16="http://schemas.microsoft.com/office/drawing/2014/main" id="{3421522B-7863-A9AD-1610-FFB924C46B4A}"/>
                </a:ext>
              </a:extLst>
            </p:cNvPr>
            <p:cNvSpPr/>
            <p:nvPr/>
          </p:nvSpPr>
          <p:spPr>
            <a:xfrm>
              <a:off x="2305033" y="3262548"/>
              <a:ext cx="728658" cy="728506"/>
            </a:xfrm>
            <a:prstGeom prst="ellipse">
              <a:avLst/>
            </a:prstGeom>
            <a:blipFill>
              <a:blip r:embed="rId4"/>
              <a:srcRect/>
              <a:stretch>
                <a:fillRect l="-44000" r="-44000"/>
              </a:stretch>
            </a:blipFill>
          </p:spPr>
          <p:style>
            <a:lnRef idx="0">
              <a:schemeClr val="lt1">
                <a:hueOff val="0"/>
                <a:satOff val="0"/>
                <a:lumOff val="0"/>
                <a:alphaOff val="0"/>
              </a:schemeClr>
            </a:lnRef>
            <a:fillRef idx="1">
              <a:scrgbClr r="0" g="0" b="0"/>
            </a:fillRef>
            <a:effectRef idx="2">
              <a:schemeClr val="accent3">
                <a:tint val="5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hueOff val="0"/>
                    <a:satOff val="0"/>
                    <a:lumOff val="0"/>
                    <a:alphaOff val="0"/>
                  </a:prstClr>
                </a:solidFill>
                <a:effectLst/>
                <a:uLnTx/>
                <a:uFillTx/>
                <a:latin typeface="Calibri" panose="020F0502020204030204"/>
                <a:ea typeface="+mn-ea"/>
                <a:cs typeface="+mn-cs"/>
              </a:endParaRPr>
            </a:p>
          </p:txBody>
        </p:sp>
        <p:sp>
          <p:nvSpPr>
            <p:cNvPr id="43" name="Oval 42">
              <a:extLst>
                <a:ext uri="{FF2B5EF4-FFF2-40B4-BE49-F238E27FC236}">
                  <a16:creationId xmlns:a16="http://schemas.microsoft.com/office/drawing/2014/main" id="{D32A7D3A-95C7-F54E-FD6D-4467F15F6C1F}"/>
                </a:ext>
              </a:extLst>
            </p:cNvPr>
            <p:cNvSpPr/>
            <p:nvPr/>
          </p:nvSpPr>
          <p:spPr>
            <a:xfrm>
              <a:off x="1099292" y="1877470"/>
              <a:ext cx="728658" cy="728506"/>
            </a:xfrm>
            <a:prstGeom prst="ellipse">
              <a:avLst/>
            </a:prstGeom>
            <a:blipFill>
              <a:blip r:embed="rId5" cstate="print">
                <a:extLst>
                  <a:ext uri="{28A0092B-C50C-407E-A947-70E740481C1C}">
                    <a14:useLocalDpi xmlns:a14="http://schemas.microsoft.com/office/drawing/2010/main" val="0"/>
                  </a:ext>
                </a:extLst>
              </a:blip>
              <a:srcRect/>
              <a:stretch>
                <a:fillRect l="-44000" r="-44000"/>
              </a:stretch>
            </a:blipFill>
          </p:spPr>
          <p:style>
            <a:lnRef idx="0">
              <a:schemeClr val="lt1">
                <a:hueOff val="0"/>
                <a:satOff val="0"/>
                <a:lumOff val="0"/>
                <a:alphaOff val="0"/>
              </a:schemeClr>
            </a:lnRef>
            <a:fillRef idx="1">
              <a:scrgbClr r="0" g="0" b="0"/>
            </a:fillRef>
            <a:effectRef idx="2">
              <a:schemeClr val="accent2">
                <a:tint val="5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hueOff val="0"/>
                    <a:satOff val="0"/>
                    <a:lumOff val="0"/>
                    <a:alphaOff val="0"/>
                  </a:prstClr>
                </a:solidFill>
                <a:effectLst/>
                <a:uLnTx/>
                <a:uFillTx/>
                <a:latin typeface="Calibri" panose="020F0502020204030204"/>
                <a:ea typeface="+mn-ea"/>
                <a:cs typeface="+mn-cs"/>
              </a:endParaRPr>
            </a:p>
          </p:txBody>
        </p:sp>
        <p:sp>
          <p:nvSpPr>
            <p:cNvPr id="45" name="Rectangle 22">
              <a:extLst>
                <a:ext uri="{FF2B5EF4-FFF2-40B4-BE49-F238E27FC236}">
                  <a16:creationId xmlns:a16="http://schemas.microsoft.com/office/drawing/2014/main" id="{4E5A920D-39F1-DB07-B8E2-F72AE0E4810C}"/>
                </a:ext>
              </a:extLst>
            </p:cNvPr>
            <p:cNvSpPr>
              <a:spLocks noChangeArrowheads="1"/>
            </p:cNvSpPr>
            <p:nvPr/>
          </p:nvSpPr>
          <p:spPr bwMode="auto">
            <a:xfrm>
              <a:off x="661833" y="2795033"/>
              <a:ext cx="1603132" cy="35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88950" rtl="0" eaLnBrk="0" fontAlgn="base" latinLnBrk="0" hangingPunct="0">
                <a:lnSpc>
                  <a:spcPct val="90000"/>
                </a:lnSpc>
                <a:spcBef>
                  <a:spcPct val="0"/>
                </a:spcBef>
                <a:spcAft>
                  <a:spcPct val="10000"/>
                </a:spcAft>
                <a:buClrTx/>
                <a:buSzTx/>
                <a:buFontTx/>
                <a:buNone/>
                <a:tabLst/>
                <a:defRPr/>
              </a:pP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Quantum Vulnerability</a:t>
              </a:r>
            </a:p>
            <a:p>
              <a:pPr marL="0" marR="0" lvl="0" indent="0" algn="ctr" defTabSz="488950" rtl="0" eaLnBrk="0" fontAlgn="base" latinLnBrk="0" hangingPunct="0">
                <a:lnSpc>
                  <a:spcPct val="90000"/>
                </a:lnSpc>
                <a:spcBef>
                  <a:spcPct val="0"/>
                </a:spcBef>
                <a:spcAft>
                  <a:spcPct val="10000"/>
                </a:spcAft>
                <a:buClrTx/>
                <a:buSzTx/>
                <a:buFontTx/>
                <a:buNone/>
                <a:tabLst/>
                <a:defRPr/>
              </a:pP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Identification</a:t>
              </a:r>
            </a:p>
          </p:txBody>
        </p:sp>
        <p:sp>
          <p:nvSpPr>
            <p:cNvPr id="46" name="Rectangle 22">
              <a:extLst>
                <a:ext uri="{FF2B5EF4-FFF2-40B4-BE49-F238E27FC236}">
                  <a16:creationId xmlns:a16="http://schemas.microsoft.com/office/drawing/2014/main" id="{3CCC16DB-2137-9975-4845-6B84DA8F034D}"/>
                </a:ext>
              </a:extLst>
            </p:cNvPr>
            <p:cNvSpPr>
              <a:spLocks noChangeArrowheads="1"/>
            </p:cNvSpPr>
            <p:nvPr/>
          </p:nvSpPr>
          <p:spPr bwMode="auto">
            <a:xfrm>
              <a:off x="1867796" y="4180956"/>
              <a:ext cx="16031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Analysis and Cryptography Auditing</a:t>
              </a:r>
              <a:endParaRPr kumimoji="0" lang="en-IN"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7" name="Rectangle 22">
              <a:extLst>
                <a:ext uri="{FF2B5EF4-FFF2-40B4-BE49-F238E27FC236}">
                  <a16:creationId xmlns:a16="http://schemas.microsoft.com/office/drawing/2014/main" id="{85086E67-51EA-2ADF-3F37-A3C34ECE3FC1}"/>
                </a:ext>
              </a:extLst>
            </p:cNvPr>
            <p:cNvSpPr>
              <a:spLocks noChangeArrowheads="1"/>
            </p:cNvSpPr>
            <p:nvPr/>
          </p:nvSpPr>
          <p:spPr bwMode="auto">
            <a:xfrm>
              <a:off x="3975451" y="4199423"/>
              <a:ext cx="1498808" cy="35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88950" rtl="0" eaLnBrk="0" fontAlgn="base" latinLnBrk="0" hangingPunct="0">
                <a:lnSpc>
                  <a:spcPct val="90000"/>
                </a:lnSpc>
                <a:spcBef>
                  <a:spcPct val="0"/>
                </a:spcBef>
                <a:spcAft>
                  <a:spcPct val="10000"/>
                </a:spcAft>
                <a:buClrTx/>
                <a:buSzTx/>
                <a:buFontTx/>
                <a:buNone/>
                <a:tabLst/>
                <a:defRPr/>
              </a:pP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Risk Assessment and</a:t>
              </a:r>
            </a:p>
            <a:p>
              <a:pPr marL="0" marR="0" lvl="0" indent="0" algn="ctr" defTabSz="488950" rtl="0" eaLnBrk="0" fontAlgn="base" latinLnBrk="0" hangingPunct="0">
                <a:lnSpc>
                  <a:spcPct val="90000"/>
                </a:lnSpc>
                <a:spcBef>
                  <a:spcPct val="0"/>
                </a:spcBef>
                <a:spcAft>
                  <a:spcPct val="10000"/>
                </a:spcAft>
                <a:buClrTx/>
                <a:buSzTx/>
                <a:buFontTx/>
                <a:buNone/>
                <a:tabLst/>
                <a:defRPr/>
              </a:pP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Network Monitoring</a:t>
              </a:r>
            </a:p>
          </p:txBody>
        </p:sp>
        <p:sp>
          <p:nvSpPr>
            <p:cNvPr id="48" name="Rectangle 22">
              <a:extLst>
                <a:ext uri="{FF2B5EF4-FFF2-40B4-BE49-F238E27FC236}">
                  <a16:creationId xmlns:a16="http://schemas.microsoft.com/office/drawing/2014/main" id="{340E898D-9DDB-F6E0-1593-8B7A63853A2B}"/>
                </a:ext>
              </a:extLst>
            </p:cNvPr>
            <p:cNvSpPr>
              <a:spLocks noChangeArrowheads="1"/>
            </p:cNvSpPr>
            <p:nvPr/>
          </p:nvSpPr>
          <p:spPr bwMode="auto">
            <a:xfrm>
              <a:off x="5356235" y="2790093"/>
              <a:ext cx="1080425" cy="35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88950" rtl="0" eaLnBrk="0" fontAlgn="base" latinLnBrk="0" hangingPunct="0">
                <a:lnSpc>
                  <a:spcPct val="90000"/>
                </a:lnSpc>
                <a:spcBef>
                  <a:spcPct val="0"/>
                </a:spcBef>
                <a:spcAft>
                  <a:spcPct val="10000"/>
                </a:spcAft>
                <a:buClrTx/>
                <a:buSzTx/>
                <a:buFontTx/>
                <a:buNone/>
                <a:tabLst/>
                <a:defRPr/>
              </a:pP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Post Quantum </a:t>
              </a:r>
            </a:p>
            <a:p>
              <a:pPr marL="0" marR="0" lvl="0" indent="0" algn="ctr" defTabSz="488950" rtl="0" eaLnBrk="0" fontAlgn="base" latinLnBrk="0" hangingPunct="0">
                <a:lnSpc>
                  <a:spcPct val="90000"/>
                </a:lnSpc>
                <a:spcBef>
                  <a:spcPct val="0"/>
                </a:spcBef>
                <a:spcAft>
                  <a:spcPct val="10000"/>
                </a:spcAft>
                <a:buClrTx/>
                <a:buSzTx/>
                <a:buFontTx/>
                <a:buNone/>
                <a:tabLst/>
                <a:defRPr/>
              </a:pPr>
              <a:r>
                <a:rPr kumimoji="0" lang="en-US" sz="12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Remediation</a:t>
              </a:r>
            </a:p>
          </p:txBody>
        </p:sp>
        <p:pic>
          <p:nvPicPr>
            <p:cNvPr id="51" name="Picture 50" descr="A blue shield with a check mark in the middle&#10;&#10;AI-generated content may be incorrect.">
              <a:extLst>
                <a:ext uri="{FF2B5EF4-FFF2-40B4-BE49-F238E27FC236}">
                  <a16:creationId xmlns:a16="http://schemas.microsoft.com/office/drawing/2014/main" id="{EC3A4BB2-C2D5-41D6-7B68-F935852EEF6B}"/>
                </a:ext>
              </a:extLst>
            </p:cNvPr>
            <p:cNvPicPr>
              <a:picLocks noChangeAspect="1"/>
            </p:cNvPicPr>
            <p:nvPr/>
          </p:nvPicPr>
          <p:blipFill>
            <a:blip r:embed="rId6"/>
            <a:stretch>
              <a:fillRect/>
            </a:stretch>
          </p:blipFill>
          <p:spPr>
            <a:xfrm>
              <a:off x="2946974" y="494371"/>
              <a:ext cx="1480781" cy="1850976"/>
            </a:xfrm>
            <a:prstGeom prst="rect">
              <a:avLst/>
            </a:prstGeom>
          </p:spPr>
        </p:pic>
      </p:grpSp>
      <p:pic>
        <p:nvPicPr>
          <p:cNvPr id="52" name="Picture 51">
            <a:extLst>
              <a:ext uri="{FF2B5EF4-FFF2-40B4-BE49-F238E27FC236}">
                <a16:creationId xmlns:a16="http://schemas.microsoft.com/office/drawing/2014/main" id="{03E1CB7C-5FD6-A8D5-7895-983D5F304648}"/>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748917" y="1257224"/>
            <a:ext cx="2851038" cy="2456453"/>
          </a:xfrm>
          <a:prstGeom prst="rect">
            <a:avLst/>
          </a:prstGeom>
          <a:noFill/>
          <a:ln>
            <a:noFill/>
          </a:ln>
        </p:spPr>
      </p:pic>
      <p:pic>
        <p:nvPicPr>
          <p:cNvPr id="53" name="Picture 52">
            <a:extLst>
              <a:ext uri="{FF2B5EF4-FFF2-40B4-BE49-F238E27FC236}">
                <a16:creationId xmlns:a16="http://schemas.microsoft.com/office/drawing/2014/main" id="{3EE940B2-F48D-6F5D-801D-1C12902D9A0E}"/>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65108" y="3675081"/>
            <a:ext cx="3619839" cy="2867757"/>
          </a:xfrm>
          <a:prstGeom prst="rect">
            <a:avLst/>
          </a:prstGeom>
          <a:noFill/>
          <a:ln>
            <a:noFill/>
          </a:ln>
        </p:spPr>
      </p:pic>
    </p:spTree>
    <p:extLst>
      <p:ext uri="{BB962C8B-B14F-4D97-AF65-F5344CB8AC3E}">
        <p14:creationId xmlns:p14="http://schemas.microsoft.com/office/powerpoint/2010/main" val="1573569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descr="A diagram of a computer&#10;&#10;AI-generated content may be incorrect.">
            <a:extLst>
              <a:ext uri="{FF2B5EF4-FFF2-40B4-BE49-F238E27FC236}">
                <a16:creationId xmlns:a16="http://schemas.microsoft.com/office/drawing/2014/main" id="{6460A9ED-E055-CEE6-9F41-4367015324A1}"/>
              </a:ext>
            </a:extLst>
          </p:cNvPr>
          <p:cNvPicPr>
            <a:picLocks noChangeAspect="1"/>
          </p:cNvPicPr>
          <p:nvPr/>
        </p:nvPicPr>
        <p:blipFill>
          <a:blip r:embed="rId2"/>
          <a:stretch>
            <a:fillRect/>
          </a:stretch>
        </p:blipFill>
        <p:spPr>
          <a:xfrm>
            <a:off x="849794" y="1440258"/>
            <a:ext cx="4929532" cy="4929532"/>
          </a:xfrm>
          <a:prstGeom prst="rect">
            <a:avLst/>
          </a:prstGeom>
        </p:spPr>
      </p:pic>
      <p:sp>
        <p:nvSpPr>
          <p:cNvPr id="5" name="Google Shape;1299;p19">
            <a:extLst>
              <a:ext uri="{FF2B5EF4-FFF2-40B4-BE49-F238E27FC236}">
                <a16:creationId xmlns:a16="http://schemas.microsoft.com/office/drawing/2014/main" id="{D91B8C02-56CA-6461-6E7D-E8AD316804A3}"/>
              </a:ext>
            </a:extLst>
          </p:cNvPr>
          <p:cNvSpPr/>
          <p:nvPr/>
        </p:nvSpPr>
        <p:spPr>
          <a:xfrm>
            <a:off x="718491" y="600339"/>
            <a:ext cx="7351729" cy="446313"/>
          </a:xfrm>
          <a:prstGeom prst="rect">
            <a:avLst/>
          </a:prstGeom>
          <a:noFill/>
          <a:ln>
            <a:noFill/>
          </a:ln>
        </p:spPr>
        <p:txBody>
          <a:bodyPr spcFirstLastPara="1" wrap="square" lIns="91425" tIns="45700" rIns="91425" bIns="4570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7000"/>
              </a:lnSpc>
              <a:spcAft>
                <a:spcPts val="800"/>
              </a:spcAft>
            </a:pPr>
            <a:endParaRPr lang="en-IN" sz="2000" b="1" kern="100">
              <a:solidFill>
                <a:srgbClr val="0070C0"/>
              </a:solidFill>
              <a:latin typeface="Arial"/>
              <a:ea typeface="Calibri Light"/>
              <a:cs typeface="Arial"/>
            </a:endParaRPr>
          </a:p>
        </p:txBody>
      </p:sp>
      <p:grpSp>
        <p:nvGrpSpPr>
          <p:cNvPr id="7" name="Group 6">
            <a:extLst>
              <a:ext uri="{FF2B5EF4-FFF2-40B4-BE49-F238E27FC236}">
                <a16:creationId xmlns:a16="http://schemas.microsoft.com/office/drawing/2014/main" id="{47D70147-06BC-877C-A3EB-628972DF4CD3}"/>
              </a:ext>
            </a:extLst>
          </p:cNvPr>
          <p:cNvGrpSpPr/>
          <p:nvPr/>
        </p:nvGrpSpPr>
        <p:grpSpPr>
          <a:xfrm>
            <a:off x="6919784" y="2781197"/>
            <a:ext cx="4711617" cy="1123827"/>
            <a:chOff x="8738633" y="1339689"/>
            <a:chExt cx="2848594" cy="886460"/>
          </a:xfrm>
        </p:grpSpPr>
        <p:sp>
          <p:nvSpPr>
            <p:cNvPr id="11" name="Rounded Rectangle 7">
              <a:extLst>
                <a:ext uri="{FF2B5EF4-FFF2-40B4-BE49-F238E27FC236}">
                  <a16:creationId xmlns:a16="http://schemas.microsoft.com/office/drawing/2014/main" id="{3CE29912-D954-0C24-1B1A-B9B4D6A62941}"/>
                </a:ext>
              </a:extLst>
            </p:cNvPr>
            <p:cNvSpPr/>
            <p:nvPr/>
          </p:nvSpPr>
          <p:spPr>
            <a:xfrm>
              <a:off x="8738633" y="1339689"/>
              <a:ext cx="2848594" cy="886460"/>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b="1">
                  <a:solidFill>
                    <a:schemeClr val="bg2">
                      <a:lumMod val="10000"/>
                    </a:schemeClr>
                  </a:solidFill>
                  <a:ea typeface="+mn-lt"/>
                  <a:cs typeface="+mn-lt"/>
                </a:rPr>
                <a:t>Network Analysis: </a:t>
              </a:r>
              <a:r>
                <a:rPr lang="en-US" sz="1200">
                  <a:solidFill>
                    <a:schemeClr val="bg2">
                      <a:lumMod val="10000"/>
                    </a:schemeClr>
                  </a:solidFill>
                  <a:ea typeface="+mn-lt"/>
                  <a:cs typeface="+mn-lt"/>
                </a:rPr>
                <a:t>Assess communication protocols for PQC readiness, detect weak handshakes and vulnerable algorithms across classical and post-quantum contexts, and continuously monitor real-time environments for evolving cryptographic risks and alerts.</a:t>
              </a:r>
              <a:endParaRPr lang="en-US" sz="1200" b="1">
                <a:solidFill>
                  <a:schemeClr val="bg2">
                    <a:lumMod val="10000"/>
                  </a:schemeClr>
                </a:solidFill>
              </a:endParaRPr>
            </a:p>
          </p:txBody>
        </p:sp>
        <p:cxnSp>
          <p:nvCxnSpPr>
            <p:cNvPr id="15" name="Straight Connector 14">
              <a:extLst>
                <a:ext uri="{FF2B5EF4-FFF2-40B4-BE49-F238E27FC236}">
                  <a16:creationId xmlns:a16="http://schemas.microsoft.com/office/drawing/2014/main" id="{438295AB-8A97-BEC3-8100-52A1D75A990A}"/>
                </a:ext>
              </a:extLst>
            </p:cNvPr>
            <p:cNvCxnSpPr>
              <a:cxnSpLocks/>
            </p:cNvCxnSpPr>
            <p:nvPr/>
          </p:nvCxnSpPr>
          <p:spPr>
            <a:xfrm>
              <a:off x="8755895" y="1339689"/>
              <a:ext cx="0" cy="88646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6D912A87-A279-BBEE-E5DE-29D8BE94E25B}"/>
              </a:ext>
            </a:extLst>
          </p:cNvPr>
          <p:cNvGrpSpPr/>
          <p:nvPr/>
        </p:nvGrpSpPr>
        <p:grpSpPr>
          <a:xfrm>
            <a:off x="6919784" y="1657653"/>
            <a:ext cx="4711617" cy="783360"/>
            <a:chOff x="8738633" y="1425278"/>
            <a:chExt cx="2848594" cy="617904"/>
          </a:xfrm>
        </p:grpSpPr>
        <p:sp>
          <p:nvSpPr>
            <p:cNvPr id="23" name="Rounded Rectangle 7">
              <a:extLst>
                <a:ext uri="{FF2B5EF4-FFF2-40B4-BE49-F238E27FC236}">
                  <a16:creationId xmlns:a16="http://schemas.microsoft.com/office/drawing/2014/main" id="{0C50B735-80F8-94A9-2CE8-35A5980F955D}"/>
                </a:ext>
              </a:extLst>
            </p:cNvPr>
            <p:cNvSpPr/>
            <p:nvPr/>
          </p:nvSpPr>
          <p:spPr>
            <a:xfrm>
              <a:off x="8738633" y="1425278"/>
              <a:ext cx="2848594" cy="617904"/>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b="1">
                  <a:solidFill>
                    <a:schemeClr val="bg2">
                      <a:lumMod val="10000"/>
                    </a:schemeClr>
                  </a:solidFill>
                  <a:ea typeface="+mn-lt"/>
                  <a:cs typeface="+mn-lt"/>
                </a:rPr>
                <a:t>Code Analysis: </a:t>
              </a:r>
              <a:r>
                <a:rPr lang="en-US" sz="1200">
                  <a:solidFill>
                    <a:schemeClr val="bg2">
                      <a:lumMod val="10000"/>
                    </a:schemeClr>
                  </a:solidFill>
                  <a:ea typeface="+mn-lt"/>
                  <a:cs typeface="+mn-lt"/>
                </a:rPr>
                <a:t>Identify insecure or quantum-vulnerable algorithms in source code and assess their security posture in both classical (pre-quantum) and post-quantum contexts.</a:t>
              </a:r>
              <a:endParaRPr lang="en-US" sz="1200">
                <a:solidFill>
                  <a:schemeClr val="bg2">
                    <a:lumMod val="10000"/>
                  </a:schemeClr>
                </a:solidFill>
                <a:cs typeface="Arial"/>
              </a:endParaRPr>
            </a:p>
          </p:txBody>
        </p:sp>
        <p:cxnSp>
          <p:nvCxnSpPr>
            <p:cNvPr id="29" name="Straight Connector 28">
              <a:extLst>
                <a:ext uri="{FF2B5EF4-FFF2-40B4-BE49-F238E27FC236}">
                  <a16:creationId xmlns:a16="http://schemas.microsoft.com/office/drawing/2014/main" id="{1675077B-D33E-610A-3D9E-046D9EDCAC57}"/>
                </a:ext>
              </a:extLst>
            </p:cNvPr>
            <p:cNvCxnSpPr>
              <a:cxnSpLocks/>
            </p:cNvCxnSpPr>
            <p:nvPr/>
          </p:nvCxnSpPr>
          <p:spPr>
            <a:xfrm flipH="1">
              <a:off x="8749390" y="1425278"/>
              <a:ext cx="6505" cy="615516"/>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D885AA61-E64A-E0F3-C5F4-43E12E5E6B1F}"/>
              </a:ext>
            </a:extLst>
          </p:cNvPr>
          <p:cNvGrpSpPr/>
          <p:nvPr/>
        </p:nvGrpSpPr>
        <p:grpSpPr>
          <a:xfrm>
            <a:off x="6919784" y="4115851"/>
            <a:ext cx="4711617" cy="914492"/>
            <a:chOff x="8738633" y="1464794"/>
            <a:chExt cx="2848594" cy="721339"/>
          </a:xfrm>
        </p:grpSpPr>
        <p:sp>
          <p:nvSpPr>
            <p:cNvPr id="37" name="Rounded Rectangle 7">
              <a:extLst>
                <a:ext uri="{FF2B5EF4-FFF2-40B4-BE49-F238E27FC236}">
                  <a16:creationId xmlns:a16="http://schemas.microsoft.com/office/drawing/2014/main" id="{718D051A-88A4-B986-F92B-980E41FBE135}"/>
                </a:ext>
              </a:extLst>
            </p:cNvPr>
            <p:cNvSpPr/>
            <p:nvPr/>
          </p:nvSpPr>
          <p:spPr>
            <a:xfrm>
              <a:off x="8738633" y="1465890"/>
              <a:ext cx="2848594" cy="720243"/>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b="1">
                  <a:solidFill>
                    <a:schemeClr val="bg2">
                      <a:lumMod val="10000"/>
                    </a:schemeClr>
                  </a:solidFill>
                  <a:ea typeface="+mn-lt"/>
                  <a:cs typeface="+mn-lt"/>
                </a:rPr>
                <a:t>Certificate Analysis: </a:t>
              </a:r>
              <a:r>
                <a:rPr lang="en-US" sz="1200">
                  <a:solidFill>
                    <a:schemeClr val="bg2">
                      <a:lumMod val="10000"/>
                    </a:schemeClr>
                  </a:solidFill>
                  <a:ea typeface="+mn-lt"/>
                  <a:cs typeface="+mn-lt"/>
                </a:rPr>
                <a:t>Review certificates from individual uploads, bulk folders, or system stores to detect weak cryptography and assess vulnerabilities and PQC readiness across classical and post-quantum contexts.</a:t>
              </a:r>
              <a:endParaRPr lang="en-US" sz="1200" b="1">
                <a:solidFill>
                  <a:schemeClr val="bg2">
                    <a:lumMod val="10000"/>
                  </a:schemeClr>
                </a:solidFill>
                <a:cs typeface="Arial"/>
              </a:endParaRPr>
            </a:p>
          </p:txBody>
        </p:sp>
        <p:cxnSp>
          <p:nvCxnSpPr>
            <p:cNvPr id="41" name="Straight Connector 40">
              <a:extLst>
                <a:ext uri="{FF2B5EF4-FFF2-40B4-BE49-F238E27FC236}">
                  <a16:creationId xmlns:a16="http://schemas.microsoft.com/office/drawing/2014/main" id="{553DA3E6-607B-5E8F-C9F1-EBD71C645DB7}"/>
                </a:ext>
              </a:extLst>
            </p:cNvPr>
            <p:cNvCxnSpPr>
              <a:cxnSpLocks/>
            </p:cNvCxnSpPr>
            <p:nvPr/>
          </p:nvCxnSpPr>
          <p:spPr>
            <a:xfrm>
              <a:off x="8755895" y="1464794"/>
              <a:ext cx="0" cy="720243"/>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3D3DF5AE-60C1-04B4-F0C5-E822C5175103}"/>
              </a:ext>
            </a:extLst>
          </p:cNvPr>
          <p:cNvGrpSpPr/>
          <p:nvPr/>
        </p:nvGrpSpPr>
        <p:grpSpPr>
          <a:xfrm>
            <a:off x="6919784" y="5312384"/>
            <a:ext cx="4711617" cy="917644"/>
            <a:chOff x="8738633" y="1447823"/>
            <a:chExt cx="2848594" cy="723826"/>
          </a:xfrm>
        </p:grpSpPr>
        <p:sp>
          <p:nvSpPr>
            <p:cNvPr id="49" name="Rounded Rectangle 7">
              <a:extLst>
                <a:ext uri="{FF2B5EF4-FFF2-40B4-BE49-F238E27FC236}">
                  <a16:creationId xmlns:a16="http://schemas.microsoft.com/office/drawing/2014/main" id="{81C98C2A-05AE-2610-A71F-26EF273973ED}"/>
                </a:ext>
              </a:extLst>
            </p:cNvPr>
            <p:cNvSpPr/>
            <p:nvPr/>
          </p:nvSpPr>
          <p:spPr>
            <a:xfrm>
              <a:off x="8738633" y="1449647"/>
              <a:ext cx="2848594" cy="720244"/>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b="1">
                  <a:solidFill>
                    <a:schemeClr val="bg2">
                      <a:lumMod val="10000"/>
                    </a:schemeClr>
                  </a:solidFill>
                  <a:ea typeface="+mn-lt"/>
                  <a:cs typeface="+mn-lt"/>
                </a:rPr>
                <a:t>URL Analysis: </a:t>
              </a:r>
              <a:r>
                <a:rPr lang="en-US" sz="1200">
                  <a:solidFill>
                    <a:schemeClr val="bg2">
                      <a:lumMod val="10000"/>
                    </a:schemeClr>
                  </a:solidFill>
                  <a:ea typeface="+mn-lt"/>
                  <a:cs typeface="+mn-lt"/>
                </a:rPr>
                <a:t>Identify vulnerabilities in cryptographic implementations, detect outdated protocols and insecure cipher suites and evaluate endpoint readiness for Post-Quantum Cryptography (PQ) key exchanges.</a:t>
              </a:r>
              <a:endParaRPr lang="en-US" sz="1200" b="1">
                <a:solidFill>
                  <a:schemeClr val="bg2">
                    <a:lumMod val="10000"/>
                  </a:schemeClr>
                </a:solidFill>
                <a:ea typeface="+mn-lt"/>
                <a:cs typeface="+mn-lt"/>
              </a:endParaRPr>
            </a:p>
          </p:txBody>
        </p:sp>
        <p:cxnSp>
          <p:nvCxnSpPr>
            <p:cNvPr id="53" name="Straight Connector 52">
              <a:extLst>
                <a:ext uri="{FF2B5EF4-FFF2-40B4-BE49-F238E27FC236}">
                  <a16:creationId xmlns:a16="http://schemas.microsoft.com/office/drawing/2014/main" id="{64B11818-1476-99FC-07C9-99D46DD16691}"/>
                </a:ext>
              </a:extLst>
            </p:cNvPr>
            <p:cNvCxnSpPr>
              <a:cxnSpLocks/>
            </p:cNvCxnSpPr>
            <p:nvPr/>
          </p:nvCxnSpPr>
          <p:spPr>
            <a:xfrm>
              <a:off x="8749391" y="1447823"/>
              <a:ext cx="0" cy="723826"/>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pic>
        <p:nvPicPr>
          <p:cNvPr id="59" name="Picture 58" descr="A diagram of a computer&#10;&#10;AI-generated content may be incorrect.">
            <a:extLst>
              <a:ext uri="{FF2B5EF4-FFF2-40B4-BE49-F238E27FC236}">
                <a16:creationId xmlns:a16="http://schemas.microsoft.com/office/drawing/2014/main" id="{248DFA7A-0C38-5CC5-7D20-44D0D5E59975}"/>
              </a:ext>
            </a:extLst>
          </p:cNvPr>
          <p:cNvPicPr>
            <a:picLocks noChangeAspect="1"/>
          </p:cNvPicPr>
          <p:nvPr/>
        </p:nvPicPr>
        <p:blipFill>
          <a:blip r:embed="rId2"/>
          <a:stretch>
            <a:fillRect/>
          </a:stretch>
        </p:blipFill>
        <p:spPr>
          <a:xfrm>
            <a:off x="849794" y="1440258"/>
            <a:ext cx="4929532" cy="4929532"/>
          </a:xfrm>
          <a:prstGeom prst="rect">
            <a:avLst/>
          </a:prstGeom>
        </p:spPr>
      </p:pic>
      <p:grpSp>
        <p:nvGrpSpPr>
          <p:cNvPr id="65" name="Group 64">
            <a:extLst>
              <a:ext uri="{FF2B5EF4-FFF2-40B4-BE49-F238E27FC236}">
                <a16:creationId xmlns:a16="http://schemas.microsoft.com/office/drawing/2014/main" id="{856E22F3-478A-35A1-E667-2C7901B658DA}"/>
              </a:ext>
            </a:extLst>
          </p:cNvPr>
          <p:cNvGrpSpPr/>
          <p:nvPr/>
        </p:nvGrpSpPr>
        <p:grpSpPr>
          <a:xfrm>
            <a:off x="2847657" y="448978"/>
            <a:ext cx="6496687" cy="610651"/>
            <a:chOff x="3125021" y="520821"/>
            <a:chExt cx="6496687" cy="610651"/>
          </a:xfrm>
        </p:grpSpPr>
        <p:grpSp>
          <p:nvGrpSpPr>
            <p:cNvPr id="2" name="Google Shape;1759;p24">
              <a:extLst>
                <a:ext uri="{FF2B5EF4-FFF2-40B4-BE49-F238E27FC236}">
                  <a16:creationId xmlns:a16="http://schemas.microsoft.com/office/drawing/2014/main" id="{AC0BBE6B-FEE8-A442-C835-B64EBB01CC8B}"/>
                </a:ext>
              </a:extLst>
            </p:cNvPr>
            <p:cNvGrpSpPr/>
            <p:nvPr/>
          </p:nvGrpSpPr>
          <p:grpSpPr>
            <a:xfrm>
              <a:off x="3125021" y="520821"/>
              <a:ext cx="6483831" cy="610651"/>
              <a:chOff x="5573642" y="2488315"/>
              <a:chExt cx="2748650" cy="2748282"/>
            </a:xfrm>
          </p:grpSpPr>
          <p:sp>
            <p:nvSpPr>
              <p:cNvPr id="68" name="Google Shape;1760;p24">
                <a:extLst>
                  <a:ext uri="{FF2B5EF4-FFF2-40B4-BE49-F238E27FC236}">
                    <a16:creationId xmlns:a16="http://schemas.microsoft.com/office/drawing/2014/main" id="{F9861697-CCA3-CAED-9AA9-ABFF0906538F}"/>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rgbClr val="FFFFFF">
                    <a:alpha val="55686"/>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sp>
            <p:nvSpPr>
              <p:cNvPr id="69" name="Google Shape;1761;p24">
                <a:extLst>
                  <a:ext uri="{FF2B5EF4-FFF2-40B4-BE49-F238E27FC236}">
                    <a16:creationId xmlns:a16="http://schemas.microsoft.com/office/drawing/2014/main" id="{7D2A722D-EAA2-419F-7813-D62D98BC6641}"/>
                  </a:ext>
                </a:extLst>
              </p:cNvPr>
              <p:cNvSpPr/>
              <p:nvPr/>
            </p:nvSpPr>
            <p:spPr>
              <a:xfrm>
                <a:off x="5573642" y="2488315"/>
                <a:ext cx="2743198" cy="2743201"/>
              </a:xfrm>
              <a:prstGeom prst="roundRect">
                <a:avLst>
                  <a:gd name="adj" fmla="val 16667"/>
                </a:avLst>
              </a:prstGeom>
              <a:solidFill>
                <a:srgbClr val="EBECF0"/>
              </a:solidFill>
              <a:ln>
                <a:noFill/>
              </a:ln>
              <a:effectLst>
                <a:outerShdw blurRad="177800" dist="114300" dir="2700000" algn="ctr" rotWithShape="0">
                  <a:srgbClr val="ACB0C0">
                    <a:alpha val="41960"/>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grpSp>
        <p:sp>
          <p:nvSpPr>
            <p:cNvPr id="67" name="Google Shape;1299;p19">
              <a:extLst>
                <a:ext uri="{FF2B5EF4-FFF2-40B4-BE49-F238E27FC236}">
                  <a16:creationId xmlns:a16="http://schemas.microsoft.com/office/drawing/2014/main" id="{EB3C8E28-AD73-C852-F575-11519E33024C}"/>
                </a:ext>
              </a:extLst>
            </p:cNvPr>
            <p:cNvSpPr/>
            <p:nvPr/>
          </p:nvSpPr>
          <p:spPr>
            <a:xfrm>
              <a:off x="3262097" y="611761"/>
              <a:ext cx="6359611" cy="276999"/>
            </a:xfrm>
            <a:prstGeom prst="rect">
              <a:avLst/>
            </a:prstGeom>
            <a:noFill/>
            <a:ln>
              <a:noFill/>
            </a:ln>
          </p:spPr>
          <p:txBody>
            <a:bodyPr spcFirstLastPara="1" wrap="square" lIns="91425" tIns="45700" rIns="91425" bIns="45700" anchor="t" anchorCtr="0">
              <a:noAutofit/>
            </a:bodyPr>
            <a:lstStyle/>
            <a:p>
              <a:r>
                <a:rPr lang="en-IN" sz="2000" b="1" kern="100" err="1">
                  <a:solidFill>
                    <a:srgbClr val="0070C0"/>
                  </a:solidFill>
                  <a:latin typeface="Arial"/>
                  <a:ea typeface="Open Sans" panose="020B0606030504020204" pitchFamily="34" charset="0"/>
                  <a:cs typeface="Arial"/>
                </a:rPr>
                <a:t>ChecQ</a:t>
              </a:r>
              <a:r>
                <a:rPr lang="en-IN" sz="2000" b="1" kern="100">
                  <a:solidFill>
                    <a:srgbClr val="0070C0"/>
                  </a:solidFill>
                  <a:latin typeface="Arial"/>
                  <a:ea typeface="Open Sans" panose="020B0606030504020204" pitchFamily="34" charset="0"/>
                  <a:cs typeface="Arial"/>
                </a:rPr>
                <a:t>-AI: Vulnerability assessment components</a:t>
              </a:r>
              <a:endParaRPr lang="en-IN" sz="2000" kern="100">
                <a:solidFill>
                  <a:srgbClr val="000000"/>
                </a:solidFill>
                <a:latin typeface="Arial"/>
                <a:ea typeface="Open Sans" panose="020B0606030504020204" pitchFamily="34" charset="0"/>
                <a:cs typeface="Arial"/>
              </a:endParaRPr>
            </a:p>
            <a:p>
              <a:pPr algn="ctr">
                <a:lnSpc>
                  <a:spcPct val="107000"/>
                </a:lnSpc>
                <a:spcAft>
                  <a:spcPts val="800"/>
                </a:spcAft>
              </a:pPr>
              <a:endParaRPr lang="en-IN" b="1" kern="1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grpSp>
    </p:spTree>
    <p:extLst>
      <p:ext uri="{BB962C8B-B14F-4D97-AF65-F5344CB8AC3E}">
        <p14:creationId xmlns:p14="http://schemas.microsoft.com/office/powerpoint/2010/main" val="2278378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BE9D20A3-D1F6-E9F1-7CCE-4E71812267DC}"/>
              </a:ext>
            </a:extLst>
          </p:cNvPr>
          <p:cNvGraphicFramePr>
            <a:graphicFrameLocks noGrp="1"/>
          </p:cNvGraphicFramePr>
          <p:nvPr>
            <p:extLst>
              <p:ext uri="{D42A27DB-BD31-4B8C-83A1-F6EECF244321}">
                <p14:modId xmlns:p14="http://schemas.microsoft.com/office/powerpoint/2010/main" val="2484331159"/>
              </p:ext>
            </p:extLst>
          </p:nvPr>
        </p:nvGraphicFramePr>
        <p:xfrm>
          <a:off x="167533" y="1254845"/>
          <a:ext cx="11856934" cy="5457404"/>
        </p:xfrm>
        <a:graphic>
          <a:graphicData uri="http://schemas.openxmlformats.org/drawingml/2006/table">
            <a:tbl>
              <a:tblPr firstRow="1" firstCol="1"/>
              <a:tblGrid>
                <a:gridCol w="899670">
                  <a:extLst>
                    <a:ext uri="{9D8B030D-6E8A-4147-A177-3AD203B41FA5}">
                      <a16:colId xmlns:a16="http://schemas.microsoft.com/office/drawing/2014/main" val="4179402164"/>
                    </a:ext>
                  </a:extLst>
                </a:gridCol>
                <a:gridCol w="3098397">
                  <a:extLst>
                    <a:ext uri="{9D8B030D-6E8A-4147-A177-3AD203B41FA5}">
                      <a16:colId xmlns:a16="http://schemas.microsoft.com/office/drawing/2014/main" val="679875580"/>
                    </a:ext>
                  </a:extLst>
                </a:gridCol>
                <a:gridCol w="7858867">
                  <a:extLst>
                    <a:ext uri="{9D8B030D-6E8A-4147-A177-3AD203B41FA5}">
                      <a16:colId xmlns:a16="http://schemas.microsoft.com/office/drawing/2014/main" val="2552963856"/>
                    </a:ext>
                  </a:extLst>
                </a:gridCol>
              </a:tblGrid>
              <a:tr h="496831">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u="none" kern="100">
                          <a:solidFill>
                            <a:schemeClr val="bg1"/>
                          </a:solidFill>
                          <a:effectLst/>
                          <a:hlinkClick r:id="rId2">
                            <a:extLst>
                              <a:ext uri="{A12FA001-AC4F-418D-AE19-62706E023703}">
                                <ahyp:hlinkClr xmlns:ahyp="http://schemas.microsoft.com/office/drawing/2018/hyperlinkcolor" val="tx"/>
                              </a:ext>
                            </a:extLst>
                          </a:hlinkClick>
                        </a:rPr>
                        <a:t>S.No</a:t>
                      </a:r>
                      <a:endParaRPr lang="en-IN" sz="1600" u="none" kern="10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F9ED5"/>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kern="100">
                          <a:effectLst/>
                        </a:rPr>
                        <a:t>KPI / Metric</a:t>
                      </a:r>
                      <a:endParaRPr lang="en-IN" sz="1600" kern="100">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F9ED5"/>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kern="100">
                          <a:effectLst/>
                        </a:rPr>
                        <a:t>Definition</a:t>
                      </a:r>
                      <a:endParaRPr lang="en-IN" sz="1600" kern="100">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138522643"/>
                  </a:ext>
                </a:extLst>
              </a:tr>
              <a:tr h="63455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kern="100">
                          <a:effectLst/>
                        </a:rPr>
                        <a:t>1</a:t>
                      </a:r>
                      <a:endParaRPr lang="en-IN" sz="1600" kern="100">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accent5"/>
                          </a:solidFill>
                          <a:effectLst/>
                        </a:rPr>
                        <a:t>Weak Algorithm Detection Factor</a:t>
                      </a:r>
                      <a:endParaRPr lang="en-IN" sz="1600" kern="100">
                        <a:solidFill>
                          <a:schemeClr val="accent5"/>
                        </a:solidFill>
                        <a:effectLst/>
                        <a:latin typeface="Calibri" panose="020F0502020204030204" pitchFamily="34" charset="0"/>
                        <a:ea typeface="+mn-ea"/>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bg2">
                              <a:lumMod val="10000"/>
                            </a:schemeClr>
                          </a:solidFill>
                          <a:effectLst/>
                        </a:rPr>
                        <a:t>% of algorithms in inventory flagged as deprecated or insecure (e.g., MD5, SHA-1, RSA-1024).</a:t>
                      </a:r>
                      <a:endParaRPr lang="en-IN" sz="1600" kern="100">
                        <a:solidFill>
                          <a:schemeClr val="bg2">
                            <a:lumMod val="10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4221744582"/>
                  </a:ext>
                </a:extLst>
              </a:tr>
              <a:tr h="43670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kern="100">
                          <a:effectLst/>
                          <a:latin typeface="Calibri" panose="020F0502020204030204" pitchFamily="34" charset="0"/>
                          <a:ea typeface="Calibri" panose="020F0502020204030204" pitchFamily="34" charset="0"/>
                          <a:cs typeface="Arial" panose="020B0604020202020204" pitchFamily="34" charset="0"/>
                        </a:rPr>
                        <a:t>2</a:t>
                      </a:r>
                      <a:endParaRPr lang="en-IN" sz="1600" kern="100">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accent5"/>
                          </a:solidFill>
                          <a:effectLst/>
                        </a:rPr>
                        <a:t>Key Lifecycle Compliance Rate</a:t>
                      </a:r>
                      <a:endParaRPr lang="en-IN" sz="1600" kern="100">
                        <a:solidFill>
                          <a:schemeClr val="accent5"/>
                        </a:solidFill>
                        <a:effectLst/>
                        <a:latin typeface="Calibri" panose="020F0502020204030204" pitchFamily="34" charset="0"/>
                        <a:ea typeface="+mn-ea"/>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bg2">
                              <a:lumMod val="10000"/>
                            </a:schemeClr>
                          </a:solidFill>
                          <a:effectLst/>
                        </a:rPr>
                        <a:t>% of keys with properly defined lifecycle states (per NIST SP 800-57).</a:t>
                      </a:r>
                      <a:endParaRPr lang="en-IN" sz="1600" kern="100">
                        <a:solidFill>
                          <a:schemeClr val="bg2">
                            <a:lumMod val="10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2829952842"/>
                  </a:ext>
                </a:extLst>
              </a:tr>
              <a:tr h="63455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kern="100">
                          <a:effectLst/>
                          <a:latin typeface="Calibri" panose="020F0502020204030204" pitchFamily="34" charset="0"/>
                          <a:ea typeface="Calibri" panose="020F0502020204030204" pitchFamily="34" charset="0"/>
                          <a:cs typeface="Arial" panose="020B0604020202020204" pitchFamily="34" charset="0"/>
                        </a:rPr>
                        <a:t>3</a:t>
                      </a:r>
                      <a:endParaRPr lang="en-IN" sz="1600" kern="100">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accent5"/>
                          </a:solidFill>
                          <a:effectLst/>
                        </a:rPr>
                        <a:t>Protocol Security Compliance</a:t>
                      </a:r>
                      <a:endParaRPr lang="en-IN" sz="1600" kern="100">
                        <a:solidFill>
                          <a:schemeClr val="accent5"/>
                        </a:solidFill>
                        <a:effectLst/>
                        <a:latin typeface="Calibri" panose="020F0502020204030204" pitchFamily="34" charset="0"/>
                        <a:ea typeface="+mn-ea"/>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bg2">
                              <a:lumMod val="10000"/>
                            </a:schemeClr>
                          </a:solidFill>
                          <a:effectLst/>
                        </a:rPr>
                        <a:t>% of protocols in use that meet current best-practice configurations (e.g., TLS 1.3 preferred).</a:t>
                      </a:r>
                      <a:endParaRPr lang="en-IN" sz="1600" kern="100">
                        <a:solidFill>
                          <a:schemeClr val="bg2">
                            <a:lumMod val="10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279862845"/>
                  </a:ext>
                </a:extLst>
              </a:tr>
              <a:tr h="43670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kern="100">
                          <a:effectLst/>
                          <a:latin typeface="Calibri" panose="020F0502020204030204" pitchFamily="34" charset="0"/>
                          <a:ea typeface="Calibri" panose="020F0502020204030204" pitchFamily="34" charset="0"/>
                          <a:cs typeface="Arial" panose="020B0604020202020204" pitchFamily="34" charset="0"/>
                        </a:rPr>
                        <a:t>4</a:t>
                      </a:r>
                      <a:endParaRPr lang="en-IN" sz="1600" kern="100">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accent5"/>
                          </a:solidFill>
                          <a:effectLst/>
                        </a:rPr>
                        <a:t>Quantum-Vulnerable Asset Ratio</a:t>
                      </a:r>
                      <a:endParaRPr lang="en-IN" sz="1600" kern="100">
                        <a:solidFill>
                          <a:schemeClr val="accent5"/>
                        </a:solidFill>
                        <a:effectLst/>
                        <a:latin typeface="Calibri" panose="020F0502020204030204" pitchFamily="34" charset="0"/>
                        <a:ea typeface="+mn-ea"/>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bg2">
                              <a:lumMod val="10000"/>
                            </a:schemeClr>
                          </a:solidFill>
                          <a:effectLst/>
                        </a:rPr>
                        <a:t>% of cryptographic assets using quantum-vulnerable algorithms (e.g., RSA, ECC).</a:t>
                      </a:r>
                      <a:endParaRPr lang="en-IN" sz="1600" kern="100">
                        <a:solidFill>
                          <a:schemeClr val="bg2">
                            <a:lumMod val="10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1247882904"/>
                  </a:ext>
                </a:extLst>
              </a:tr>
              <a:tr h="43670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kern="100">
                          <a:effectLst/>
                          <a:latin typeface="Calibri" panose="020F0502020204030204" pitchFamily="34" charset="0"/>
                          <a:ea typeface="Calibri" panose="020F0502020204030204" pitchFamily="34" charset="0"/>
                          <a:cs typeface="Arial" panose="020B0604020202020204" pitchFamily="34" charset="0"/>
                        </a:rPr>
                        <a:t>5</a:t>
                      </a:r>
                      <a:endParaRPr lang="en-IN" sz="1600" kern="100">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accent5"/>
                          </a:solidFill>
                          <a:effectLst/>
                        </a:rPr>
                        <a:t>Hybrid Algorithm Adoption Rate</a:t>
                      </a:r>
                      <a:endParaRPr lang="en-IN" sz="1600" kern="100">
                        <a:solidFill>
                          <a:schemeClr val="accent5"/>
                        </a:solidFill>
                        <a:effectLst/>
                        <a:latin typeface="Calibri" panose="020F0502020204030204" pitchFamily="34" charset="0"/>
                        <a:ea typeface="+mn-ea"/>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bg2">
                              <a:lumMod val="10000"/>
                            </a:schemeClr>
                          </a:solidFill>
                          <a:effectLst/>
                        </a:rPr>
                        <a:t>% of assets using hybrid classical + PQC key exchanges.</a:t>
                      </a:r>
                      <a:endParaRPr lang="en-IN" sz="1600" kern="100">
                        <a:solidFill>
                          <a:schemeClr val="bg2">
                            <a:lumMod val="10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1660436600"/>
                  </a:ext>
                </a:extLst>
              </a:tr>
              <a:tr h="43670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kern="100">
                          <a:effectLst/>
                          <a:latin typeface="Calibri" panose="020F0502020204030204" pitchFamily="34" charset="0"/>
                          <a:ea typeface="Calibri" panose="020F0502020204030204" pitchFamily="34" charset="0"/>
                          <a:cs typeface="Arial" panose="020B0604020202020204" pitchFamily="34" charset="0"/>
                        </a:rPr>
                        <a:t>6</a:t>
                      </a:r>
                      <a:endParaRPr lang="en-IN" sz="1600" kern="100">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accent5"/>
                          </a:solidFill>
                          <a:effectLst/>
                        </a:rPr>
                        <a:t>Regulatory Compliance Coverage</a:t>
                      </a:r>
                      <a:endParaRPr lang="en-IN" sz="1600" kern="100">
                        <a:solidFill>
                          <a:schemeClr val="accent5"/>
                        </a:solidFill>
                        <a:effectLst/>
                        <a:latin typeface="Calibri" panose="020F0502020204030204" pitchFamily="34" charset="0"/>
                        <a:ea typeface="+mn-ea"/>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bg2">
                              <a:lumMod val="10000"/>
                            </a:schemeClr>
                          </a:solidFill>
                          <a:effectLst/>
                        </a:rPr>
                        <a:t>% of assets compliant with target regulations (e.g., FIPS 140-3, PCI-DSS, GDPR).</a:t>
                      </a:r>
                      <a:endParaRPr lang="en-IN" sz="1600" kern="100">
                        <a:solidFill>
                          <a:schemeClr val="bg2">
                            <a:lumMod val="10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134611648"/>
                  </a:ext>
                </a:extLst>
              </a:tr>
              <a:tr h="43670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kern="100">
                          <a:effectLst/>
                          <a:latin typeface="Calibri" panose="020F0502020204030204" pitchFamily="34" charset="0"/>
                          <a:ea typeface="Calibri" panose="020F0502020204030204" pitchFamily="34" charset="0"/>
                          <a:cs typeface="Arial" panose="020B0604020202020204" pitchFamily="34" charset="0"/>
                        </a:rPr>
                        <a:t>7</a:t>
                      </a:r>
                      <a:endParaRPr lang="en-IN" sz="1600" kern="100">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accent5"/>
                          </a:solidFill>
                          <a:effectLst/>
                        </a:rPr>
                        <a:t>CNSA 2.0 Alignment Score</a:t>
                      </a:r>
                      <a:endParaRPr lang="en-IN" sz="1600" kern="100">
                        <a:solidFill>
                          <a:schemeClr val="accent5"/>
                        </a:solidFill>
                        <a:effectLst/>
                        <a:latin typeface="Calibri" panose="020F0502020204030204" pitchFamily="34" charset="0"/>
                        <a:ea typeface="+mn-ea"/>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bg2">
                              <a:lumMod val="10000"/>
                            </a:schemeClr>
                          </a:solidFill>
                          <a:effectLst/>
                        </a:rPr>
                        <a:t>Weighted score for compliance with CNSA 2.0 timelines.</a:t>
                      </a:r>
                      <a:endParaRPr lang="en-IN" sz="1600" kern="100">
                        <a:solidFill>
                          <a:schemeClr val="bg2">
                            <a:lumMod val="10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2149088961"/>
                  </a:ext>
                </a:extLst>
              </a:tr>
              <a:tr h="43670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kern="100">
                          <a:effectLst/>
                          <a:latin typeface="Calibri" panose="020F0502020204030204" pitchFamily="34" charset="0"/>
                          <a:ea typeface="Calibri" panose="020F0502020204030204" pitchFamily="34" charset="0"/>
                          <a:cs typeface="Arial" panose="020B0604020202020204" pitchFamily="34" charset="0"/>
                        </a:rPr>
                        <a:t>8</a:t>
                      </a:r>
                      <a:endParaRPr lang="en-IN" sz="1600" kern="100">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accent5"/>
                          </a:solidFill>
                          <a:effectLst/>
                        </a:rPr>
                        <a:t>Overall Crypto Health Score</a:t>
                      </a:r>
                      <a:endParaRPr lang="en-IN" sz="1600" kern="100">
                        <a:solidFill>
                          <a:schemeClr val="accent5"/>
                        </a:solidFill>
                        <a:effectLst/>
                        <a:latin typeface="Calibri" panose="020F0502020204030204" pitchFamily="34" charset="0"/>
                        <a:ea typeface="+mn-ea"/>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bg2">
                              <a:lumMod val="10000"/>
                            </a:schemeClr>
                          </a:solidFill>
                          <a:effectLst/>
                        </a:rPr>
                        <a:t>Weighted composite score of asset security, lifecycle hygiene, compliance, and agility.</a:t>
                      </a:r>
                      <a:endParaRPr lang="en-IN" sz="1600" kern="100">
                        <a:solidFill>
                          <a:schemeClr val="bg2">
                            <a:lumMod val="10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3068399657"/>
                  </a:ext>
                </a:extLst>
              </a:tr>
              <a:tr h="63455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kern="100">
                          <a:effectLst/>
                          <a:latin typeface="Calibri" panose="020F0502020204030204" pitchFamily="34" charset="0"/>
                          <a:ea typeface="Calibri" panose="020F0502020204030204" pitchFamily="34" charset="0"/>
                          <a:cs typeface="Arial" panose="020B0604020202020204" pitchFamily="34" charset="0"/>
                        </a:rPr>
                        <a:t>9</a:t>
                      </a:r>
                      <a:endParaRPr lang="en-IN" sz="1600" kern="100">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accent5"/>
                          </a:solidFill>
                          <a:effectLst/>
                        </a:rPr>
                        <a:t>Quantum Readiness Index (QRI)</a:t>
                      </a:r>
                      <a:endParaRPr lang="en-IN" sz="1600" kern="100">
                        <a:solidFill>
                          <a:schemeClr val="accent5"/>
                        </a:solidFill>
                        <a:effectLst/>
                        <a:latin typeface="Calibri" panose="020F0502020204030204" pitchFamily="34" charset="0"/>
                        <a:ea typeface="+mn-ea"/>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bg2">
                              <a:lumMod val="10000"/>
                            </a:schemeClr>
                          </a:solidFill>
                          <a:effectLst/>
                        </a:rPr>
                        <a:t>Weighted score of PQC readiness, quantum-vulnerable asset ratio, and migration plan status.</a:t>
                      </a:r>
                      <a:endParaRPr lang="en-IN" sz="1600" kern="100">
                        <a:solidFill>
                          <a:schemeClr val="bg2">
                            <a:lumMod val="10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1040050527"/>
                  </a:ext>
                </a:extLst>
              </a:tr>
              <a:tr h="43670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buNone/>
                      </a:pPr>
                      <a:r>
                        <a:rPr lang="en-GB" sz="1600" kern="100">
                          <a:effectLst/>
                        </a:rPr>
                        <a:t>10</a:t>
                      </a:r>
                      <a:endParaRPr lang="en-IN" sz="1600" kern="100">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accent5"/>
                          </a:solidFill>
                          <a:effectLst/>
                        </a:rPr>
                        <a:t>CBOM Completeness Score</a:t>
                      </a:r>
                      <a:endParaRPr lang="en-IN" sz="1600" kern="100">
                        <a:solidFill>
                          <a:schemeClr val="accent5"/>
                        </a:solidFill>
                        <a:effectLst/>
                        <a:latin typeface="Calibri" panose="020F0502020204030204" pitchFamily="34" charset="0"/>
                        <a:ea typeface="+mn-ea"/>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buNone/>
                      </a:pPr>
                      <a:r>
                        <a:rPr lang="en-GB" sz="1600" kern="100">
                          <a:solidFill>
                            <a:schemeClr val="bg2">
                              <a:lumMod val="10000"/>
                            </a:schemeClr>
                          </a:solidFill>
                          <a:effectLst/>
                        </a:rPr>
                        <a:t>% of CBOM-required metadata fields populated across all assets.</a:t>
                      </a:r>
                      <a:endParaRPr lang="en-IN" sz="1600" kern="100">
                        <a:solidFill>
                          <a:schemeClr val="bg2">
                            <a:lumMod val="10000"/>
                          </a:schemeClr>
                        </a:solidFill>
                        <a:effectLst/>
                        <a:latin typeface="Calibri" panose="020F0502020204030204" pitchFamily="34" charset="0"/>
                        <a:ea typeface="Calibri" panose="020F0502020204030204" pitchFamily="34" charset="0"/>
                        <a:cs typeface="Arial" panose="020B0604020202020204" pitchFamily="34" charset="0"/>
                      </a:endParaRPr>
                    </a:p>
                  </a:txBody>
                  <a:tcPr marL="23683" marR="23683" marT="15789" marB="1578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tint val="20000"/>
                      </a:srgbClr>
                    </a:solidFill>
                  </a:tcPr>
                </a:tc>
                <a:extLst>
                  <a:ext uri="{0D108BD9-81ED-4DB2-BD59-A6C34878D82A}">
                    <a16:rowId xmlns:a16="http://schemas.microsoft.com/office/drawing/2014/main" val="546016937"/>
                  </a:ext>
                </a:extLst>
              </a:tr>
            </a:tbl>
          </a:graphicData>
        </a:graphic>
      </p:graphicFrame>
      <p:grpSp>
        <p:nvGrpSpPr>
          <p:cNvPr id="3" name="Group 2">
            <a:extLst>
              <a:ext uri="{FF2B5EF4-FFF2-40B4-BE49-F238E27FC236}">
                <a16:creationId xmlns:a16="http://schemas.microsoft.com/office/drawing/2014/main" id="{4D46E589-2F9E-0C4B-6473-0FCB9EEAC10A}"/>
              </a:ext>
            </a:extLst>
          </p:cNvPr>
          <p:cNvGrpSpPr/>
          <p:nvPr/>
        </p:nvGrpSpPr>
        <p:grpSpPr>
          <a:xfrm>
            <a:off x="2847657" y="471065"/>
            <a:ext cx="6496687" cy="610651"/>
            <a:chOff x="3125021" y="520821"/>
            <a:chExt cx="6496687" cy="610651"/>
          </a:xfrm>
        </p:grpSpPr>
        <p:grpSp>
          <p:nvGrpSpPr>
            <p:cNvPr id="4" name="Google Shape;1759;p24">
              <a:extLst>
                <a:ext uri="{FF2B5EF4-FFF2-40B4-BE49-F238E27FC236}">
                  <a16:creationId xmlns:a16="http://schemas.microsoft.com/office/drawing/2014/main" id="{34F17C62-C9C6-6D40-6066-CC4618D58DAC}"/>
                </a:ext>
              </a:extLst>
            </p:cNvPr>
            <p:cNvGrpSpPr/>
            <p:nvPr/>
          </p:nvGrpSpPr>
          <p:grpSpPr>
            <a:xfrm>
              <a:off x="3125021" y="520821"/>
              <a:ext cx="6483831" cy="610651"/>
              <a:chOff x="5573642" y="2488315"/>
              <a:chExt cx="2748650" cy="2748282"/>
            </a:xfrm>
          </p:grpSpPr>
          <p:sp>
            <p:nvSpPr>
              <p:cNvPr id="6" name="Google Shape;1760;p24">
                <a:extLst>
                  <a:ext uri="{FF2B5EF4-FFF2-40B4-BE49-F238E27FC236}">
                    <a16:creationId xmlns:a16="http://schemas.microsoft.com/office/drawing/2014/main" id="{D2C8B827-EE17-B36B-1C7F-A006D97D6B11}"/>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rgbClr val="FFFFFF">
                    <a:alpha val="55686"/>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sp>
            <p:nvSpPr>
              <p:cNvPr id="7" name="Google Shape;1761;p24">
                <a:extLst>
                  <a:ext uri="{FF2B5EF4-FFF2-40B4-BE49-F238E27FC236}">
                    <a16:creationId xmlns:a16="http://schemas.microsoft.com/office/drawing/2014/main" id="{3DD6114D-D127-5519-30EB-9AC06BC05E14}"/>
                  </a:ext>
                </a:extLst>
              </p:cNvPr>
              <p:cNvSpPr/>
              <p:nvPr/>
            </p:nvSpPr>
            <p:spPr>
              <a:xfrm>
                <a:off x="5573642" y="2488315"/>
                <a:ext cx="2743198" cy="2743201"/>
              </a:xfrm>
              <a:prstGeom prst="roundRect">
                <a:avLst>
                  <a:gd name="adj" fmla="val 16667"/>
                </a:avLst>
              </a:prstGeom>
              <a:solidFill>
                <a:srgbClr val="EBECF0"/>
              </a:solidFill>
              <a:ln>
                <a:noFill/>
              </a:ln>
              <a:effectLst>
                <a:outerShdw blurRad="177800" dist="114300" dir="2700000" algn="ctr" rotWithShape="0">
                  <a:srgbClr val="ACB0C0">
                    <a:alpha val="41960"/>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grpSp>
        <p:sp>
          <p:nvSpPr>
            <p:cNvPr id="5" name="Google Shape;1299;p19">
              <a:extLst>
                <a:ext uri="{FF2B5EF4-FFF2-40B4-BE49-F238E27FC236}">
                  <a16:creationId xmlns:a16="http://schemas.microsoft.com/office/drawing/2014/main" id="{A6F3BD7F-333B-1DD8-DC6C-3640E05367E0}"/>
                </a:ext>
              </a:extLst>
            </p:cNvPr>
            <p:cNvSpPr/>
            <p:nvPr/>
          </p:nvSpPr>
          <p:spPr>
            <a:xfrm>
              <a:off x="3262097" y="611761"/>
              <a:ext cx="6359611" cy="276999"/>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b="1" kern="100">
                  <a:solidFill>
                    <a:srgbClr val="0070C0"/>
                  </a:solidFill>
                  <a:latin typeface="Open Sans" panose="020B0606030504020204" pitchFamily="34" charset="0"/>
                  <a:ea typeface="Open Sans" panose="020B0606030504020204" pitchFamily="34" charset="0"/>
                  <a:cs typeface="Open Sans" panose="020B0606030504020204" pitchFamily="34" charset="0"/>
                </a:rPr>
                <a:t>KPI: Quantum Assurance</a:t>
              </a:r>
              <a:endParaRPr lang="en-IN" kern="1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grpSp>
    </p:spTree>
    <p:extLst>
      <p:ext uri="{BB962C8B-B14F-4D97-AF65-F5344CB8AC3E}">
        <p14:creationId xmlns:p14="http://schemas.microsoft.com/office/powerpoint/2010/main" val="2908404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299;p19">
            <a:extLst>
              <a:ext uri="{FF2B5EF4-FFF2-40B4-BE49-F238E27FC236}">
                <a16:creationId xmlns:a16="http://schemas.microsoft.com/office/drawing/2014/main" id="{1C8ECE20-B6C1-57B2-BE02-511B814C8433}"/>
              </a:ext>
            </a:extLst>
          </p:cNvPr>
          <p:cNvSpPr/>
          <p:nvPr/>
        </p:nvSpPr>
        <p:spPr>
          <a:xfrm>
            <a:off x="4784539" y="3105265"/>
            <a:ext cx="6359611" cy="872661"/>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sz="4400" b="1" kern="100">
                <a:solidFill>
                  <a:srgbClr val="0070C0"/>
                </a:solidFill>
                <a:latin typeface="Open Sans" panose="020B0606030504020204" pitchFamily="34" charset="0"/>
                <a:ea typeface="Open Sans" panose="020B0606030504020204" pitchFamily="34" charset="0"/>
                <a:cs typeface="Open Sans" panose="020B0606030504020204" pitchFamily="34" charset="0"/>
              </a:rPr>
              <a:t>Demonstration</a:t>
            </a:r>
            <a:endParaRPr lang="en-IN" sz="4400" kern="1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5" name="Group 4">
            <a:extLst>
              <a:ext uri="{FF2B5EF4-FFF2-40B4-BE49-F238E27FC236}">
                <a16:creationId xmlns:a16="http://schemas.microsoft.com/office/drawing/2014/main" id="{618882B5-7310-C72B-EA04-D13F5E5CB22E}"/>
              </a:ext>
            </a:extLst>
          </p:cNvPr>
          <p:cNvGrpSpPr/>
          <p:nvPr/>
        </p:nvGrpSpPr>
        <p:grpSpPr>
          <a:xfrm>
            <a:off x="1330689" y="1534886"/>
            <a:ext cx="3787484" cy="4013421"/>
            <a:chOff x="1509271" y="1554162"/>
            <a:chExt cx="2154314" cy="2282826"/>
          </a:xfrm>
        </p:grpSpPr>
        <p:sp>
          <p:nvSpPr>
            <p:cNvPr id="6" name="Freeform 5">
              <a:extLst>
                <a:ext uri="{FF2B5EF4-FFF2-40B4-BE49-F238E27FC236}">
                  <a16:creationId xmlns:a16="http://schemas.microsoft.com/office/drawing/2014/main" id="{8F7B6618-BBFF-D896-88AE-B013BFA5CF89}"/>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13500000" algn="tl" rotWithShape="0">
                <a:sysClr val="window" lastClr="FFFFFF">
                  <a:alpha val="75000"/>
                </a:sysClr>
              </a:outerShdw>
            </a:effectLst>
          </p:spPr>
          <p:txBody>
            <a:bodyPr rtlCol="0" anchor="ctr"/>
            <a:lstStyle/>
            <a:p>
              <a:pPr algn="ctr">
                <a:defRPr/>
              </a:pPr>
              <a:endParaRPr lang="en-US" kern="0">
                <a:solidFill>
                  <a:prstClr val="white"/>
                </a:solidFill>
                <a:latin typeface="Calibri" panose="020F0502020204030204"/>
              </a:endParaRPr>
            </a:p>
          </p:txBody>
        </p:sp>
        <p:sp>
          <p:nvSpPr>
            <p:cNvPr id="7" name="Freeform 5">
              <a:extLst>
                <a:ext uri="{FF2B5EF4-FFF2-40B4-BE49-F238E27FC236}">
                  <a16:creationId xmlns:a16="http://schemas.microsoft.com/office/drawing/2014/main" id="{DC4DCC1A-CEE4-AC4F-A79E-68C6F4D690D6}"/>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2700000" algn="tl" rotWithShape="0">
                <a:prstClr val="black">
                  <a:alpha val="20000"/>
                </a:prstClr>
              </a:outerShdw>
            </a:effectLst>
          </p:spPr>
          <p:txBody>
            <a:bodyPr rtlCol="0" anchor="ctr"/>
            <a:lstStyle/>
            <a:p>
              <a:pPr algn="ctr">
                <a:defRPr/>
              </a:pPr>
              <a:endParaRPr lang="en-US" kern="0">
                <a:solidFill>
                  <a:prstClr val="white"/>
                </a:solidFill>
                <a:latin typeface="Calibri" panose="020F0502020204030204"/>
              </a:endParaRPr>
            </a:p>
          </p:txBody>
        </p:sp>
      </p:grpSp>
      <p:grpSp>
        <p:nvGrpSpPr>
          <p:cNvPr id="8" name="Group 7">
            <a:extLst>
              <a:ext uri="{FF2B5EF4-FFF2-40B4-BE49-F238E27FC236}">
                <a16:creationId xmlns:a16="http://schemas.microsoft.com/office/drawing/2014/main" id="{1D2E8677-CF7D-D0CA-BEA2-93885B48A560}"/>
              </a:ext>
            </a:extLst>
          </p:cNvPr>
          <p:cNvGrpSpPr/>
          <p:nvPr/>
        </p:nvGrpSpPr>
        <p:grpSpPr>
          <a:xfrm>
            <a:off x="3767381" y="657040"/>
            <a:ext cx="1432167" cy="1517601"/>
            <a:chOff x="1509271" y="1554162"/>
            <a:chExt cx="2154314" cy="2282826"/>
          </a:xfrm>
        </p:grpSpPr>
        <p:sp>
          <p:nvSpPr>
            <p:cNvPr id="9" name="Freeform 5">
              <a:extLst>
                <a:ext uri="{FF2B5EF4-FFF2-40B4-BE49-F238E27FC236}">
                  <a16:creationId xmlns:a16="http://schemas.microsoft.com/office/drawing/2014/main" id="{4EEC3B94-E49C-7F52-F2DD-688CC7C04568}"/>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13500000" algn="tl" rotWithShape="0">
                <a:sysClr val="window" lastClr="FFFFFF">
                  <a:alpha val="75000"/>
                </a:sysClr>
              </a:outerShdw>
            </a:effectLst>
          </p:spPr>
          <p:txBody>
            <a:bodyPr rtlCol="0" anchor="ctr"/>
            <a:lstStyle/>
            <a:p>
              <a:pPr algn="ctr">
                <a:defRPr/>
              </a:pPr>
              <a:endParaRPr lang="en-US" kern="0">
                <a:solidFill>
                  <a:prstClr val="white"/>
                </a:solidFill>
                <a:latin typeface="Calibri" panose="020F0502020204030204"/>
              </a:endParaRPr>
            </a:p>
          </p:txBody>
        </p:sp>
        <p:sp>
          <p:nvSpPr>
            <p:cNvPr id="10" name="Freeform 5">
              <a:extLst>
                <a:ext uri="{FF2B5EF4-FFF2-40B4-BE49-F238E27FC236}">
                  <a16:creationId xmlns:a16="http://schemas.microsoft.com/office/drawing/2014/main" id="{8502ECB7-3D05-03D6-BF09-910E11CBFF40}"/>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2700000" algn="tl" rotWithShape="0">
                <a:prstClr val="black">
                  <a:alpha val="20000"/>
                </a:prstClr>
              </a:outerShdw>
            </a:effectLst>
          </p:spPr>
          <p:txBody>
            <a:bodyPr rtlCol="0" anchor="ctr"/>
            <a:lstStyle/>
            <a:p>
              <a:pPr algn="ctr">
                <a:defRPr/>
              </a:pPr>
              <a:endParaRPr lang="en-US" kern="0">
                <a:solidFill>
                  <a:prstClr val="white"/>
                </a:solidFill>
                <a:latin typeface="Calibri" panose="020F0502020204030204"/>
              </a:endParaRPr>
            </a:p>
          </p:txBody>
        </p:sp>
      </p:grpSp>
      <p:grpSp>
        <p:nvGrpSpPr>
          <p:cNvPr id="11" name="Group 10">
            <a:extLst>
              <a:ext uri="{FF2B5EF4-FFF2-40B4-BE49-F238E27FC236}">
                <a16:creationId xmlns:a16="http://schemas.microsoft.com/office/drawing/2014/main" id="{98CC81D3-1337-D104-75ED-0290E0F59FEF}"/>
              </a:ext>
            </a:extLst>
          </p:cNvPr>
          <p:cNvGrpSpPr/>
          <p:nvPr/>
        </p:nvGrpSpPr>
        <p:grpSpPr>
          <a:xfrm>
            <a:off x="1393069" y="4864483"/>
            <a:ext cx="1290653" cy="1367645"/>
            <a:chOff x="1509271" y="1554162"/>
            <a:chExt cx="2154314" cy="2282826"/>
          </a:xfrm>
        </p:grpSpPr>
        <p:sp>
          <p:nvSpPr>
            <p:cNvPr id="12" name="Freeform 5">
              <a:extLst>
                <a:ext uri="{FF2B5EF4-FFF2-40B4-BE49-F238E27FC236}">
                  <a16:creationId xmlns:a16="http://schemas.microsoft.com/office/drawing/2014/main" id="{EEF6C14D-4232-7732-0AFA-6ED8051CBFFA}"/>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13500000" algn="tl" rotWithShape="0">
                <a:sysClr val="window" lastClr="FFFFFF">
                  <a:alpha val="75000"/>
                </a:sysClr>
              </a:outerShdw>
            </a:effectLst>
          </p:spPr>
          <p:txBody>
            <a:bodyPr rtlCol="0" anchor="ctr"/>
            <a:lstStyle/>
            <a:p>
              <a:pPr algn="ctr">
                <a:defRPr/>
              </a:pPr>
              <a:endParaRPr lang="en-US" kern="0">
                <a:solidFill>
                  <a:prstClr val="white"/>
                </a:solidFill>
                <a:latin typeface="Calibri" panose="020F0502020204030204"/>
              </a:endParaRPr>
            </a:p>
          </p:txBody>
        </p:sp>
        <p:sp>
          <p:nvSpPr>
            <p:cNvPr id="13" name="Freeform 5">
              <a:extLst>
                <a:ext uri="{FF2B5EF4-FFF2-40B4-BE49-F238E27FC236}">
                  <a16:creationId xmlns:a16="http://schemas.microsoft.com/office/drawing/2014/main" id="{C1EF127D-E8A4-11CD-0DE5-1C54674891DA}"/>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2700000" algn="tl" rotWithShape="0">
                <a:prstClr val="black">
                  <a:alpha val="20000"/>
                </a:prstClr>
              </a:outerShdw>
            </a:effectLst>
          </p:spPr>
          <p:txBody>
            <a:bodyPr rtlCol="0" anchor="ctr"/>
            <a:lstStyle/>
            <a:p>
              <a:pPr algn="ctr">
                <a:defRPr/>
              </a:pPr>
              <a:endParaRPr lang="en-US" kern="0">
                <a:solidFill>
                  <a:prstClr val="white"/>
                </a:solidFill>
                <a:latin typeface="Calibri" panose="020F0502020204030204"/>
              </a:endParaRPr>
            </a:p>
          </p:txBody>
        </p:sp>
      </p:grpSp>
      <p:grpSp>
        <p:nvGrpSpPr>
          <p:cNvPr id="14" name="Group 13">
            <a:extLst>
              <a:ext uri="{FF2B5EF4-FFF2-40B4-BE49-F238E27FC236}">
                <a16:creationId xmlns:a16="http://schemas.microsoft.com/office/drawing/2014/main" id="{DD7BB45C-7480-0BCF-395C-9990CB99B030}"/>
              </a:ext>
            </a:extLst>
          </p:cNvPr>
          <p:cNvGrpSpPr/>
          <p:nvPr/>
        </p:nvGrpSpPr>
        <p:grpSpPr>
          <a:xfrm>
            <a:off x="3979748" y="4952930"/>
            <a:ext cx="698688" cy="740367"/>
            <a:chOff x="1509271" y="1554162"/>
            <a:chExt cx="2154314" cy="2282826"/>
          </a:xfrm>
        </p:grpSpPr>
        <p:sp>
          <p:nvSpPr>
            <p:cNvPr id="15" name="Freeform 5">
              <a:extLst>
                <a:ext uri="{FF2B5EF4-FFF2-40B4-BE49-F238E27FC236}">
                  <a16:creationId xmlns:a16="http://schemas.microsoft.com/office/drawing/2014/main" id="{D61681B2-2ED5-78E4-41F5-F2C95556F491}"/>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13500000" algn="tl" rotWithShape="0">
                <a:sysClr val="window" lastClr="FFFFFF">
                  <a:alpha val="75000"/>
                </a:sysClr>
              </a:outerShdw>
            </a:effectLst>
          </p:spPr>
          <p:txBody>
            <a:bodyPr rtlCol="0" anchor="ctr"/>
            <a:lstStyle/>
            <a:p>
              <a:pPr algn="ctr">
                <a:defRPr/>
              </a:pPr>
              <a:endParaRPr lang="en-US" kern="0">
                <a:solidFill>
                  <a:prstClr val="white"/>
                </a:solidFill>
                <a:latin typeface="Calibri" panose="020F0502020204030204"/>
              </a:endParaRPr>
            </a:p>
          </p:txBody>
        </p:sp>
        <p:sp>
          <p:nvSpPr>
            <p:cNvPr id="16" name="Freeform 15">
              <a:extLst>
                <a:ext uri="{FF2B5EF4-FFF2-40B4-BE49-F238E27FC236}">
                  <a16:creationId xmlns:a16="http://schemas.microsoft.com/office/drawing/2014/main" id="{12BB5C94-9403-45E3-9EFF-4B7250AEBA1B}"/>
                </a:ext>
              </a:extLst>
            </p:cNvPr>
            <p:cNvSpPr>
              <a:spLocks/>
            </p:cNvSpPr>
            <p:nvPr/>
          </p:nvSpPr>
          <p:spPr bwMode="auto">
            <a:xfrm>
              <a:off x="1509271" y="1554162"/>
              <a:ext cx="2154314" cy="2282826"/>
            </a:xfrm>
            <a:custGeom>
              <a:avLst/>
              <a:gdLst>
                <a:gd name="T0" fmla="*/ 600 w 655"/>
                <a:gd name="T1" fmla="*/ 347 h 694"/>
                <a:gd name="T2" fmla="*/ 598 w 655"/>
                <a:gd name="T3" fmla="*/ 314 h 694"/>
                <a:gd name="T4" fmla="*/ 622 w 655"/>
                <a:gd name="T5" fmla="*/ 264 h 694"/>
                <a:gd name="T6" fmla="*/ 624 w 655"/>
                <a:gd name="T7" fmla="*/ 264 h 694"/>
                <a:gd name="T8" fmla="*/ 642 w 655"/>
                <a:gd name="T9" fmla="*/ 197 h 694"/>
                <a:gd name="T10" fmla="*/ 615 w 655"/>
                <a:gd name="T11" fmla="*/ 150 h 694"/>
                <a:gd name="T12" fmla="*/ 548 w 655"/>
                <a:gd name="T13" fmla="*/ 132 h 694"/>
                <a:gd name="T14" fmla="*/ 546 w 655"/>
                <a:gd name="T15" fmla="*/ 133 h 694"/>
                <a:gd name="T16" fmla="*/ 491 w 655"/>
                <a:gd name="T17" fmla="*/ 129 h 694"/>
                <a:gd name="T18" fmla="*/ 434 w 655"/>
                <a:gd name="T19" fmla="*/ 96 h 694"/>
                <a:gd name="T20" fmla="*/ 403 w 655"/>
                <a:gd name="T21" fmla="*/ 51 h 694"/>
                <a:gd name="T22" fmla="*/ 403 w 655"/>
                <a:gd name="T23" fmla="*/ 49 h 694"/>
                <a:gd name="T24" fmla="*/ 354 w 655"/>
                <a:gd name="T25" fmla="*/ 0 h 694"/>
                <a:gd name="T26" fmla="*/ 300 w 655"/>
                <a:gd name="T27" fmla="*/ 0 h 694"/>
                <a:gd name="T28" fmla="*/ 252 w 655"/>
                <a:gd name="T29" fmla="*/ 49 h 694"/>
                <a:gd name="T30" fmla="*/ 252 w 655"/>
                <a:gd name="T31" fmla="*/ 51 h 694"/>
                <a:gd name="T32" fmla="*/ 221 w 655"/>
                <a:gd name="T33" fmla="*/ 96 h 694"/>
                <a:gd name="T34" fmla="*/ 163 w 655"/>
                <a:gd name="T35" fmla="*/ 129 h 694"/>
                <a:gd name="T36" fmla="*/ 109 w 655"/>
                <a:gd name="T37" fmla="*/ 133 h 694"/>
                <a:gd name="T38" fmla="*/ 107 w 655"/>
                <a:gd name="T39" fmla="*/ 132 h 694"/>
                <a:gd name="T40" fmla="*/ 40 w 655"/>
                <a:gd name="T41" fmla="*/ 150 h 694"/>
                <a:gd name="T42" fmla="*/ 13 w 655"/>
                <a:gd name="T43" fmla="*/ 197 h 694"/>
                <a:gd name="T44" fmla="*/ 31 w 655"/>
                <a:gd name="T45" fmla="*/ 264 h 694"/>
                <a:gd name="T46" fmla="*/ 33 w 655"/>
                <a:gd name="T47" fmla="*/ 264 h 694"/>
                <a:gd name="T48" fmla="*/ 57 w 655"/>
                <a:gd name="T49" fmla="*/ 314 h 694"/>
                <a:gd name="T50" fmla="*/ 55 w 655"/>
                <a:gd name="T51" fmla="*/ 347 h 694"/>
                <a:gd name="T52" fmla="*/ 57 w 655"/>
                <a:gd name="T53" fmla="*/ 380 h 694"/>
                <a:gd name="T54" fmla="*/ 33 w 655"/>
                <a:gd name="T55" fmla="*/ 430 h 694"/>
                <a:gd name="T56" fmla="*/ 31 w 655"/>
                <a:gd name="T57" fmla="*/ 431 h 694"/>
                <a:gd name="T58" fmla="*/ 13 w 655"/>
                <a:gd name="T59" fmla="*/ 497 h 694"/>
                <a:gd name="T60" fmla="*/ 40 w 655"/>
                <a:gd name="T61" fmla="*/ 544 h 694"/>
                <a:gd name="T62" fmla="*/ 107 w 655"/>
                <a:gd name="T63" fmla="*/ 562 h 694"/>
                <a:gd name="T64" fmla="*/ 109 w 655"/>
                <a:gd name="T65" fmla="*/ 561 h 694"/>
                <a:gd name="T66" fmla="*/ 163 w 655"/>
                <a:gd name="T67" fmla="*/ 565 h 694"/>
                <a:gd name="T68" fmla="*/ 221 w 655"/>
                <a:gd name="T69" fmla="*/ 598 h 694"/>
                <a:gd name="T70" fmla="*/ 252 w 655"/>
                <a:gd name="T71" fmla="*/ 643 h 694"/>
                <a:gd name="T72" fmla="*/ 252 w 655"/>
                <a:gd name="T73" fmla="*/ 645 h 694"/>
                <a:gd name="T74" fmla="*/ 300 w 655"/>
                <a:gd name="T75" fmla="*/ 694 h 694"/>
                <a:gd name="T76" fmla="*/ 354 w 655"/>
                <a:gd name="T77" fmla="*/ 694 h 694"/>
                <a:gd name="T78" fmla="*/ 403 w 655"/>
                <a:gd name="T79" fmla="*/ 645 h 694"/>
                <a:gd name="T80" fmla="*/ 403 w 655"/>
                <a:gd name="T81" fmla="*/ 643 h 694"/>
                <a:gd name="T82" fmla="*/ 434 w 655"/>
                <a:gd name="T83" fmla="*/ 598 h 694"/>
                <a:gd name="T84" fmla="*/ 491 w 655"/>
                <a:gd name="T85" fmla="*/ 565 h 694"/>
                <a:gd name="T86" fmla="*/ 546 w 655"/>
                <a:gd name="T87" fmla="*/ 561 h 694"/>
                <a:gd name="T88" fmla="*/ 548 w 655"/>
                <a:gd name="T89" fmla="*/ 562 h 694"/>
                <a:gd name="T90" fmla="*/ 615 w 655"/>
                <a:gd name="T91" fmla="*/ 544 h 694"/>
                <a:gd name="T92" fmla="*/ 642 w 655"/>
                <a:gd name="T93" fmla="*/ 497 h 694"/>
                <a:gd name="T94" fmla="*/ 624 w 655"/>
                <a:gd name="T95" fmla="*/ 431 h 694"/>
                <a:gd name="T96" fmla="*/ 622 w 655"/>
                <a:gd name="T97" fmla="*/ 430 h 694"/>
                <a:gd name="T98" fmla="*/ 598 w 655"/>
                <a:gd name="T99" fmla="*/ 380 h 694"/>
                <a:gd name="T100" fmla="*/ 600 w 655"/>
                <a:gd name="T101" fmla="*/ 347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5" h="694">
                  <a:moveTo>
                    <a:pt x="600" y="347"/>
                  </a:moveTo>
                  <a:cubicBezTo>
                    <a:pt x="600" y="336"/>
                    <a:pt x="599" y="325"/>
                    <a:pt x="598" y="314"/>
                  </a:cubicBezTo>
                  <a:cubicBezTo>
                    <a:pt x="596" y="294"/>
                    <a:pt x="605" y="274"/>
                    <a:pt x="622" y="264"/>
                  </a:cubicBezTo>
                  <a:cubicBezTo>
                    <a:pt x="624" y="264"/>
                    <a:pt x="624" y="264"/>
                    <a:pt x="624" y="264"/>
                  </a:cubicBezTo>
                  <a:cubicBezTo>
                    <a:pt x="647" y="250"/>
                    <a:pt x="655" y="220"/>
                    <a:pt x="642" y="197"/>
                  </a:cubicBezTo>
                  <a:cubicBezTo>
                    <a:pt x="615" y="150"/>
                    <a:pt x="615" y="150"/>
                    <a:pt x="615" y="150"/>
                  </a:cubicBezTo>
                  <a:cubicBezTo>
                    <a:pt x="601" y="127"/>
                    <a:pt x="571" y="119"/>
                    <a:pt x="548" y="132"/>
                  </a:cubicBezTo>
                  <a:cubicBezTo>
                    <a:pt x="546" y="133"/>
                    <a:pt x="546" y="133"/>
                    <a:pt x="546" y="133"/>
                  </a:cubicBezTo>
                  <a:cubicBezTo>
                    <a:pt x="529" y="143"/>
                    <a:pt x="507" y="141"/>
                    <a:pt x="491" y="129"/>
                  </a:cubicBezTo>
                  <a:cubicBezTo>
                    <a:pt x="474" y="116"/>
                    <a:pt x="454" y="105"/>
                    <a:pt x="434" y="96"/>
                  </a:cubicBezTo>
                  <a:cubicBezTo>
                    <a:pt x="416" y="88"/>
                    <a:pt x="403" y="71"/>
                    <a:pt x="403" y="51"/>
                  </a:cubicBezTo>
                  <a:cubicBezTo>
                    <a:pt x="403" y="49"/>
                    <a:pt x="403" y="49"/>
                    <a:pt x="403" y="49"/>
                  </a:cubicBezTo>
                  <a:cubicBezTo>
                    <a:pt x="403" y="22"/>
                    <a:pt x="381" y="0"/>
                    <a:pt x="354" y="0"/>
                  </a:cubicBezTo>
                  <a:cubicBezTo>
                    <a:pt x="300" y="0"/>
                    <a:pt x="300" y="0"/>
                    <a:pt x="300" y="0"/>
                  </a:cubicBezTo>
                  <a:cubicBezTo>
                    <a:pt x="273" y="0"/>
                    <a:pt x="252" y="22"/>
                    <a:pt x="252" y="49"/>
                  </a:cubicBezTo>
                  <a:cubicBezTo>
                    <a:pt x="252" y="51"/>
                    <a:pt x="252" y="51"/>
                    <a:pt x="252" y="51"/>
                  </a:cubicBezTo>
                  <a:cubicBezTo>
                    <a:pt x="252" y="71"/>
                    <a:pt x="239" y="88"/>
                    <a:pt x="221" y="96"/>
                  </a:cubicBezTo>
                  <a:cubicBezTo>
                    <a:pt x="200" y="105"/>
                    <a:pt x="181" y="116"/>
                    <a:pt x="163" y="129"/>
                  </a:cubicBezTo>
                  <a:cubicBezTo>
                    <a:pt x="147" y="141"/>
                    <a:pt x="126" y="143"/>
                    <a:pt x="109" y="133"/>
                  </a:cubicBezTo>
                  <a:cubicBezTo>
                    <a:pt x="107" y="132"/>
                    <a:pt x="107" y="132"/>
                    <a:pt x="107" y="132"/>
                  </a:cubicBezTo>
                  <a:cubicBezTo>
                    <a:pt x="84" y="119"/>
                    <a:pt x="54" y="127"/>
                    <a:pt x="40" y="150"/>
                  </a:cubicBezTo>
                  <a:cubicBezTo>
                    <a:pt x="13" y="197"/>
                    <a:pt x="13" y="197"/>
                    <a:pt x="13" y="197"/>
                  </a:cubicBezTo>
                  <a:cubicBezTo>
                    <a:pt x="0" y="220"/>
                    <a:pt x="8" y="250"/>
                    <a:pt x="31" y="264"/>
                  </a:cubicBezTo>
                  <a:cubicBezTo>
                    <a:pt x="33" y="264"/>
                    <a:pt x="33" y="264"/>
                    <a:pt x="33" y="264"/>
                  </a:cubicBezTo>
                  <a:cubicBezTo>
                    <a:pt x="50" y="274"/>
                    <a:pt x="59" y="294"/>
                    <a:pt x="57" y="314"/>
                  </a:cubicBezTo>
                  <a:cubicBezTo>
                    <a:pt x="55" y="325"/>
                    <a:pt x="55" y="336"/>
                    <a:pt x="55" y="347"/>
                  </a:cubicBezTo>
                  <a:cubicBezTo>
                    <a:pt x="55" y="358"/>
                    <a:pt x="55" y="369"/>
                    <a:pt x="57" y="380"/>
                  </a:cubicBezTo>
                  <a:cubicBezTo>
                    <a:pt x="59" y="400"/>
                    <a:pt x="50" y="420"/>
                    <a:pt x="33" y="430"/>
                  </a:cubicBezTo>
                  <a:cubicBezTo>
                    <a:pt x="31" y="431"/>
                    <a:pt x="31" y="431"/>
                    <a:pt x="31" y="431"/>
                  </a:cubicBezTo>
                  <a:cubicBezTo>
                    <a:pt x="8" y="444"/>
                    <a:pt x="0" y="474"/>
                    <a:pt x="13" y="497"/>
                  </a:cubicBezTo>
                  <a:cubicBezTo>
                    <a:pt x="40" y="544"/>
                    <a:pt x="40" y="544"/>
                    <a:pt x="40" y="544"/>
                  </a:cubicBezTo>
                  <a:cubicBezTo>
                    <a:pt x="54" y="567"/>
                    <a:pt x="84" y="575"/>
                    <a:pt x="107" y="562"/>
                  </a:cubicBezTo>
                  <a:cubicBezTo>
                    <a:pt x="109" y="561"/>
                    <a:pt x="109" y="561"/>
                    <a:pt x="109" y="561"/>
                  </a:cubicBezTo>
                  <a:cubicBezTo>
                    <a:pt x="126" y="551"/>
                    <a:pt x="147" y="553"/>
                    <a:pt x="163" y="565"/>
                  </a:cubicBezTo>
                  <a:cubicBezTo>
                    <a:pt x="181" y="578"/>
                    <a:pt x="200" y="589"/>
                    <a:pt x="221" y="598"/>
                  </a:cubicBezTo>
                  <a:cubicBezTo>
                    <a:pt x="239" y="606"/>
                    <a:pt x="252" y="624"/>
                    <a:pt x="252" y="643"/>
                  </a:cubicBezTo>
                  <a:cubicBezTo>
                    <a:pt x="252" y="645"/>
                    <a:pt x="252" y="645"/>
                    <a:pt x="252" y="645"/>
                  </a:cubicBezTo>
                  <a:cubicBezTo>
                    <a:pt x="252" y="672"/>
                    <a:pt x="273" y="694"/>
                    <a:pt x="300" y="694"/>
                  </a:cubicBezTo>
                  <a:cubicBezTo>
                    <a:pt x="354" y="694"/>
                    <a:pt x="354" y="694"/>
                    <a:pt x="354" y="694"/>
                  </a:cubicBezTo>
                  <a:cubicBezTo>
                    <a:pt x="381" y="694"/>
                    <a:pt x="403" y="672"/>
                    <a:pt x="403" y="645"/>
                  </a:cubicBezTo>
                  <a:cubicBezTo>
                    <a:pt x="403" y="643"/>
                    <a:pt x="403" y="643"/>
                    <a:pt x="403" y="643"/>
                  </a:cubicBezTo>
                  <a:cubicBezTo>
                    <a:pt x="403" y="624"/>
                    <a:pt x="416" y="606"/>
                    <a:pt x="434" y="598"/>
                  </a:cubicBezTo>
                  <a:cubicBezTo>
                    <a:pt x="454" y="589"/>
                    <a:pt x="474" y="578"/>
                    <a:pt x="491" y="565"/>
                  </a:cubicBezTo>
                  <a:cubicBezTo>
                    <a:pt x="507" y="553"/>
                    <a:pt x="529" y="551"/>
                    <a:pt x="546" y="561"/>
                  </a:cubicBezTo>
                  <a:cubicBezTo>
                    <a:pt x="548" y="562"/>
                    <a:pt x="548" y="562"/>
                    <a:pt x="548" y="562"/>
                  </a:cubicBezTo>
                  <a:cubicBezTo>
                    <a:pt x="571" y="575"/>
                    <a:pt x="601" y="567"/>
                    <a:pt x="615" y="544"/>
                  </a:cubicBezTo>
                  <a:cubicBezTo>
                    <a:pt x="642" y="497"/>
                    <a:pt x="642" y="497"/>
                    <a:pt x="642" y="497"/>
                  </a:cubicBezTo>
                  <a:cubicBezTo>
                    <a:pt x="655" y="474"/>
                    <a:pt x="647" y="444"/>
                    <a:pt x="624" y="431"/>
                  </a:cubicBezTo>
                  <a:cubicBezTo>
                    <a:pt x="622" y="430"/>
                    <a:pt x="622" y="430"/>
                    <a:pt x="622" y="430"/>
                  </a:cubicBezTo>
                  <a:cubicBezTo>
                    <a:pt x="605" y="420"/>
                    <a:pt x="596" y="400"/>
                    <a:pt x="598" y="380"/>
                  </a:cubicBezTo>
                  <a:cubicBezTo>
                    <a:pt x="599" y="369"/>
                    <a:pt x="600" y="358"/>
                    <a:pt x="600" y="347"/>
                  </a:cubicBezTo>
                  <a:close/>
                </a:path>
              </a:pathLst>
            </a:custGeom>
            <a:solidFill>
              <a:srgbClr val="E7E8ED"/>
            </a:solidFill>
            <a:ln w="12700" cap="flat" cmpd="sng" algn="ctr">
              <a:noFill/>
              <a:prstDash val="solid"/>
              <a:miter lim="800000"/>
            </a:ln>
            <a:effectLst>
              <a:outerShdw blurRad="127000" dist="101600" dir="2700000" algn="tl" rotWithShape="0">
                <a:prstClr val="black">
                  <a:alpha val="20000"/>
                </a:prstClr>
              </a:outerShdw>
            </a:effectLst>
          </p:spPr>
          <p:txBody>
            <a:bodyPr rtlCol="0" anchor="ctr"/>
            <a:lstStyle/>
            <a:p>
              <a:pPr algn="ctr">
                <a:defRPr/>
              </a:pPr>
              <a:endParaRPr lang="en-US" kern="0">
                <a:solidFill>
                  <a:prstClr val="white"/>
                </a:solidFill>
                <a:latin typeface="Calibri" panose="020F0502020204030204"/>
              </a:endParaRPr>
            </a:p>
          </p:txBody>
        </p:sp>
      </p:grpSp>
      <p:pic>
        <p:nvPicPr>
          <p:cNvPr id="17" name="Picture 16">
            <a:extLst>
              <a:ext uri="{FF2B5EF4-FFF2-40B4-BE49-F238E27FC236}">
                <a16:creationId xmlns:a16="http://schemas.microsoft.com/office/drawing/2014/main" id="{25BC656B-9F67-3C37-98D6-2EE781F08F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3555" y="2340085"/>
            <a:ext cx="1781752" cy="2187145"/>
          </a:xfrm>
          <a:prstGeom prst="rect">
            <a:avLst/>
          </a:prstGeom>
        </p:spPr>
      </p:pic>
    </p:spTree>
    <p:extLst>
      <p:ext uri="{BB962C8B-B14F-4D97-AF65-F5344CB8AC3E}">
        <p14:creationId xmlns:p14="http://schemas.microsoft.com/office/powerpoint/2010/main" val="3784825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9355B100-5FE0-5E2B-0C9F-DE57BE2C928A}"/>
              </a:ext>
            </a:extLst>
          </p:cNvPr>
          <p:cNvSpPr/>
          <p:nvPr/>
        </p:nvSpPr>
        <p:spPr>
          <a:xfrm>
            <a:off x="372639" y="1581665"/>
            <a:ext cx="7681986" cy="4202190"/>
          </a:xfrm>
          <a:prstGeom prst="roundRect">
            <a:avLst>
              <a:gd name="adj" fmla="val 2263"/>
            </a:avLst>
          </a:prstGeom>
          <a:solidFill>
            <a:schemeClr val="tx1">
              <a:lumMod val="40000"/>
              <a:lumOff val="60000"/>
            </a:schemeClr>
          </a:solidFill>
          <a:effectLst>
            <a:outerShdw blurRad="190500" dist="38100" dir="600000" sx="101000" sy="101000" algn="tl" rotWithShape="0">
              <a:schemeClr val="tx2">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0EF3AA69-DFC7-1AB4-79B4-E5C0948B4E9C}"/>
              </a:ext>
            </a:extLst>
          </p:cNvPr>
          <p:cNvGrpSpPr/>
          <p:nvPr/>
        </p:nvGrpSpPr>
        <p:grpSpPr>
          <a:xfrm>
            <a:off x="2847657" y="471065"/>
            <a:ext cx="6496687" cy="610651"/>
            <a:chOff x="3125021" y="520821"/>
            <a:chExt cx="6496687" cy="610651"/>
          </a:xfrm>
        </p:grpSpPr>
        <p:grpSp>
          <p:nvGrpSpPr>
            <p:cNvPr id="5" name="Google Shape;1759;p24">
              <a:extLst>
                <a:ext uri="{FF2B5EF4-FFF2-40B4-BE49-F238E27FC236}">
                  <a16:creationId xmlns:a16="http://schemas.microsoft.com/office/drawing/2014/main" id="{EE4E984C-C157-066A-FE44-85455F1F3697}"/>
                </a:ext>
              </a:extLst>
            </p:cNvPr>
            <p:cNvGrpSpPr/>
            <p:nvPr/>
          </p:nvGrpSpPr>
          <p:grpSpPr>
            <a:xfrm>
              <a:off x="3125021" y="520821"/>
              <a:ext cx="6483831" cy="610651"/>
              <a:chOff x="5573642" y="2488315"/>
              <a:chExt cx="2748650" cy="2748282"/>
            </a:xfrm>
          </p:grpSpPr>
          <p:sp>
            <p:nvSpPr>
              <p:cNvPr id="7" name="Google Shape;1760;p24">
                <a:extLst>
                  <a:ext uri="{FF2B5EF4-FFF2-40B4-BE49-F238E27FC236}">
                    <a16:creationId xmlns:a16="http://schemas.microsoft.com/office/drawing/2014/main" id="{9EC5E59E-402A-C732-C984-44DBF98C3332}"/>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rgbClr val="FFFFFF">
                    <a:alpha val="55686"/>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sp>
            <p:nvSpPr>
              <p:cNvPr id="8" name="Google Shape;1761;p24">
                <a:extLst>
                  <a:ext uri="{FF2B5EF4-FFF2-40B4-BE49-F238E27FC236}">
                    <a16:creationId xmlns:a16="http://schemas.microsoft.com/office/drawing/2014/main" id="{70BD7F14-BCF3-CCB5-7B45-D9D05B921261}"/>
                  </a:ext>
                </a:extLst>
              </p:cNvPr>
              <p:cNvSpPr/>
              <p:nvPr/>
            </p:nvSpPr>
            <p:spPr>
              <a:xfrm>
                <a:off x="5573642" y="2488315"/>
                <a:ext cx="2743198" cy="2743201"/>
              </a:xfrm>
              <a:prstGeom prst="roundRect">
                <a:avLst>
                  <a:gd name="adj" fmla="val 16667"/>
                </a:avLst>
              </a:prstGeom>
              <a:solidFill>
                <a:srgbClr val="EBECF0"/>
              </a:solidFill>
              <a:ln>
                <a:noFill/>
              </a:ln>
              <a:effectLst>
                <a:outerShdw blurRad="177800" dist="114300" dir="2700000" algn="ctr" rotWithShape="0">
                  <a:srgbClr val="ACB0C0">
                    <a:alpha val="41960"/>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grpSp>
        <p:sp>
          <p:nvSpPr>
            <p:cNvPr id="6" name="Google Shape;1299;p19">
              <a:extLst>
                <a:ext uri="{FF2B5EF4-FFF2-40B4-BE49-F238E27FC236}">
                  <a16:creationId xmlns:a16="http://schemas.microsoft.com/office/drawing/2014/main" id="{16CC4590-AA38-D0D6-6B55-969F02BACD01}"/>
                </a:ext>
              </a:extLst>
            </p:cNvPr>
            <p:cNvSpPr/>
            <p:nvPr/>
          </p:nvSpPr>
          <p:spPr>
            <a:xfrm>
              <a:off x="3262097" y="611761"/>
              <a:ext cx="6359611" cy="276999"/>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b="1" kern="100">
                  <a:solidFill>
                    <a:srgbClr val="0070C0"/>
                  </a:solidFill>
                  <a:latin typeface="Open Sans"/>
                  <a:ea typeface="Open Sans"/>
                  <a:cs typeface="Open Sans"/>
                </a:rPr>
                <a:t>Dashboard</a:t>
              </a:r>
              <a:endParaRPr lang="en-US"/>
            </a:p>
          </p:txBody>
        </p:sp>
      </p:grpSp>
      <p:pic>
        <p:nvPicPr>
          <p:cNvPr id="10" name="Picture 9">
            <a:extLst>
              <a:ext uri="{FF2B5EF4-FFF2-40B4-BE49-F238E27FC236}">
                <a16:creationId xmlns:a16="http://schemas.microsoft.com/office/drawing/2014/main" id="{09AFE599-0B85-FCB1-92A8-E6212A83EF43}"/>
              </a:ext>
            </a:extLst>
          </p:cNvPr>
          <p:cNvPicPr>
            <a:picLocks noChangeAspect="1"/>
          </p:cNvPicPr>
          <p:nvPr/>
        </p:nvPicPr>
        <p:blipFill>
          <a:blip r:embed="rId2"/>
          <a:stretch>
            <a:fillRect/>
          </a:stretch>
        </p:blipFill>
        <p:spPr>
          <a:xfrm>
            <a:off x="504385" y="1690649"/>
            <a:ext cx="7451531" cy="3989558"/>
          </a:xfrm>
          <a:prstGeom prst="rect">
            <a:avLst/>
          </a:prstGeom>
        </p:spPr>
      </p:pic>
      <p:grpSp>
        <p:nvGrpSpPr>
          <p:cNvPr id="25" name="Group 24">
            <a:extLst>
              <a:ext uri="{FF2B5EF4-FFF2-40B4-BE49-F238E27FC236}">
                <a16:creationId xmlns:a16="http://schemas.microsoft.com/office/drawing/2014/main" id="{C0662C61-366F-15D1-024B-D9F8A93FA1DE}"/>
              </a:ext>
            </a:extLst>
          </p:cNvPr>
          <p:cNvGrpSpPr/>
          <p:nvPr/>
        </p:nvGrpSpPr>
        <p:grpSpPr>
          <a:xfrm>
            <a:off x="8438936" y="1712739"/>
            <a:ext cx="3107255" cy="985480"/>
            <a:chOff x="8438936" y="1580535"/>
            <a:chExt cx="3107255" cy="985480"/>
          </a:xfrm>
        </p:grpSpPr>
        <p:sp>
          <p:nvSpPr>
            <p:cNvPr id="11" name="Rounded Rectangle 7">
              <a:extLst>
                <a:ext uri="{FF2B5EF4-FFF2-40B4-BE49-F238E27FC236}">
                  <a16:creationId xmlns:a16="http://schemas.microsoft.com/office/drawing/2014/main" id="{0874FA16-8070-3CDE-DBAC-0B2B113F8BFE}"/>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Centralized dashboard</a:t>
              </a:r>
              <a:r>
                <a:rPr lang="en-US" sz="1600">
                  <a:solidFill>
                    <a:schemeClr val="bg2">
                      <a:lumMod val="10000"/>
                    </a:schemeClr>
                  </a:solidFill>
                  <a:ea typeface="+mn-lt"/>
                  <a:cs typeface="+mn-lt"/>
                </a:rPr>
                <a:t> for clear visibility and control over cryptographic data.</a:t>
              </a:r>
              <a:endParaRPr lang="en-US" sz="2400"/>
            </a:p>
          </p:txBody>
        </p:sp>
        <p:cxnSp>
          <p:nvCxnSpPr>
            <p:cNvPr id="15" name="Straight Connector 14">
              <a:extLst>
                <a:ext uri="{FF2B5EF4-FFF2-40B4-BE49-F238E27FC236}">
                  <a16:creationId xmlns:a16="http://schemas.microsoft.com/office/drawing/2014/main" id="{CDA19B0B-6800-0734-9842-8A1087AEC7C3}"/>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E47F5E98-20F9-EC79-5E4C-F4CB00B2DEF0}"/>
              </a:ext>
            </a:extLst>
          </p:cNvPr>
          <p:cNvGrpSpPr/>
          <p:nvPr/>
        </p:nvGrpSpPr>
        <p:grpSpPr>
          <a:xfrm>
            <a:off x="8466846" y="3099721"/>
            <a:ext cx="3107255" cy="985480"/>
            <a:chOff x="8438936" y="1580535"/>
            <a:chExt cx="3107255" cy="985480"/>
          </a:xfrm>
        </p:grpSpPr>
        <p:sp>
          <p:nvSpPr>
            <p:cNvPr id="27" name="Rounded Rectangle 7">
              <a:extLst>
                <a:ext uri="{FF2B5EF4-FFF2-40B4-BE49-F238E27FC236}">
                  <a16:creationId xmlns:a16="http://schemas.microsoft.com/office/drawing/2014/main" id="{202E1597-97B9-EFC8-DBEF-A1F6971BF520}"/>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Access to historical scans</a:t>
              </a:r>
              <a:r>
                <a:rPr lang="en-US" sz="1600">
                  <a:solidFill>
                    <a:schemeClr val="bg2">
                      <a:lumMod val="10000"/>
                    </a:schemeClr>
                  </a:solidFill>
                  <a:ea typeface="+mn-lt"/>
                  <a:cs typeface="+mn-lt"/>
                </a:rPr>
                <a:t> to track trends and monitor changes over time.</a:t>
              </a:r>
              <a:endParaRPr lang="en-US" sz="1600"/>
            </a:p>
          </p:txBody>
        </p:sp>
        <p:cxnSp>
          <p:nvCxnSpPr>
            <p:cNvPr id="28" name="Straight Connector 27">
              <a:extLst>
                <a:ext uri="{FF2B5EF4-FFF2-40B4-BE49-F238E27FC236}">
                  <a16:creationId xmlns:a16="http://schemas.microsoft.com/office/drawing/2014/main" id="{29B84FFD-6CC3-6EBE-2E9F-FA6F4665E6DE}"/>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6A0B484A-40CD-0436-465F-A0DBFAA36028}"/>
              </a:ext>
            </a:extLst>
          </p:cNvPr>
          <p:cNvGrpSpPr/>
          <p:nvPr/>
        </p:nvGrpSpPr>
        <p:grpSpPr>
          <a:xfrm>
            <a:off x="8494756" y="4586278"/>
            <a:ext cx="3107255" cy="985480"/>
            <a:chOff x="8438936" y="1580535"/>
            <a:chExt cx="3107255" cy="985480"/>
          </a:xfrm>
        </p:grpSpPr>
        <p:sp>
          <p:nvSpPr>
            <p:cNvPr id="30" name="Rounded Rectangle 7">
              <a:extLst>
                <a:ext uri="{FF2B5EF4-FFF2-40B4-BE49-F238E27FC236}">
                  <a16:creationId xmlns:a16="http://schemas.microsoft.com/office/drawing/2014/main" id="{49E9CF9F-4FCD-2166-3D49-ACA72D00C530}"/>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Comprehensive audit trail</a:t>
              </a:r>
              <a:r>
                <a:rPr lang="en-US" sz="1600">
                  <a:solidFill>
                    <a:schemeClr val="bg2">
                      <a:lumMod val="10000"/>
                    </a:schemeClr>
                  </a:solidFill>
                  <a:ea typeface="+mn-lt"/>
                  <a:cs typeface="+mn-lt"/>
                </a:rPr>
                <a:t> for enhanced transparency and compliance.</a:t>
              </a:r>
              <a:endParaRPr lang="en-US" sz="1600"/>
            </a:p>
          </p:txBody>
        </p:sp>
        <p:cxnSp>
          <p:nvCxnSpPr>
            <p:cNvPr id="31" name="Straight Connector 30">
              <a:extLst>
                <a:ext uri="{FF2B5EF4-FFF2-40B4-BE49-F238E27FC236}">
                  <a16:creationId xmlns:a16="http://schemas.microsoft.com/office/drawing/2014/main" id="{30090A63-DDD0-6BD7-7490-A58E8742F85E}"/>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77517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168C4-F18E-6612-C6D9-CB706BCD7138}"/>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6C11E8B8-C0C3-63E8-3F08-89E79EE48557}"/>
              </a:ext>
            </a:extLst>
          </p:cNvPr>
          <p:cNvSpPr/>
          <p:nvPr/>
        </p:nvSpPr>
        <p:spPr>
          <a:xfrm>
            <a:off x="172995" y="1668165"/>
            <a:ext cx="7913372" cy="4280943"/>
          </a:xfrm>
          <a:prstGeom prst="roundRect">
            <a:avLst>
              <a:gd name="adj" fmla="val 2263"/>
            </a:avLst>
          </a:prstGeom>
          <a:solidFill>
            <a:schemeClr val="tx1">
              <a:lumMod val="40000"/>
              <a:lumOff val="60000"/>
            </a:schemeClr>
          </a:solidFill>
          <a:effectLst>
            <a:outerShdw blurRad="190500" dist="38100" dir="600000" sx="101000" sy="101000" algn="tl" rotWithShape="0">
              <a:schemeClr val="tx2">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3BF45712-3E00-7D0A-3622-F674C85CE8BF}"/>
              </a:ext>
            </a:extLst>
          </p:cNvPr>
          <p:cNvGrpSpPr/>
          <p:nvPr/>
        </p:nvGrpSpPr>
        <p:grpSpPr>
          <a:xfrm>
            <a:off x="2847657" y="471065"/>
            <a:ext cx="6496687" cy="610651"/>
            <a:chOff x="3125021" y="520821"/>
            <a:chExt cx="6496687" cy="610651"/>
          </a:xfrm>
        </p:grpSpPr>
        <p:grpSp>
          <p:nvGrpSpPr>
            <p:cNvPr id="5" name="Google Shape;1759;p24">
              <a:extLst>
                <a:ext uri="{FF2B5EF4-FFF2-40B4-BE49-F238E27FC236}">
                  <a16:creationId xmlns:a16="http://schemas.microsoft.com/office/drawing/2014/main" id="{4B8131CC-92B5-366B-810D-54B9962C7E14}"/>
                </a:ext>
              </a:extLst>
            </p:cNvPr>
            <p:cNvGrpSpPr/>
            <p:nvPr/>
          </p:nvGrpSpPr>
          <p:grpSpPr>
            <a:xfrm>
              <a:off x="3125021" y="520821"/>
              <a:ext cx="6483831" cy="610651"/>
              <a:chOff x="5573642" y="2488315"/>
              <a:chExt cx="2748650" cy="2748282"/>
            </a:xfrm>
          </p:grpSpPr>
          <p:sp>
            <p:nvSpPr>
              <p:cNvPr id="7" name="Google Shape;1760;p24">
                <a:extLst>
                  <a:ext uri="{FF2B5EF4-FFF2-40B4-BE49-F238E27FC236}">
                    <a16:creationId xmlns:a16="http://schemas.microsoft.com/office/drawing/2014/main" id="{B1113EBC-9D2D-89EE-C4CC-7853366C3927}"/>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rgbClr val="FFFFFF">
                    <a:alpha val="55686"/>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sp>
            <p:nvSpPr>
              <p:cNvPr id="8" name="Google Shape;1761;p24">
                <a:extLst>
                  <a:ext uri="{FF2B5EF4-FFF2-40B4-BE49-F238E27FC236}">
                    <a16:creationId xmlns:a16="http://schemas.microsoft.com/office/drawing/2014/main" id="{3CA0A253-752A-7C43-ED3E-6795D739F2BF}"/>
                  </a:ext>
                </a:extLst>
              </p:cNvPr>
              <p:cNvSpPr/>
              <p:nvPr/>
            </p:nvSpPr>
            <p:spPr>
              <a:xfrm>
                <a:off x="5573642" y="2488315"/>
                <a:ext cx="2743198" cy="2743201"/>
              </a:xfrm>
              <a:prstGeom prst="roundRect">
                <a:avLst>
                  <a:gd name="adj" fmla="val 16667"/>
                </a:avLst>
              </a:prstGeom>
              <a:solidFill>
                <a:srgbClr val="EBECF0"/>
              </a:solidFill>
              <a:ln>
                <a:noFill/>
              </a:ln>
              <a:effectLst>
                <a:outerShdw blurRad="177800" dist="114300" dir="2700000" algn="ctr" rotWithShape="0">
                  <a:srgbClr val="ACB0C0">
                    <a:alpha val="41960"/>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grpSp>
        <p:sp>
          <p:nvSpPr>
            <p:cNvPr id="6" name="Google Shape;1299;p19">
              <a:extLst>
                <a:ext uri="{FF2B5EF4-FFF2-40B4-BE49-F238E27FC236}">
                  <a16:creationId xmlns:a16="http://schemas.microsoft.com/office/drawing/2014/main" id="{2C52F6E5-0A4E-0918-47E6-35FD7E3F35B7}"/>
                </a:ext>
              </a:extLst>
            </p:cNvPr>
            <p:cNvSpPr/>
            <p:nvPr/>
          </p:nvSpPr>
          <p:spPr>
            <a:xfrm>
              <a:off x="3262097" y="611761"/>
              <a:ext cx="6359611" cy="276999"/>
            </a:xfrm>
            <a:prstGeom prst="rect">
              <a:avLst/>
            </a:prstGeom>
            <a:noFill/>
            <a:ln>
              <a:noFill/>
            </a:ln>
          </p:spPr>
          <p:txBody>
            <a:bodyPr spcFirstLastPara="1" wrap="square" lIns="91425" tIns="45700" rIns="91425" bIns="45700" anchor="t" anchorCtr="0">
              <a:noAutofit/>
            </a:bodyPr>
            <a:lstStyle/>
            <a:p>
              <a:pPr algn="ctr"/>
              <a:r>
                <a:rPr lang="en-IN" b="1" kern="100">
                  <a:solidFill>
                    <a:srgbClr val="0070C0"/>
                  </a:solidFill>
                  <a:latin typeface="Open Sans"/>
                  <a:ea typeface="Open Sans"/>
                  <a:cs typeface="Open Sans"/>
                </a:rPr>
                <a:t>Code Analysis</a:t>
              </a:r>
              <a:endParaRPr lang="en-IN" kern="100">
                <a:solidFill>
                  <a:srgbClr val="000000"/>
                </a:solidFill>
                <a:latin typeface="Open Sans"/>
                <a:ea typeface="Open Sans"/>
                <a:cs typeface="Open Sans"/>
              </a:endParaRPr>
            </a:p>
          </p:txBody>
        </p:sp>
      </p:grpSp>
      <p:pic>
        <p:nvPicPr>
          <p:cNvPr id="2" name="Picture 1" descr="A screenshot of a computer&#10;&#10;AI-generated content may be incorrect.">
            <a:extLst>
              <a:ext uri="{FF2B5EF4-FFF2-40B4-BE49-F238E27FC236}">
                <a16:creationId xmlns:a16="http://schemas.microsoft.com/office/drawing/2014/main" id="{385906A5-4036-B04D-E3DB-8A3D272B69B2}"/>
              </a:ext>
            </a:extLst>
          </p:cNvPr>
          <p:cNvPicPr>
            <a:picLocks noChangeAspect="1"/>
          </p:cNvPicPr>
          <p:nvPr/>
        </p:nvPicPr>
        <p:blipFill>
          <a:blip r:embed="rId2"/>
          <a:stretch>
            <a:fillRect/>
          </a:stretch>
        </p:blipFill>
        <p:spPr>
          <a:xfrm>
            <a:off x="247651" y="1739348"/>
            <a:ext cx="7758918" cy="4180939"/>
          </a:xfrm>
          <a:prstGeom prst="rect">
            <a:avLst/>
          </a:prstGeom>
        </p:spPr>
      </p:pic>
      <p:grpSp>
        <p:nvGrpSpPr>
          <p:cNvPr id="4" name="Group 3">
            <a:extLst>
              <a:ext uri="{FF2B5EF4-FFF2-40B4-BE49-F238E27FC236}">
                <a16:creationId xmlns:a16="http://schemas.microsoft.com/office/drawing/2014/main" id="{F46EEB2B-EC1B-525D-2B9B-6332F6825B21}"/>
              </a:ext>
            </a:extLst>
          </p:cNvPr>
          <p:cNvGrpSpPr/>
          <p:nvPr/>
        </p:nvGrpSpPr>
        <p:grpSpPr>
          <a:xfrm>
            <a:off x="8438936" y="1712739"/>
            <a:ext cx="3107255" cy="985480"/>
            <a:chOff x="8438936" y="1580535"/>
            <a:chExt cx="3107255" cy="985480"/>
          </a:xfrm>
        </p:grpSpPr>
        <p:sp>
          <p:nvSpPr>
            <p:cNvPr id="11" name="Rounded Rectangle 7">
              <a:extLst>
                <a:ext uri="{FF2B5EF4-FFF2-40B4-BE49-F238E27FC236}">
                  <a16:creationId xmlns:a16="http://schemas.microsoft.com/office/drawing/2014/main" id="{8600EE63-C786-D84B-9F9E-8389FC320B52}"/>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Deep source scanning</a:t>
              </a:r>
              <a:r>
                <a:rPr lang="en-US" sz="1600">
                  <a:solidFill>
                    <a:schemeClr val="bg2">
                      <a:lumMod val="10000"/>
                    </a:schemeClr>
                  </a:solidFill>
                  <a:ea typeface="+mn-lt"/>
                  <a:cs typeface="+mn-lt"/>
                </a:rPr>
                <a:t> to identify cryptographic algorithms and libraries in use.</a:t>
              </a:r>
              <a:endParaRPr lang="en-US" sz="1600">
                <a:solidFill>
                  <a:schemeClr val="bg2">
                    <a:lumMod val="10000"/>
                  </a:schemeClr>
                </a:solidFill>
              </a:endParaRPr>
            </a:p>
          </p:txBody>
        </p:sp>
        <p:cxnSp>
          <p:nvCxnSpPr>
            <p:cNvPr id="12" name="Straight Connector 11">
              <a:extLst>
                <a:ext uri="{FF2B5EF4-FFF2-40B4-BE49-F238E27FC236}">
                  <a16:creationId xmlns:a16="http://schemas.microsoft.com/office/drawing/2014/main" id="{AD574FAE-563D-21E5-0FBE-39693CBD0ECA}"/>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20F1235D-72BA-47A9-15C7-CB3A361BDF36}"/>
              </a:ext>
            </a:extLst>
          </p:cNvPr>
          <p:cNvGrpSpPr/>
          <p:nvPr/>
        </p:nvGrpSpPr>
        <p:grpSpPr>
          <a:xfrm>
            <a:off x="8466846" y="3099721"/>
            <a:ext cx="3107255" cy="985480"/>
            <a:chOff x="8438936" y="1580535"/>
            <a:chExt cx="3107255" cy="985480"/>
          </a:xfrm>
        </p:grpSpPr>
        <p:sp>
          <p:nvSpPr>
            <p:cNvPr id="14" name="Rounded Rectangle 7">
              <a:extLst>
                <a:ext uri="{FF2B5EF4-FFF2-40B4-BE49-F238E27FC236}">
                  <a16:creationId xmlns:a16="http://schemas.microsoft.com/office/drawing/2014/main" id="{60C6A7FD-A592-1DA8-11C7-DE84E46C91C3}"/>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Detect insecure or quantum-vulnerable implementations</a:t>
              </a:r>
              <a:r>
                <a:rPr lang="en-US" sz="1600">
                  <a:solidFill>
                    <a:schemeClr val="bg2">
                      <a:lumMod val="10000"/>
                    </a:schemeClr>
                  </a:solidFill>
                  <a:ea typeface="+mn-lt"/>
                  <a:cs typeface="+mn-lt"/>
                </a:rPr>
                <a:t> within codebases.</a:t>
              </a:r>
              <a:endParaRPr lang="en-US" sz="1600"/>
            </a:p>
          </p:txBody>
        </p:sp>
        <p:cxnSp>
          <p:nvCxnSpPr>
            <p:cNvPr id="15" name="Straight Connector 14">
              <a:extLst>
                <a:ext uri="{FF2B5EF4-FFF2-40B4-BE49-F238E27FC236}">
                  <a16:creationId xmlns:a16="http://schemas.microsoft.com/office/drawing/2014/main" id="{2DEDFF4B-8CC1-34F1-5041-32455ED9E5D2}"/>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22EDEAC6-0F9B-70CD-2725-73DDB5A332DC}"/>
              </a:ext>
            </a:extLst>
          </p:cNvPr>
          <p:cNvGrpSpPr/>
          <p:nvPr/>
        </p:nvGrpSpPr>
        <p:grpSpPr>
          <a:xfrm>
            <a:off x="8472722" y="4586278"/>
            <a:ext cx="3107255" cy="985480"/>
            <a:chOff x="8438936" y="1580535"/>
            <a:chExt cx="3107255" cy="985480"/>
          </a:xfrm>
        </p:grpSpPr>
        <p:sp>
          <p:nvSpPr>
            <p:cNvPr id="17" name="Rounded Rectangle 7">
              <a:extLst>
                <a:ext uri="{FF2B5EF4-FFF2-40B4-BE49-F238E27FC236}">
                  <a16:creationId xmlns:a16="http://schemas.microsoft.com/office/drawing/2014/main" id="{D5552154-5857-3C78-5563-513C1113BF91}"/>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Flags insecure or quantum-vulnerable components</a:t>
              </a:r>
              <a:r>
                <a:rPr lang="en-US" sz="1600">
                  <a:solidFill>
                    <a:schemeClr val="bg2">
                      <a:lumMod val="10000"/>
                    </a:schemeClr>
                  </a:solidFill>
                  <a:ea typeface="+mn-lt"/>
                  <a:cs typeface="+mn-lt"/>
                </a:rPr>
                <a:t> within the CBOM.</a:t>
              </a:r>
              <a:endParaRPr lang="en-US" sz="1600"/>
            </a:p>
          </p:txBody>
        </p:sp>
        <p:cxnSp>
          <p:nvCxnSpPr>
            <p:cNvPr id="18" name="Straight Connector 17">
              <a:extLst>
                <a:ext uri="{FF2B5EF4-FFF2-40B4-BE49-F238E27FC236}">
                  <a16:creationId xmlns:a16="http://schemas.microsoft.com/office/drawing/2014/main" id="{F71A9E04-2930-FF99-DDFD-C7BC8A457EE8}"/>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70141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08009-BC23-7FFC-71A3-01885B711348}"/>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F57E203-7A80-171E-1EE8-5A44F296761D}"/>
              </a:ext>
            </a:extLst>
          </p:cNvPr>
          <p:cNvSpPr/>
          <p:nvPr/>
        </p:nvSpPr>
        <p:spPr>
          <a:xfrm>
            <a:off x="125195" y="1346883"/>
            <a:ext cx="7992654" cy="4523830"/>
          </a:xfrm>
          <a:prstGeom prst="roundRect">
            <a:avLst>
              <a:gd name="adj" fmla="val 2263"/>
            </a:avLst>
          </a:prstGeom>
          <a:solidFill>
            <a:schemeClr val="tx1">
              <a:lumMod val="40000"/>
              <a:lumOff val="60000"/>
            </a:schemeClr>
          </a:solidFill>
          <a:effectLst>
            <a:outerShdw blurRad="190500" dist="38100" dir="600000" sx="101000" sy="101000" algn="tl" rotWithShape="0">
              <a:schemeClr val="tx2">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B290E2BA-1CB6-B37C-961A-36EA57F48CC2}"/>
              </a:ext>
            </a:extLst>
          </p:cNvPr>
          <p:cNvGrpSpPr/>
          <p:nvPr/>
        </p:nvGrpSpPr>
        <p:grpSpPr>
          <a:xfrm>
            <a:off x="2847657" y="471065"/>
            <a:ext cx="6496687" cy="610651"/>
            <a:chOff x="3125021" y="520821"/>
            <a:chExt cx="6496687" cy="610651"/>
          </a:xfrm>
        </p:grpSpPr>
        <p:grpSp>
          <p:nvGrpSpPr>
            <p:cNvPr id="3" name="Google Shape;1759;p24">
              <a:extLst>
                <a:ext uri="{FF2B5EF4-FFF2-40B4-BE49-F238E27FC236}">
                  <a16:creationId xmlns:a16="http://schemas.microsoft.com/office/drawing/2014/main" id="{DC413D5A-0250-E4A6-E74B-2636BF29E61E}"/>
                </a:ext>
              </a:extLst>
            </p:cNvPr>
            <p:cNvGrpSpPr/>
            <p:nvPr/>
          </p:nvGrpSpPr>
          <p:grpSpPr>
            <a:xfrm>
              <a:off x="3125021" y="520821"/>
              <a:ext cx="6483831" cy="610651"/>
              <a:chOff x="5573642" y="2488315"/>
              <a:chExt cx="2748650" cy="2748282"/>
            </a:xfrm>
          </p:grpSpPr>
          <p:sp>
            <p:nvSpPr>
              <p:cNvPr id="5" name="Google Shape;1760;p24">
                <a:extLst>
                  <a:ext uri="{FF2B5EF4-FFF2-40B4-BE49-F238E27FC236}">
                    <a16:creationId xmlns:a16="http://schemas.microsoft.com/office/drawing/2014/main" id="{B8E2AB79-B076-232D-114A-4134DDF277EE}"/>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rgbClr val="FFFFFF">
                    <a:alpha val="55686"/>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sp>
            <p:nvSpPr>
              <p:cNvPr id="6" name="Google Shape;1761;p24">
                <a:extLst>
                  <a:ext uri="{FF2B5EF4-FFF2-40B4-BE49-F238E27FC236}">
                    <a16:creationId xmlns:a16="http://schemas.microsoft.com/office/drawing/2014/main" id="{18D375A9-7EE2-C3A1-5158-2043622F23A0}"/>
                  </a:ext>
                </a:extLst>
              </p:cNvPr>
              <p:cNvSpPr/>
              <p:nvPr/>
            </p:nvSpPr>
            <p:spPr>
              <a:xfrm>
                <a:off x="5573642" y="2488315"/>
                <a:ext cx="2743198" cy="2743201"/>
              </a:xfrm>
              <a:prstGeom prst="roundRect">
                <a:avLst>
                  <a:gd name="adj" fmla="val 16667"/>
                </a:avLst>
              </a:prstGeom>
              <a:solidFill>
                <a:srgbClr val="EBECF0"/>
              </a:solidFill>
              <a:ln>
                <a:noFill/>
              </a:ln>
              <a:effectLst>
                <a:outerShdw blurRad="177800" dist="114300" dir="2700000" algn="ctr" rotWithShape="0">
                  <a:srgbClr val="ACB0C0">
                    <a:alpha val="41960"/>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grpSp>
        <p:sp>
          <p:nvSpPr>
            <p:cNvPr id="4" name="Google Shape;1299;p19">
              <a:extLst>
                <a:ext uri="{FF2B5EF4-FFF2-40B4-BE49-F238E27FC236}">
                  <a16:creationId xmlns:a16="http://schemas.microsoft.com/office/drawing/2014/main" id="{A976838C-0E4D-DF4E-3E12-80DE556EEE22}"/>
                </a:ext>
              </a:extLst>
            </p:cNvPr>
            <p:cNvSpPr/>
            <p:nvPr/>
          </p:nvSpPr>
          <p:spPr>
            <a:xfrm>
              <a:off x="3262097" y="611761"/>
              <a:ext cx="6359611" cy="276999"/>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b="1" kern="100">
                  <a:solidFill>
                    <a:srgbClr val="0070C0"/>
                  </a:solidFill>
                  <a:latin typeface="Open Sans"/>
                  <a:ea typeface="Open Sans"/>
                  <a:cs typeface="Open Sans"/>
                </a:rPr>
                <a:t>Network Analysis</a:t>
              </a:r>
              <a:endParaRPr lang="en-US"/>
            </a:p>
          </p:txBody>
        </p:sp>
      </p:grpSp>
      <p:pic>
        <p:nvPicPr>
          <p:cNvPr id="10" name="Picture 9" descr="A screenshot of a computer&#10;&#10;AI-generated content may be incorrect.">
            <a:extLst>
              <a:ext uri="{FF2B5EF4-FFF2-40B4-BE49-F238E27FC236}">
                <a16:creationId xmlns:a16="http://schemas.microsoft.com/office/drawing/2014/main" id="{CF900C5D-4F34-BB44-B6C3-7FD2BE773C62}"/>
              </a:ext>
            </a:extLst>
          </p:cNvPr>
          <p:cNvPicPr>
            <a:picLocks noChangeAspect="1"/>
          </p:cNvPicPr>
          <p:nvPr/>
        </p:nvPicPr>
        <p:blipFill>
          <a:blip r:embed="rId2"/>
          <a:stretch>
            <a:fillRect/>
          </a:stretch>
        </p:blipFill>
        <p:spPr>
          <a:xfrm>
            <a:off x="231355" y="1452666"/>
            <a:ext cx="7737054" cy="4306599"/>
          </a:xfrm>
          <a:prstGeom prst="rect">
            <a:avLst/>
          </a:prstGeom>
        </p:spPr>
      </p:pic>
      <p:grpSp>
        <p:nvGrpSpPr>
          <p:cNvPr id="16" name="Group 15">
            <a:extLst>
              <a:ext uri="{FF2B5EF4-FFF2-40B4-BE49-F238E27FC236}">
                <a16:creationId xmlns:a16="http://schemas.microsoft.com/office/drawing/2014/main" id="{B133DD10-F073-FFA3-AF18-D5CC9586E8B4}"/>
              </a:ext>
            </a:extLst>
          </p:cNvPr>
          <p:cNvGrpSpPr/>
          <p:nvPr/>
        </p:nvGrpSpPr>
        <p:grpSpPr>
          <a:xfrm>
            <a:off x="8438936" y="1712739"/>
            <a:ext cx="3107255" cy="985480"/>
            <a:chOff x="8438936" y="1580535"/>
            <a:chExt cx="3107255" cy="985480"/>
          </a:xfrm>
        </p:grpSpPr>
        <p:sp>
          <p:nvSpPr>
            <p:cNvPr id="14" name="Rounded Rectangle 7">
              <a:extLst>
                <a:ext uri="{FF2B5EF4-FFF2-40B4-BE49-F238E27FC236}">
                  <a16:creationId xmlns:a16="http://schemas.microsoft.com/office/drawing/2014/main" id="{84E4C98C-D31C-90D1-08BA-29DE9F3C434A}"/>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Discovers active protocols and cipher suites</a:t>
              </a:r>
              <a:r>
                <a:rPr lang="en-US" sz="1600">
                  <a:solidFill>
                    <a:schemeClr val="bg2">
                      <a:lumMod val="10000"/>
                    </a:schemeClr>
                  </a:solidFill>
                  <a:ea typeface="+mn-lt"/>
                  <a:cs typeface="+mn-lt"/>
                </a:rPr>
                <a:t> across network communications.</a:t>
              </a:r>
              <a:endParaRPr lang="en-US" sz="1600"/>
            </a:p>
          </p:txBody>
        </p:sp>
        <p:cxnSp>
          <p:nvCxnSpPr>
            <p:cNvPr id="15" name="Straight Connector 14">
              <a:extLst>
                <a:ext uri="{FF2B5EF4-FFF2-40B4-BE49-F238E27FC236}">
                  <a16:creationId xmlns:a16="http://schemas.microsoft.com/office/drawing/2014/main" id="{A74209DD-E2E0-8E78-9AC0-CFC66CF69C4C}"/>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947C7192-44E3-236E-EFCD-4014F4D3ED77}"/>
              </a:ext>
            </a:extLst>
          </p:cNvPr>
          <p:cNvGrpSpPr/>
          <p:nvPr/>
        </p:nvGrpSpPr>
        <p:grpSpPr>
          <a:xfrm>
            <a:off x="8466846" y="3099721"/>
            <a:ext cx="3107255" cy="985480"/>
            <a:chOff x="8438936" y="1580535"/>
            <a:chExt cx="3107255" cy="985480"/>
          </a:xfrm>
        </p:grpSpPr>
        <p:sp>
          <p:nvSpPr>
            <p:cNvPr id="18" name="Rounded Rectangle 7">
              <a:extLst>
                <a:ext uri="{FF2B5EF4-FFF2-40B4-BE49-F238E27FC236}">
                  <a16:creationId xmlns:a16="http://schemas.microsoft.com/office/drawing/2014/main" id="{D31AD308-3C9A-083D-1A0B-750D8750A65D}"/>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Detects weak configurations and vulnerable cryptographic practices</a:t>
              </a:r>
              <a:r>
                <a:rPr lang="en-US" sz="1600">
                  <a:solidFill>
                    <a:schemeClr val="bg2">
                      <a:lumMod val="10000"/>
                    </a:schemeClr>
                  </a:solidFill>
                  <a:ea typeface="+mn-lt"/>
                  <a:cs typeface="+mn-lt"/>
                </a:rPr>
                <a:t> in transit.</a:t>
              </a:r>
              <a:endParaRPr lang="en-US" sz="1600"/>
            </a:p>
          </p:txBody>
        </p:sp>
        <p:cxnSp>
          <p:nvCxnSpPr>
            <p:cNvPr id="19" name="Straight Connector 18">
              <a:extLst>
                <a:ext uri="{FF2B5EF4-FFF2-40B4-BE49-F238E27FC236}">
                  <a16:creationId xmlns:a16="http://schemas.microsoft.com/office/drawing/2014/main" id="{83D5472B-43D6-7793-850A-1B5810319928}"/>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FBC973DD-A8D4-9E3C-D01A-60C6A0B73FCF}"/>
              </a:ext>
            </a:extLst>
          </p:cNvPr>
          <p:cNvGrpSpPr/>
          <p:nvPr/>
        </p:nvGrpSpPr>
        <p:grpSpPr>
          <a:xfrm>
            <a:off x="8472722" y="4586278"/>
            <a:ext cx="3107255" cy="985480"/>
            <a:chOff x="8438936" y="1580535"/>
            <a:chExt cx="3107255" cy="985480"/>
          </a:xfrm>
        </p:grpSpPr>
        <p:sp>
          <p:nvSpPr>
            <p:cNvPr id="22" name="Rounded Rectangle 7">
              <a:extLst>
                <a:ext uri="{FF2B5EF4-FFF2-40B4-BE49-F238E27FC236}">
                  <a16:creationId xmlns:a16="http://schemas.microsoft.com/office/drawing/2014/main" id="{0BB3AED9-2EE0-6BED-0C5B-C5312A1B62AD}"/>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Enables continuous monitoring</a:t>
              </a:r>
              <a:r>
                <a:rPr lang="en-US" sz="1600">
                  <a:solidFill>
                    <a:schemeClr val="bg2">
                      <a:lumMod val="10000"/>
                    </a:schemeClr>
                  </a:solidFill>
                  <a:ea typeface="+mn-lt"/>
                  <a:cs typeface="+mn-lt"/>
                </a:rPr>
                <a:t> for evolving risks and quantum-readiness.</a:t>
              </a:r>
              <a:endParaRPr lang="en-US" sz="1600">
                <a:solidFill>
                  <a:schemeClr val="bg2">
                    <a:lumMod val="10000"/>
                  </a:schemeClr>
                </a:solidFill>
              </a:endParaRPr>
            </a:p>
          </p:txBody>
        </p:sp>
        <p:cxnSp>
          <p:nvCxnSpPr>
            <p:cNvPr id="23" name="Straight Connector 22">
              <a:extLst>
                <a:ext uri="{FF2B5EF4-FFF2-40B4-BE49-F238E27FC236}">
                  <a16:creationId xmlns:a16="http://schemas.microsoft.com/office/drawing/2014/main" id="{6015E883-A150-0C99-D461-7BA37398BD6F}"/>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72437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59EE7-9AD2-D49E-21DD-1E179C0261E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D2BF612F-9764-98F9-E52F-83E97DEC6338}"/>
              </a:ext>
            </a:extLst>
          </p:cNvPr>
          <p:cNvSpPr/>
          <p:nvPr/>
        </p:nvSpPr>
        <p:spPr>
          <a:xfrm>
            <a:off x="125195" y="1346883"/>
            <a:ext cx="8143049" cy="4313278"/>
          </a:xfrm>
          <a:prstGeom prst="roundRect">
            <a:avLst>
              <a:gd name="adj" fmla="val 2263"/>
            </a:avLst>
          </a:prstGeom>
          <a:solidFill>
            <a:schemeClr val="tx1">
              <a:lumMod val="40000"/>
              <a:lumOff val="60000"/>
            </a:schemeClr>
          </a:solidFill>
          <a:effectLst>
            <a:outerShdw blurRad="190500" dist="38100" dir="600000" sx="101000" sy="101000" algn="tl" rotWithShape="0">
              <a:schemeClr val="tx2">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F57E838E-485B-D320-A390-A1775C741593}"/>
              </a:ext>
            </a:extLst>
          </p:cNvPr>
          <p:cNvGrpSpPr/>
          <p:nvPr/>
        </p:nvGrpSpPr>
        <p:grpSpPr>
          <a:xfrm>
            <a:off x="2847657" y="471065"/>
            <a:ext cx="6496687" cy="610651"/>
            <a:chOff x="3125021" y="520821"/>
            <a:chExt cx="6496687" cy="610651"/>
          </a:xfrm>
        </p:grpSpPr>
        <p:grpSp>
          <p:nvGrpSpPr>
            <p:cNvPr id="3" name="Google Shape;1759;p24">
              <a:extLst>
                <a:ext uri="{FF2B5EF4-FFF2-40B4-BE49-F238E27FC236}">
                  <a16:creationId xmlns:a16="http://schemas.microsoft.com/office/drawing/2014/main" id="{7E1A1D8C-BDE9-62BE-8E97-8F5361D991C7}"/>
                </a:ext>
              </a:extLst>
            </p:cNvPr>
            <p:cNvGrpSpPr/>
            <p:nvPr/>
          </p:nvGrpSpPr>
          <p:grpSpPr>
            <a:xfrm>
              <a:off x="3125021" y="520821"/>
              <a:ext cx="6483831" cy="610651"/>
              <a:chOff x="5573642" y="2488315"/>
              <a:chExt cx="2748650" cy="2748282"/>
            </a:xfrm>
          </p:grpSpPr>
          <p:sp>
            <p:nvSpPr>
              <p:cNvPr id="5" name="Google Shape;1760;p24">
                <a:extLst>
                  <a:ext uri="{FF2B5EF4-FFF2-40B4-BE49-F238E27FC236}">
                    <a16:creationId xmlns:a16="http://schemas.microsoft.com/office/drawing/2014/main" id="{B5E3E321-A868-273F-EB71-BB5A124D10A2}"/>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rgbClr val="FFFFFF">
                    <a:alpha val="55686"/>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sp>
            <p:nvSpPr>
              <p:cNvPr id="6" name="Google Shape;1761;p24">
                <a:extLst>
                  <a:ext uri="{FF2B5EF4-FFF2-40B4-BE49-F238E27FC236}">
                    <a16:creationId xmlns:a16="http://schemas.microsoft.com/office/drawing/2014/main" id="{2EF6FF86-6ED0-0B9D-9819-7A52DA35211F}"/>
                  </a:ext>
                </a:extLst>
              </p:cNvPr>
              <p:cNvSpPr/>
              <p:nvPr/>
            </p:nvSpPr>
            <p:spPr>
              <a:xfrm>
                <a:off x="5573642" y="2488315"/>
                <a:ext cx="2743198" cy="2743201"/>
              </a:xfrm>
              <a:prstGeom prst="roundRect">
                <a:avLst>
                  <a:gd name="adj" fmla="val 16667"/>
                </a:avLst>
              </a:prstGeom>
              <a:solidFill>
                <a:srgbClr val="EBECF0"/>
              </a:solidFill>
              <a:ln>
                <a:noFill/>
              </a:ln>
              <a:effectLst>
                <a:outerShdw blurRad="177800" dist="114300" dir="2700000" algn="ctr" rotWithShape="0">
                  <a:srgbClr val="ACB0C0">
                    <a:alpha val="41960"/>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grpSp>
        <p:sp>
          <p:nvSpPr>
            <p:cNvPr id="4" name="Google Shape;1299;p19">
              <a:extLst>
                <a:ext uri="{FF2B5EF4-FFF2-40B4-BE49-F238E27FC236}">
                  <a16:creationId xmlns:a16="http://schemas.microsoft.com/office/drawing/2014/main" id="{2C86A25A-74C2-60BB-4996-04D5C0962461}"/>
                </a:ext>
              </a:extLst>
            </p:cNvPr>
            <p:cNvSpPr/>
            <p:nvPr/>
          </p:nvSpPr>
          <p:spPr>
            <a:xfrm>
              <a:off x="3262097" y="611761"/>
              <a:ext cx="6359611" cy="276999"/>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b="1" kern="100">
                  <a:solidFill>
                    <a:srgbClr val="0070C0"/>
                  </a:solidFill>
                  <a:latin typeface="Open Sans"/>
                  <a:ea typeface="Open Sans"/>
                  <a:cs typeface="Open Sans"/>
                </a:rPr>
                <a:t>Certificate Analysis</a:t>
              </a:r>
              <a:endParaRPr lang="en-US"/>
            </a:p>
          </p:txBody>
        </p:sp>
      </p:grpSp>
      <p:pic>
        <p:nvPicPr>
          <p:cNvPr id="8" name="Picture 7" descr="A screenshot of a computer&#10;&#10;AI-generated content may be incorrect.">
            <a:extLst>
              <a:ext uri="{FF2B5EF4-FFF2-40B4-BE49-F238E27FC236}">
                <a16:creationId xmlns:a16="http://schemas.microsoft.com/office/drawing/2014/main" id="{AFECA26A-C34B-C625-3D63-5741819248C2}"/>
              </a:ext>
            </a:extLst>
          </p:cNvPr>
          <p:cNvPicPr>
            <a:picLocks noChangeAspect="1"/>
          </p:cNvPicPr>
          <p:nvPr/>
        </p:nvPicPr>
        <p:blipFill>
          <a:blip r:embed="rId2"/>
          <a:stretch>
            <a:fillRect/>
          </a:stretch>
        </p:blipFill>
        <p:spPr>
          <a:xfrm>
            <a:off x="271457" y="1443943"/>
            <a:ext cx="7899430" cy="4074456"/>
          </a:xfrm>
          <a:prstGeom prst="rect">
            <a:avLst/>
          </a:prstGeom>
        </p:spPr>
      </p:pic>
      <p:grpSp>
        <p:nvGrpSpPr>
          <p:cNvPr id="14" name="Group 13">
            <a:extLst>
              <a:ext uri="{FF2B5EF4-FFF2-40B4-BE49-F238E27FC236}">
                <a16:creationId xmlns:a16="http://schemas.microsoft.com/office/drawing/2014/main" id="{430F6A51-D720-6E2F-014E-2789E6DAF4DC}"/>
              </a:ext>
            </a:extLst>
          </p:cNvPr>
          <p:cNvGrpSpPr/>
          <p:nvPr/>
        </p:nvGrpSpPr>
        <p:grpSpPr>
          <a:xfrm>
            <a:off x="8670293" y="1712739"/>
            <a:ext cx="3107255" cy="985480"/>
            <a:chOff x="8438936" y="1580535"/>
            <a:chExt cx="3107255" cy="985480"/>
          </a:xfrm>
        </p:grpSpPr>
        <p:sp>
          <p:nvSpPr>
            <p:cNvPr id="12" name="Rounded Rectangle 7">
              <a:extLst>
                <a:ext uri="{FF2B5EF4-FFF2-40B4-BE49-F238E27FC236}">
                  <a16:creationId xmlns:a16="http://schemas.microsoft.com/office/drawing/2014/main" id="{86D3F4D9-144E-AFC6-84F7-D9BC002D5CB7}"/>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Comprehensive discovery</a:t>
              </a:r>
              <a:r>
                <a:rPr lang="en-US" sz="1600">
                  <a:solidFill>
                    <a:schemeClr val="bg2">
                      <a:lumMod val="10000"/>
                    </a:schemeClr>
                  </a:solidFill>
                  <a:ea typeface="+mn-lt"/>
                  <a:cs typeface="+mn-lt"/>
                </a:rPr>
                <a:t> of all X.509 certificates across systems and environments.</a:t>
              </a:r>
              <a:endParaRPr lang="en-US">
                <a:solidFill>
                  <a:schemeClr val="bg2">
                    <a:lumMod val="10000"/>
                  </a:schemeClr>
                </a:solidFill>
              </a:endParaRPr>
            </a:p>
          </p:txBody>
        </p:sp>
        <p:cxnSp>
          <p:nvCxnSpPr>
            <p:cNvPr id="13" name="Straight Connector 12">
              <a:extLst>
                <a:ext uri="{FF2B5EF4-FFF2-40B4-BE49-F238E27FC236}">
                  <a16:creationId xmlns:a16="http://schemas.microsoft.com/office/drawing/2014/main" id="{6B77A63A-BF7F-852C-A8C8-8490D3D8D48F}"/>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0D4E4EE8-D1BA-90DB-3870-CC55130FA228}"/>
              </a:ext>
            </a:extLst>
          </p:cNvPr>
          <p:cNvGrpSpPr/>
          <p:nvPr/>
        </p:nvGrpSpPr>
        <p:grpSpPr>
          <a:xfrm>
            <a:off x="8698203" y="3099721"/>
            <a:ext cx="3107255" cy="985480"/>
            <a:chOff x="8438936" y="1580535"/>
            <a:chExt cx="3107255" cy="985480"/>
          </a:xfrm>
        </p:grpSpPr>
        <p:sp>
          <p:nvSpPr>
            <p:cNvPr id="16" name="Rounded Rectangle 7">
              <a:extLst>
                <a:ext uri="{FF2B5EF4-FFF2-40B4-BE49-F238E27FC236}">
                  <a16:creationId xmlns:a16="http://schemas.microsoft.com/office/drawing/2014/main" id="{368A8A32-CA0D-FD64-1BEB-E20C7476A194}"/>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Identification of risks</a:t>
              </a:r>
              <a:r>
                <a:rPr lang="en-US" sz="1600">
                  <a:solidFill>
                    <a:schemeClr val="bg2">
                      <a:lumMod val="10000"/>
                    </a:schemeClr>
                  </a:solidFill>
                  <a:ea typeface="+mn-lt"/>
                  <a:cs typeface="+mn-lt"/>
                </a:rPr>
                <a:t> including expired, misconfigured, and quantum-vulnerable certificates.</a:t>
              </a:r>
              <a:endParaRPr lang="en-US"/>
            </a:p>
          </p:txBody>
        </p:sp>
        <p:cxnSp>
          <p:nvCxnSpPr>
            <p:cNvPr id="17" name="Straight Connector 16">
              <a:extLst>
                <a:ext uri="{FF2B5EF4-FFF2-40B4-BE49-F238E27FC236}">
                  <a16:creationId xmlns:a16="http://schemas.microsoft.com/office/drawing/2014/main" id="{265E4440-7EE6-9488-4DBD-9AC618A15F7C}"/>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D05CD87E-3A5E-8CD0-A0FF-7F074D39C167}"/>
              </a:ext>
            </a:extLst>
          </p:cNvPr>
          <p:cNvGrpSpPr/>
          <p:nvPr/>
        </p:nvGrpSpPr>
        <p:grpSpPr>
          <a:xfrm>
            <a:off x="8704079" y="4586278"/>
            <a:ext cx="3107255" cy="985480"/>
            <a:chOff x="8438936" y="1580535"/>
            <a:chExt cx="3107255" cy="985480"/>
          </a:xfrm>
        </p:grpSpPr>
        <p:sp>
          <p:nvSpPr>
            <p:cNvPr id="20" name="Rounded Rectangle 7">
              <a:extLst>
                <a:ext uri="{FF2B5EF4-FFF2-40B4-BE49-F238E27FC236}">
                  <a16:creationId xmlns:a16="http://schemas.microsoft.com/office/drawing/2014/main" id="{151EC9E4-7D73-0AF6-7E0A-00C9FC560E71}"/>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Enhanced visibility and control</a:t>
              </a:r>
              <a:r>
                <a:rPr lang="en-US" sz="1600">
                  <a:solidFill>
                    <a:schemeClr val="bg2">
                      <a:lumMod val="10000"/>
                    </a:schemeClr>
                  </a:solidFill>
                  <a:ea typeface="+mn-lt"/>
                  <a:cs typeface="+mn-lt"/>
                </a:rPr>
                <a:t> to support secure management and PQC readiness.</a:t>
              </a:r>
              <a:endParaRPr lang="en-US"/>
            </a:p>
          </p:txBody>
        </p:sp>
        <p:cxnSp>
          <p:nvCxnSpPr>
            <p:cNvPr id="21" name="Straight Connector 20">
              <a:extLst>
                <a:ext uri="{FF2B5EF4-FFF2-40B4-BE49-F238E27FC236}">
                  <a16:creationId xmlns:a16="http://schemas.microsoft.com/office/drawing/2014/main" id="{9806567E-9D90-6800-7D30-6799E3BE5DC1}"/>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1808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F164F-0569-F46C-CA95-DC85931BC26D}"/>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A646B1FD-66FA-9115-F21C-24EB4C4A840E}"/>
              </a:ext>
            </a:extLst>
          </p:cNvPr>
          <p:cNvSpPr/>
          <p:nvPr/>
        </p:nvSpPr>
        <p:spPr>
          <a:xfrm>
            <a:off x="231354" y="1346883"/>
            <a:ext cx="8076996" cy="4223042"/>
          </a:xfrm>
          <a:prstGeom prst="roundRect">
            <a:avLst>
              <a:gd name="adj" fmla="val 2263"/>
            </a:avLst>
          </a:prstGeom>
          <a:solidFill>
            <a:schemeClr val="tx1">
              <a:lumMod val="40000"/>
              <a:lumOff val="60000"/>
            </a:schemeClr>
          </a:solidFill>
          <a:effectLst>
            <a:outerShdw blurRad="190500" dist="38100" dir="600000" sx="101000" sy="101000" algn="tl" rotWithShape="0">
              <a:schemeClr val="tx2">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52ED1B05-6634-EC10-A6FC-5F6FFA470C9C}"/>
              </a:ext>
            </a:extLst>
          </p:cNvPr>
          <p:cNvGrpSpPr/>
          <p:nvPr/>
        </p:nvGrpSpPr>
        <p:grpSpPr>
          <a:xfrm>
            <a:off x="2847657" y="471065"/>
            <a:ext cx="6496687" cy="610651"/>
            <a:chOff x="3125021" y="520821"/>
            <a:chExt cx="6496687" cy="610651"/>
          </a:xfrm>
        </p:grpSpPr>
        <p:grpSp>
          <p:nvGrpSpPr>
            <p:cNvPr id="3" name="Google Shape;1759;p24">
              <a:extLst>
                <a:ext uri="{FF2B5EF4-FFF2-40B4-BE49-F238E27FC236}">
                  <a16:creationId xmlns:a16="http://schemas.microsoft.com/office/drawing/2014/main" id="{3A640DA6-2667-F1BE-344C-E510C31AEEEE}"/>
                </a:ext>
              </a:extLst>
            </p:cNvPr>
            <p:cNvGrpSpPr/>
            <p:nvPr/>
          </p:nvGrpSpPr>
          <p:grpSpPr>
            <a:xfrm>
              <a:off x="3125021" y="520821"/>
              <a:ext cx="6483831" cy="610651"/>
              <a:chOff x="5573642" y="2488315"/>
              <a:chExt cx="2748650" cy="2748282"/>
            </a:xfrm>
          </p:grpSpPr>
          <p:sp>
            <p:nvSpPr>
              <p:cNvPr id="5" name="Google Shape;1760;p24">
                <a:extLst>
                  <a:ext uri="{FF2B5EF4-FFF2-40B4-BE49-F238E27FC236}">
                    <a16:creationId xmlns:a16="http://schemas.microsoft.com/office/drawing/2014/main" id="{671E2191-EC6E-1225-EE35-A2413C19E1CB}"/>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rgbClr val="FFFFFF">
                    <a:alpha val="55686"/>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sp>
            <p:nvSpPr>
              <p:cNvPr id="6" name="Google Shape;1761;p24">
                <a:extLst>
                  <a:ext uri="{FF2B5EF4-FFF2-40B4-BE49-F238E27FC236}">
                    <a16:creationId xmlns:a16="http://schemas.microsoft.com/office/drawing/2014/main" id="{2C55AAE7-B70E-1388-7DDE-54B352C6AD8B}"/>
                  </a:ext>
                </a:extLst>
              </p:cNvPr>
              <p:cNvSpPr/>
              <p:nvPr/>
            </p:nvSpPr>
            <p:spPr>
              <a:xfrm>
                <a:off x="5573642" y="2488315"/>
                <a:ext cx="2743198" cy="2743201"/>
              </a:xfrm>
              <a:prstGeom prst="roundRect">
                <a:avLst>
                  <a:gd name="adj" fmla="val 16667"/>
                </a:avLst>
              </a:prstGeom>
              <a:solidFill>
                <a:srgbClr val="EBECF0"/>
              </a:solidFill>
              <a:ln>
                <a:noFill/>
              </a:ln>
              <a:effectLst>
                <a:outerShdw blurRad="177800" dist="114300" dir="2700000" algn="ctr" rotWithShape="0">
                  <a:srgbClr val="ACB0C0">
                    <a:alpha val="41960"/>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grpSp>
        <p:sp>
          <p:nvSpPr>
            <p:cNvPr id="4" name="Google Shape;1299;p19">
              <a:extLst>
                <a:ext uri="{FF2B5EF4-FFF2-40B4-BE49-F238E27FC236}">
                  <a16:creationId xmlns:a16="http://schemas.microsoft.com/office/drawing/2014/main" id="{46BE60AC-3397-FFB8-2BAA-94BEABD017CC}"/>
                </a:ext>
              </a:extLst>
            </p:cNvPr>
            <p:cNvSpPr/>
            <p:nvPr/>
          </p:nvSpPr>
          <p:spPr>
            <a:xfrm>
              <a:off x="3262097" y="611761"/>
              <a:ext cx="6359611" cy="276999"/>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b="1" kern="100">
                  <a:solidFill>
                    <a:srgbClr val="0070C0"/>
                  </a:solidFill>
                  <a:latin typeface="Open Sans"/>
                  <a:ea typeface="Open Sans"/>
                  <a:cs typeface="Open Sans"/>
                </a:rPr>
                <a:t>URL Analysis</a:t>
              </a:r>
              <a:endParaRPr lang="en-US"/>
            </a:p>
          </p:txBody>
        </p:sp>
      </p:grpSp>
      <p:pic>
        <p:nvPicPr>
          <p:cNvPr id="8" name="Picture 7" descr="A screenshot of a computer&#10;&#10;AI-generated content may be incorrect.">
            <a:extLst>
              <a:ext uri="{FF2B5EF4-FFF2-40B4-BE49-F238E27FC236}">
                <a16:creationId xmlns:a16="http://schemas.microsoft.com/office/drawing/2014/main" id="{1870BCC5-E584-8229-E99B-ECB3DDD31F5E}"/>
              </a:ext>
            </a:extLst>
          </p:cNvPr>
          <p:cNvPicPr>
            <a:picLocks noChangeAspect="1"/>
          </p:cNvPicPr>
          <p:nvPr/>
        </p:nvPicPr>
        <p:blipFill>
          <a:blip r:embed="rId2"/>
          <a:stretch>
            <a:fillRect/>
          </a:stretch>
        </p:blipFill>
        <p:spPr>
          <a:xfrm>
            <a:off x="358756" y="1465757"/>
            <a:ext cx="7830283" cy="4035425"/>
          </a:xfrm>
          <a:prstGeom prst="rect">
            <a:avLst/>
          </a:prstGeom>
        </p:spPr>
      </p:pic>
      <p:grpSp>
        <p:nvGrpSpPr>
          <p:cNvPr id="14" name="Group 13">
            <a:extLst>
              <a:ext uri="{FF2B5EF4-FFF2-40B4-BE49-F238E27FC236}">
                <a16:creationId xmlns:a16="http://schemas.microsoft.com/office/drawing/2014/main" id="{C3126842-6EF7-10E4-4064-B1A9586E2FF7}"/>
              </a:ext>
            </a:extLst>
          </p:cNvPr>
          <p:cNvGrpSpPr/>
          <p:nvPr/>
        </p:nvGrpSpPr>
        <p:grpSpPr>
          <a:xfrm>
            <a:off x="8670293" y="1712739"/>
            <a:ext cx="3107255" cy="985480"/>
            <a:chOff x="8438936" y="1580535"/>
            <a:chExt cx="3107255" cy="985480"/>
          </a:xfrm>
        </p:grpSpPr>
        <p:sp>
          <p:nvSpPr>
            <p:cNvPr id="12" name="Rounded Rectangle 7">
              <a:extLst>
                <a:ext uri="{FF2B5EF4-FFF2-40B4-BE49-F238E27FC236}">
                  <a16:creationId xmlns:a16="http://schemas.microsoft.com/office/drawing/2014/main" id="{8974FE3C-810F-0063-E606-08753622097C}"/>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Ensures quantum-readiness</a:t>
              </a:r>
              <a:r>
                <a:rPr lang="en-US" sz="1600">
                  <a:solidFill>
                    <a:schemeClr val="bg2">
                      <a:lumMod val="10000"/>
                    </a:schemeClr>
                  </a:solidFill>
                  <a:ea typeface="+mn-lt"/>
                  <a:cs typeface="+mn-lt"/>
                </a:rPr>
                <a:t> of public-facing web assets and dependencies.</a:t>
              </a:r>
              <a:endParaRPr lang="en-US">
                <a:solidFill>
                  <a:schemeClr val="bg2">
                    <a:lumMod val="10000"/>
                  </a:schemeClr>
                </a:solidFill>
              </a:endParaRPr>
            </a:p>
          </p:txBody>
        </p:sp>
        <p:cxnSp>
          <p:nvCxnSpPr>
            <p:cNvPr id="13" name="Straight Connector 12">
              <a:extLst>
                <a:ext uri="{FF2B5EF4-FFF2-40B4-BE49-F238E27FC236}">
                  <a16:creationId xmlns:a16="http://schemas.microsoft.com/office/drawing/2014/main" id="{2EF9B4B8-2EB5-99B1-09FE-55241F68A300}"/>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51B95689-3549-81FC-34D2-6F4D8B6297F2}"/>
              </a:ext>
            </a:extLst>
          </p:cNvPr>
          <p:cNvGrpSpPr/>
          <p:nvPr/>
        </p:nvGrpSpPr>
        <p:grpSpPr>
          <a:xfrm>
            <a:off x="8698203" y="3099721"/>
            <a:ext cx="3107255" cy="985480"/>
            <a:chOff x="8438936" y="1580535"/>
            <a:chExt cx="3107255" cy="985480"/>
          </a:xfrm>
        </p:grpSpPr>
        <p:sp>
          <p:nvSpPr>
            <p:cNvPr id="16" name="Rounded Rectangle 7">
              <a:extLst>
                <a:ext uri="{FF2B5EF4-FFF2-40B4-BE49-F238E27FC236}">
                  <a16:creationId xmlns:a16="http://schemas.microsoft.com/office/drawing/2014/main" id="{BD75087E-D9BA-C07A-AC9F-4DD805E627D2}"/>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Scans websites and external services</a:t>
              </a:r>
              <a:r>
                <a:rPr lang="en-US" sz="1600">
                  <a:solidFill>
                    <a:schemeClr val="bg2">
                      <a:lumMod val="10000"/>
                    </a:schemeClr>
                  </a:solidFill>
                  <a:ea typeface="+mn-lt"/>
                  <a:cs typeface="+mn-lt"/>
                </a:rPr>
                <a:t> for cryptographic security posture.</a:t>
              </a:r>
              <a:endParaRPr lang="en-US">
                <a:solidFill>
                  <a:schemeClr val="bg2">
                    <a:lumMod val="10000"/>
                  </a:schemeClr>
                </a:solidFill>
              </a:endParaRPr>
            </a:p>
          </p:txBody>
        </p:sp>
        <p:cxnSp>
          <p:nvCxnSpPr>
            <p:cNvPr id="17" name="Straight Connector 16">
              <a:extLst>
                <a:ext uri="{FF2B5EF4-FFF2-40B4-BE49-F238E27FC236}">
                  <a16:creationId xmlns:a16="http://schemas.microsoft.com/office/drawing/2014/main" id="{191BB3B4-4DE3-C2C6-A914-0C9337B042C1}"/>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228EBD13-E650-E86E-EA90-7D1C59B8DD23}"/>
              </a:ext>
            </a:extLst>
          </p:cNvPr>
          <p:cNvGrpSpPr/>
          <p:nvPr/>
        </p:nvGrpSpPr>
        <p:grpSpPr>
          <a:xfrm>
            <a:off x="8704079" y="4586278"/>
            <a:ext cx="3107255" cy="985480"/>
            <a:chOff x="8438936" y="1580535"/>
            <a:chExt cx="3107255" cy="985480"/>
          </a:xfrm>
        </p:grpSpPr>
        <p:sp>
          <p:nvSpPr>
            <p:cNvPr id="20" name="Rounded Rectangle 7">
              <a:extLst>
                <a:ext uri="{FF2B5EF4-FFF2-40B4-BE49-F238E27FC236}">
                  <a16:creationId xmlns:a16="http://schemas.microsoft.com/office/drawing/2014/main" id="{03A26958-3526-394C-587D-B06B1188DBFD}"/>
                </a:ext>
              </a:extLst>
            </p:cNvPr>
            <p:cNvSpPr/>
            <p:nvPr/>
          </p:nvSpPr>
          <p:spPr>
            <a:xfrm>
              <a:off x="8438936" y="1581664"/>
              <a:ext cx="3107255" cy="984351"/>
            </a:xfrm>
            <a:prstGeom prst="roundRect">
              <a:avLst>
                <a:gd name="adj" fmla="val 9213"/>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a:solidFill>
                    <a:schemeClr val="bg2">
                      <a:lumMod val="10000"/>
                    </a:schemeClr>
                  </a:solidFill>
                  <a:ea typeface="+mn-lt"/>
                  <a:cs typeface="+mn-lt"/>
                </a:rPr>
                <a:t>Maintains trust in digital connections</a:t>
              </a:r>
              <a:r>
                <a:rPr lang="en-US" sz="1600">
                  <a:solidFill>
                    <a:schemeClr val="bg2">
                      <a:lumMod val="10000"/>
                    </a:schemeClr>
                  </a:solidFill>
                  <a:ea typeface="+mn-lt"/>
                  <a:cs typeface="+mn-lt"/>
                </a:rPr>
                <a:t> through proactive risk identification.</a:t>
              </a:r>
              <a:endParaRPr lang="en-US"/>
            </a:p>
          </p:txBody>
        </p:sp>
        <p:cxnSp>
          <p:nvCxnSpPr>
            <p:cNvPr id="21" name="Straight Connector 20">
              <a:extLst>
                <a:ext uri="{FF2B5EF4-FFF2-40B4-BE49-F238E27FC236}">
                  <a16:creationId xmlns:a16="http://schemas.microsoft.com/office/drawing/2014/main" id="{3B7896C7-47F0-047D-C2B8-58FFA8767491}"/>
                </a:ext>
              </a:extLst>
            </p:cNvPr>
            <p:cNvCxnSpPr>
              <a:cxnSpLocks/>
            </p:cNvCxnSpPr>
            <p:nvPr/>
          </p:nvCxnSpPr>
          <p:spPr>
            <a:xfrm>
              <a:off x="8466846" y="1580535"/>
              <a:ext cx="0" cy="985480"/>
            </a:xfrm>
            <a:prstGeom prst="line">
              <a:avLst/>
            </a:prstGeom>
            <a:solidFill>
              <a:schemeClr val="accent4">
                <a:lumMod val="20000"/>
                <a:lumOff val="80000"/>
              </a:schemeClr>
            </a:solidFill>
            <a:ln w="38100">
              <a:solidFill>
                <a:srgbClr val="0070C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40060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6508;p105">
            <a:extLst>
              <a:ext uri="{FF2B5EF4-FFF2-40B4-BE49-F238E27FC236}">
                <a16:creationId xmlns:a16="http://schemas.microsoft.com/office/drawing/2014/main" id="{1FDEFB85-2A3F-449E-9791-4C6D6CD29C8F}"/>
              </a:ext>
            </a:extLst>
          </p:cNvPr>
          <p:cNvSpPr/>
          <p:nvPr/>
        </p:nvSpPr>
        <p:spPr>
          <a:xfrm>
            <a:off x="5815848" y="4231869"/>
            <a:ext cx="2275728" cy="1636039"/>
          </a:xfrm>
          <a:custGeom>
            <a:avLst/>
            <a:gdLst/>
            <a:ahLst/>
            <a:cxnLst/>
            <a:rect l="l" t="t" r="r" b="b"/>
            <a:pathLst>
              <a:path w="836" h="601" extrusionOk="0">
                <a:moveTo>
                  <a:pt x="813" y="0"/>
                </a:moveTo>
                <a:cubicBezTo>
                  <a:pt x="519" y="0"/>
                  <a:pt x="519" y="0"/>
                  <a:pt x="519" y="0"/>
                </a:cubicBezTo>
                <a:cubicBezTo>
                  <a:pt x="521" y="6"/>
                  <a:pt x="526" y="10"/>
                  <a:pt x="532" y="13"/>
                </a:cubicBezTo>
                <a:cubicBezTo>
                  <a:pt x="538" y="17"/>
                  <a:pt x="544" y="20"/>
                  <a:pt x="548" y="24"/>
                </a:cubicBezTo>
                <a:cubicBezTo>
                  <a:pt x="551" y="27"/>
                  <a:pt x="553" y="29"/>
                  <a:pt x="555" y="32"/>
                </a:cubicBezTo>
                <a:cubicBezTo>
                  <a:pt x="558" y="37"/>
                  <a:pt x="560" y="43"/>
                  <a:pt x="560" y="49"/>
                </a:cubicBezTo>
                <a:cubicBezTo>
                  <a:pt x="560" y="75"/>
                  <a:pt x="524" y="95"/>
                  <a:pt x="477" y="95"/>
                </a:cubicBezTo>
                <a:cubicBezTo>
                  <a:pt x="430" y="95"/>
                  <a:pt x="395" y="75"/>
                  <a:pt x="395" y="49"/>
                </a:cubicBezTo>
                <a:cubicBezTo>
                  <a:pt x="395" y="43"/>
                  <a:pt x="397" y="37"/>
                  <a:pt x="400" y="32"/>
                </a:cubicBezTo>
                <a:cubicBezTo>
                  <a:pt x="402" y="29"/>
                  <a:pt x="404" y="27"/>
                  <a:pt x="406" y="24"/>
                </a:cubicBezTo>
                <a:cubicBezTo>
                  <a:pt x="411" y="20"/>
                  <a:pt x="416" y="17"/>
                  <a:pt x="423" y="13"/>
                </a:cubicBezTo>
                <a:cubicBezTo>
                  <a:pt x="429" y="10"/>
                  <a:pt x="433" y="6"/>
                  <a:pt x="436" y="0"/>
                </a:cubicBezTo>
                <a:cubicBezTo>
                  <a:pt x="141" y="0"/>
                  <a:pt x="141" y="0"/>
                  <a:pt x="141" y="0"/>
                </a:cubicBezTo>
                <a:cubicBezTo>
                  <a:pt x="131" y="0"/>
                  <a:pt x="123" y="8"/>
                  <a:pt x="123" y="18"/>
                </a:cubicBezTo>
                <a:cubicBezTo>
                  <a:pt x="123" y="229"/>
                  <a:pt x="123" y="229"/>
                  <a:pt x="123" y="229"/>
                </a:cubicBezTo>
                <a:cubicBezTo>
                  <a:pt x="123" y="246"/>
                  <a:pt x="123" y="246"/>
                  <a:pt x="123" y="246"/>
                </a:cubicBezTo>
                <a:cubicBezTo>
                  <a:pt x="114" y="253"/>
                  <a:pt x="104" y="257"/>
                  <a:pt x="92" y="257"/>
                </a:cubicBezTo>
                <a:cubicBezTo>
                  <a:pt x="90" y="257"/>
                  <a:pt x="88" y="257"/>
                  <a:pt x="86" y="257"/>
                </a:cubicBezTo>
                <a:cubicBezTo>
                  <a:pt x="74" y="255"/>
                  <a:pt x="63" y="247"/>
                  <a:pt x="58" y="236"/>
                </a:cubicBezTo>
                <a:cubicBezTo>
                  <a:pt x="55" y="230"/>
                  <a:pt x="52" y="226"/>
                  <a:pt x="49" y="223"/>
                </a:cubicBezTo>
                <a:cubicBezTo>
                  <a:pt x="48" y="221"/>
                  <a:pt x="46" y="219"/>
                  <a:pt x="44" y="218"/>
                </a:cubicBezTo>
                <a:cubicBezTo>
                  <a:pt x="41" y="216"/>
                  <a:pt x="37" y="215"/>
                  <a:pt x="34" y="215"/>
                </a:cubicBezTo>
                <a:cubicBezTo>
                  <a:pt x="16" y="215"/>
                  <a:pt x="0" y="246"/>
                  <a:pt x="0" y="284"/>
                </a:cubicBezTo>
                <a:cubicBezTo>
                  <a:pt x="0" y="323"/>
                  <a:pt x="16" y="354"/>
                  <a:pt x="34" y="354"/>
                </a:cubicBezTo>
                <a:cubicBezTo>
                  <a:pt x="37" y="354"/>
                  <a:pt x="41" y="353"/>
                  <a:pt x="44" y="351"/>
                </a:cubicBezTo>
                <a:cubicBezTo>
                  <a:pt x="46" y="350"/>
                  <a:pt x="48" y="348"/>
                  <a:pt x="49" y="346"/>
                </a:cubicBezTo>
                <a:cubicBezTo>
                  <a:pt x="52" y="343"/>
                  <a:pt x="55" y="339"/>
                  <a:pt x="58" y="333"/>
                </a:cubicBezTo>
                <a:cubicBezTo>
                  <a:pt x="63" y="322"/>
                  <a:pt x="74" y="313"/>
                  <a:pt x="86" y="312"/>
                </a:cubicBezTo>
                <a:cubicBezTo>
                  <a:pt x="88" y="312"/>
                  <a:pt x="90" y="312"/>
                  <a:pt x="92" y="312"/>
                </a:cubicBezTo>
                <a:cubicBezTo>
                  <a:pt x="104" y="312"/>
                  <a:pt x="114" y="316"/>
                  <a:pt x="123" y="323"/>
                </a:cubicBezTo>
                <a:cubicBezTo>
                  <a:pt x="123" y="340"/>
                  <a:pt x="123" y="340"/>
                  <a:pt x="123" y="340"/>
                </a:cubicBezTo>
                <a:cubicBezTo>
                  <a:pt x="123" y="601"/>
                  <a:pt x="123" y="601"/>
                  <a:pt x="123" y="601"/>
                </a:cubicBezTo>
                <a:cubicBezTo>
                  <a:pt x="124" y="601"/>
                  <a:pt x="125" y="600"/>
                  <a:pt x="127" y="600"/>
                </a:cubicBezTo>
                <a:cubicBezTo>
                  <a:pt x="503" y="470"/>
                  <a:pt x="713" y="262"/>
                  <a:pt x="830" y="26"/>
                </a:cubicBezTo>
                <a:cubicBezTo>
                  <a:pt x="836" y="14"/>
                  <a:pt x="827" y="0"/>
                  <a:pt x="813" y="0"/>
                </a:cubicBezTo>
                <a:close/>
              </a:path>
            </a:pathLst>
          </a:custGeom>
          <a:solidFill>
            <a:srgbClr val="EBECF0"/>
          </a:solidFill>
          <a:ln>
            <a:noFill/>
          </a:ln>
          <a:effectLst>
            <a:outerShdw blurRad="127000" dist="38100" dir="10800000" algn="br" rotWithShape="0">
              <a:srgbClr val="7F7F7F">
                <a:alpha val="40000"/>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85A5C1"/>
              </a:solidFill>
              <a:effectLst/>
              <a:uLnTx/>
              <a:uFillTx/>
              <a:latin typeface="Roboto"/>
              <a:ea typeface="Roboto"/>
              <a:cs typeface="Roboto"/>
              <a:sym typeface="Roboto"/>
            </a:endParaRPr>
          </a:p>
        </p:txBody>
      </p:sp>
      <p:sp>
        <p:nvSpPr>
          <p:cNvPr id="152" name="Google Shape;6509;p105">
            <a:extLst>
              <a:ext uri="{FF2B5EF4-FFF2-40B4-BE49-F238E27FC236}">
                <a16:creationId xmlns:a16="http://schemas.microsoft.com/office/drawing/2014/main" id="{B1662E5F-BC8E-42D3-9500-149ACE2E544F}"/>
              </a:ext>
            </a:extLst>
          </p:cNvPr>
          <p:cNvSpPr/>
          <p:nvPr/>
        </p:nvSpPr>
        <p:spPr>
          <a:xfrm>
            <a:off x="6150651" y="2219081"/>
            <a:ext cx="2311393" cy="2214751"/>
          </a:xfrm>
          <a:custGeom>
            <a:avLst/>
            <a:gdLst/>
            <a:ahLst/>
            <a:cxnLst/>
            <a:rect l="l" t="t" r="r" b="b"/>
            <a:pathLst>
              <a:path w="849" h="814" extrusionOk="0">
                <a:moveTo>
                  <a:pt x="831" y="0"/>
                </a:moveTo>
                <a:cubicBezTo>
                  <a:pt x="396" y="0"/>
                  <a:pt x="396" y="0"/>
                  <a:pt x="396" y="0"/>
                </a:cubicBezTo>
                <a:cubicBezTo>
                  <a:pt x="398" y="5"/>
                  <a:pt x="403" y="10"/>
                  <a:pt x="409" y="13"/>
                </a:cubicBezTo>
                <a:cubicBezTo>
                  <a:pt x="415" y="16"/>
                  <a:pt x="421" y="20"/>
                  <a:pt x="425" y="24"/>
                </a:cubicBezTo>
                <a:cubicBezTo>
                  <a:pt x="428" y="27"/>
                  <a:pt x="430" y="29"/>
                  <a:pt x="432" y="32"/>
                </a:cubicBezTo>
                <a:cubicBezTo>
                  <a:pt x="435" y="37"/>
                  <a:pt x="437" y="43"/>
                  <a:pt x="437" y="49"/>
                </a:cubicBezTo>
                <a:cubicBezTo>
                  <a:pt x="437" y="75"/>
                  <a:pt x="401" y="95"/>
                  <a:pt x="354" y="95"/>
                </a:cubicBezTo>
                <a:cubicBezTo>
                  <a:pt x="307" y="95"/>
                  <a:pt x="272" y="75"/>
                  <a:pt x="272" y="49"/>
                </a:cubicBezTo>
                <a:cubicBezTo>
                  <a:pt x="272" y="43"/>
                  <a:pt x="274" y="37"/>
                  <a:pt x="277" y="32"/>
                </a:cubicBezTo>
                <a:cubicBezTo>
                  <a:pt x="279" y="29"/>
                  <a:pt x="281" y="27"/>
                  <a:pt x="283" y="24"/>
                </a:cubicBezTo>
                <a:cubicBezTo>
                  <a:pt x="288" y="20"/>
                  <a:pt x="293" y="16"/>
                  <a:pt x="300" y="13"/>
                </a:cubicBezTo>
                <a:cubicBezTo>
                  <a:pt x="306" y="10"/>
                  <a:pt x="310" y="5"/>
                  <a:pt x="313" y="0"/>
                </a:cubicBezTo>
                <a:cubicBezTo>
                  <a:pt x="18" y="0"/>
                  <a:pt x="18" y="0"/>
                  <a:pt x="18" y="0"/>
                </a:cubicBezTo>
                <a:cubicBezTo>
                  <a:pt x="8" y="0"/>
                  <a:pt x="0" y="8"/>
                  <a:pt x="0" y="18"/>
                </a:cubicBezTo>
                <a:cubicBezTo>
                  <a:pt x="0" y="674"/>
                  <a:pt x="0" y="674"/>
                  <a:pt x="0" y="674"/>
                </a:cubicBezTo>
                <a:cubicBezTo>
                  <a:pt x="0" y="684"/>
                  <a:pt x="8" y="692"/>
                  <a:pt x="18" y="692"/>
                </a:cubicBezTo>
                <a:cubicBezTo>
                  <a:pt x="299" y="692"/>
                  <a:pt x="299" y="692"/>
                  <a:pt x="299" y="692"/>
                </a:cubicBezTo>
                <a:cubicBezTo>
                  <a:pt x="316" y="692"/>
                  <a:pt x="316" y="692"/>
                  <a:pt x="316" y="692"/>
                </a:cubicBezTo>
                <a:cubicBezTo>
                  <a:pt x="323" y="700"/>
                  <a:pt x="327" y="711"/>
                  <a:pt x="327" y="723"/>
                </a:cubicBezTo>
                <a:cubicBezTo>
                  <a:pt x="327" y="725"/>
                  <a:pt x="327" y="727"/>
                  <a:pt x="327" y="729"/>
                </a:cubicBezTo>
                <a:cubicBezTo>
                  <a:pt x="325" y="741"/>
                  <a:pt x="317" y="752"/>
                  <a:pt x="305" y="757"/>
                </a:cubicBezTo>
                <a:cubicBezTo>
                  <a:pt x="300" y="760"/>
                  <a:pt x="296" y="763"/>
                  <a:pt x="292" y="766"/>
                </a:cubicBezTo>
                <a:cubicBezTo>
                  <a:pt x="291" y="767"/>
                  <a:pt x="289" y="769"/>
                  <a:pt x="288" y="771"/>
                </a:cubicBezTo>
                <a:cubicBezTo>
                  <a:pt x="286" y="774"/>
                  <a:pt x="285" y="778"/>
                  <a:pt x="285" y="781"/>
                </a:cubicBezTo>
                <a:cubicBezTo>
                  <a:pt x="285" y="799"/>
                  <a:pt x="316" y="814"/>
                  <a:pt x="354" y="814"/>
                </a:cubicBezTo>
                <a:cubicBezTo>
                  <a:pt x="393" y="814"/>
                  <a:pt x="424" y="799"/>
                  <a:pt x="424" y="781"/>
                </a:cubicBezTo>
                <a:cubicBezTo>
                  <a:pt x="424" y="778"/>
                  <a:pt x="423" y="774"/>
                  <a:pt x="421" y="771"/>
                </a:cubicBezTo>
                <a:cubicBezTo>
                  <a:pt x="419" y="769"/>
                  <a:pt x="418" y="767"/>
                  <a:pt x="416" y="766"/>
                </a:cubicBezTo>
                <a:cubicBezTo>
                  <a:pt x="413" y="763"/>
                  <a:pt x="408" y="760"/>
                  <a:pt x="403" y="757"/>
                </a:cubicBezTo>
                <a:cubicBezTo>
                  <a:pt x="392" y="752"/>
                  <a:pt x="383" y="741"/>
                  <a:pt x="382" y="729"/>
                </a:cubicBezTo>
                <a:cubicBezTo>
                  <a:pt x="382" y="727"/>
                  <a:pt x="382" y="725"/>
                  <a:pt x="382" y="723"/>
                </a:cubicBezTo>
                <a:cubicBezTo>
                  <a:pt x="382" y="711"/>
                  <a:pt x="386" y="700"/>
                  <a:pt x="393" y="692"/>
                </a:cubicBezTo>
                <a:cubicBezTo>
                  <a:pt x="410" y="692"/>
                  <a:pt x="410" y="692"/>
                  <a:pt x="410" y="692"/>
                </a:cubicBezTo>
                <a:cubicBezTo>
                  <a:pt x="725" y="692"/>
                  <a:pt x="725" y="692"/>
                  <a:pt x="725" y="692"/>
                </a:cubicBezTo>
                <a:cubicBezTo>
                  <a:pt x="732" y="692"/>
                  <a:pt x="739" y="688"/>
                  <a:pt x="741" y="681"/>
                </a:cubicBezTo>
                <a:cubicBezTo>
                  <a:pt x="828" y="466"/>
                  <a:pt x="847" y="234"/>
                  <a:pt x="849" y="18"/>
                </a:cubicBezTo>
                <a:cubicBezTo>
                  <a:pt x="849" y="8"/>
                  <a:pt x="841" y="0"/>
                  <a:pt x="831" y="0"/>
                </a:cubicBezTo>
                <a:close/>
              </a:path>
            </a:pathLst>
          </a:custGeom>
          <a:solidFill>
            <a:srgbClr val="EBECF0"/>
          </a:solidFill>
          <a:ln>
            <a:noFill/>
          </a:ln>
          <a:effectLst>
            <a:outerShdw blurRad="127000" dist="38100" dir="7200000" algn="br" rotWithShape="0">
              <a:srgbClr val="7F7F7F">
                <a:alpha val="40000"/>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85A5C1"/>
              </a:solidFill>
              <a:effectLst/>
              <a:uLnTx/>
              <a:uFillTx/>
              <a:latin typeface="Roboto"/>
              <a:ea typeface="Roboto"/>
              <a:cs typeface="Roboto"/>
              <a:sym typeface="Roboto"/>
            </a:endParaRPr>
          </a:p>
        </p:txBody>
      </p:sp>
      <p:sp>
        <p:nvSpPr>
          <p:cNvPr id="153" name="Google Shape;6510;p105">
            <a:extLst>
              <a:ext uri="{FF2B5EF4-FFF2-40B4-BE49-F238E27FC236}">
                <a16:creationId xmlns:a16="http://schemas.microsoft.com/office/drawing/2014/main" id="{FAB6E023-FE83-4A4E-B422-A29E99212B85}"/>
              </a:ext>
            </a:extLst>
          </p:cNvPr>
          <p:cNvSpPr/>
          <p:nvPr/>
        </p:nvSpPr>
        <p:spPr>
          <a:xfrm>
            <a:off x="6150651" y="250542"/>
            <a:ext cx="2311393" cy="2191740"/>
          </a:xfrm>
          <a:custGeom>
            <a:avLst/>
            <a:gdLst/>
            <a:ahLst/>
            <a:cxnLst/>
            <a:rect l="l" t="t" r="r" b="b"/>
            <a:pathLst>
              <a:path w="849" h="805" extrusionOk="0">
                <a:moveTo>
                  <a:pt x="847" y="523"/>
                </a:moveTo>
                <a:cubicBezTo>
                  <a:pt x="846" y="474"/>
                  <a:pt x="845" y="427"/>
                  <a:pt x="845" y="381"/>
                </a:cubicBezTo>
                <a:cubicBezTo>
                  <a:pt x="845" y="331"/>
                  <a:pt x="805" y="291"/>
                  <a:pt x="755" y="291"/>
                </a:cubicBezTo>
                <a:cubicBezTo>
                  <a:pt x="454" y="288"/>
                  <a:pt x="223" y="198"/>
                  <a:pt x="30" y="11"/>
                </a:cubicBezTo>
                <a:cubicBezTo>
                  <a:pt x="30" y="11"/>
                  <a:pt x="30" y="11"/>
                  <a:pt x="30" y="11"/>
                </a:cubicBezTo>
                <a:cubicBezTo>
                  <a:pt x="19" y="0"/>
                  <a:pt x="0" y="8"/>
                  <a:pt x="0" y="24"/>
                </a:cubicBezTo>
                <a:cubicBezTo>
                  <a:pt x="0" y="353"/>
                  <a:pt x="0" y="353"/>
                  <a:pt x="0" y="353"/>
                </a:cubicBezTo>
                <a:cubicBezTo>
                  <a:pt x="6" y="351"/>
                  <a:pt x="10" y="347"/>
                  <a:pt x="13" y="340"/>
                </a:cubicBezTo>
                <a:cubicBezTo>
                  <a:pt x="17" y="334"/>
                  <a:pt x="20" y="329"/>
                  <a:pt x="24" y="324"/>
                </a:cubicBezTo>
                <a:cubicBezTo>
                  <a:pt x="27" y="322"/>
                  <a:pt x="29" y="319"/>
                  <a:pt x="32" y="318"/>
                </a:cubicBezTo>
                <a:cubicBezTo>
                  <a:pt x="38" y="314"/>
                  <a:pt x="43" y="313"/>
                  <a:pt x="49" y="313"/>
                </a:cubicBezTo>
                <a:cubicBezTo>
                  <a:pt x="49" y="313"/>
                  <a:pt x="49" y="313"/>
                  <a:pt x="49" y="313"/>
                </a:cubicBezTo>
                <a:cubicBezTo>
                  <a:pt x="63" y="313"/>
                  <a:pt x="76" y="323"/>
                  <a:pt x="84" y="340"/>
                </a:cubicBezTo>
                <a:cubicBezTo>
                  <a:pt x="92" y="355"/>
                  <a:pt x="96" y="375"/>
                  <a:pt x="96" y="395"/>
                </a:cubicBezTo>
                <a:cubicBezTo>
                  <a:pt x="96" y="442"/>
                  <a:pt x="75" y="477"/>
                  <a:pt x="49" y="477"/>
                </a:cubicBezTo>
                <a:cubicBezTo>
                  <a:pt x="43" y="477"/>
                  <a:pt x="37" y="476"/>
                  <a:pt x="32" y="472"/>
                </a:cubicBezTo>
                <a:cubicBezTo>
                  <a:pt x="29" y="471"/>
                  <a:pt x="27" y="468"/>
                  <a:pt x="24" y="466"/>
                </a:cubicBezTo>
                <a:cubicBezTo>
                  <a:pt x="20" y="462"/>
                  <a:pt x="17" y="456"/>
                  <a:pt x="13" y="450"/>
                </a:cubicBezTo>
                <a:cubicBezTo>
                  <a:pt x="10" y="443"/>
                  <a:pt x="6" y="439"/>
                  <a:pt x="0" y="437"/>
                </a:cubicBezTo>
                <a:cubicBezTo>
                  <a:pt x="0" y="665"/>
                  <a:pt x="0" y="665"/>
                  <a:pt x="0" y="665"/>
                </a:cubicBezTo>
                <a:cubicBezTo>
                  <a:pt x="0" y="675"/>
                  <a:pt x="8" y="683"/>
                  <a:pt x="18" y="683"/>
                </a:cubicBezTo>
                <a:cubicBezTo>
                  <a:pt x="299" y="683"/>
                  <a:pt x="299" y="683"/>
                  <a:pt x="299" y="683"/>
                </a:cubicBezTo>
                <a:cubicBezTo>
                  <a:pt x="316" y="683"/>
                  <a:pt x="316" y="683"/>
                  <a:pt x="316" y="683"/>
                </a:cubicBezTo>
                <a:cubicBezTo>
                  <a:pt x="323" y="691"/>
                  <a:pt x="327" y="702"/>
                  <a:pt x="327" y="714"/>
                </a:cubicBezTo>
                <a:cubicBezTo>
                  <a:pt x="327" y="716"/>
                  <a:pt x="327" y="718"/>
                  <a:pt x="327" y="719"/>
                </a:cubicBezTo>
                <a:cubicBezTo>
                  <a:pt x="325" y="732"/>
                  <a:pt x="317" y="742"/>
                  <a:pt x="305" y="748"/>
                </a:cubicBezTo>
                <a:cubicBezTo>
                  <a:pt x="300" y="750"/>
                  <a:pt x="296" y="753"/>
                  <a:pt x="292" y="757"/>
                </a:cubicBezTo>
                <a:cubicBezTo>
                  <a:pt x="291" y="758"/>
                  <a:pt x="289" y="760"/>
                  <a:pt x="288" y="762"/>
                </a:cubicBezTo>
                <a:cubicBezTo>
                  <a:pt x="286" y="765"/>
                  <a:pt x="285" y="768"/>
                  <a:pt x="285" y="772"/>
                </a:cubicBezTo>
                <a:cubicBezTo>
                  <a:pt x="285" y="790"/>
                  <a:pt x="316" y="805"/>
                  <a:pt x="354" y="805"/>
                </a:cubicBezTo>
                <a:cubicBezTo>
                  <a:pt x="393" y="805"/>
                  <a:pt x="424" y="790"/>
                  <a:pt x="424" y="772"/>
                </a:cubicBezTo>
                <a:cubicBezTo>
                  <a:pt x="424" y="768"/>
                  <a:pt x="423" y="765"/>
                  <a:pt x="421" y="762"/>
                </a:cubicBezTo>
                <a:cubicBezTo>
                  <a:pt x="419" y="760"/>
                  <a:pt x="418" y="758"/>
                  <a:pt x="416" y="757"/>
                </a:cubicBezTo>
                <a:cubicBezTo>
                  <a:pt x="413" y="753"/>
                  <a:pt x="408" y="750"/>
                  <a:pt x="403" y="748"/>
                </a:cubicBezTo>
                <a:cubicBezTo>
                  <a:pt x="392" y="742"/>
                  <a:pt x="383" y="732"/>
                  <a:pt x="382" y="719"/>
                </a:cubicBezTo>
                <a:cubicBezTo>
                  <a:pt x="382" y="718"/>
                  <a:pt x="382" y="716"/>
                  <a:pt x="382" y="714"/>
                </a:cubicBezTo>
                <a:cubicBezTo>
                  <a:pt x="382" y="702"/>
                  <a:pt x="386" y="691"/>
                  <a:pt x="393" y="683"/>
                </a:cubicBezTo>
                <a:cubicBezTo>
                  <a:pt x="410" y="683"/>
                  <a:pt x="410" y="683"/>
                  <a:pt x="410" y="683"/>
                </a:cubicBezTo>
                <a:cubicBezTo>
                  <a:pt x="831" y="683"/>
                  <a:pt x="831" y="683"/>
                  <a:pt x="831" y="683"/>
                </a:cubicBezTo>
                <a:cubicBezTo>
                  <a:pt x="841" y="683"/>
                  <a:pt x="849" y="675"/>
                  <a:pt x="849" y="664"/>
                </a:cubicBezTo>
                <a:cubicBezTo>
                  <a:pt x="849" y="616"/>
                  <a:pt x="848" y="569"/>
                  <a:pt x="847" y="523"/>
                </a:cubicBezTo>
                <a:close/>
              </a:path>
            </a:pathLst>
          </a:custGeom>
          <a:solidFill>
            <a:srgbClr val="EBECF0"/>
          </a:solidFill>
          <a:ln>
            <a:noFill/>
          </a:ln>
          <a:effectLst>
            <a:outerShdw blurRad="127000" dist="38100" dir="16800000" algn="br" rotWithShape="0">
              <a:srgbClr val="7F7F7F">
                <a:alpha val="40000"/>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85A5C1"/>
              </a:solidFill>
              <a:effectLst/>
              <a:uLnTx/>
              <a:uFillTx/>
              <a:latin typeface="Roboto"/>
              <a:ea typeface="Roboto"/>
              <a:cs typeface="Roboto"/>
              <a:sym typeface="Roboto"/>
            </a:endParaRPr>
          </a:p>
        </p:txBody>
      </p:sp>
      <p:sp>
        <p:nvSpPr>
          <p:cNvPr id="154" name="Google Shape;6511;p105">
            <a:extLst>
              <a:ext uri="{FF2B5EF4-FFF2-40B4-BE49-F238E27FC236}">
                <a16:creationId xmlns:a16="http://schemas.microsoft.com/office/drawing/2014/main" id="{A8C1F39E-AFE5-4B58-A33F-E8453ABF8AE2}"/>
              </a:ext>
            </a:extLst>
          </p:cNvPr>
          <p:cNvSpPr/>
          <p:nvPr/>
        </p:nvSpPr>
        <p:spPr>
          <a:xfrm>
            <a:off x="3729957" y="250542"/>
            <a:ext cx="2646196" cy="1859240"/>
          </a:xfrm>
          <a:custGeom>
            <a:avLst/>
            <a:gdLst/>
            <a:ahLst/>
            <a:cxnLst/>
            <a:rect l="l" t="t" r="r" b="b"/>
            <a:pathLst>
              <a:path w="972" h="683" extrusionOk="0">
                <a:moveTo>
                  <a:pt x="938" y="326"/>
                </a:moveTo>
                <a:cubicBezTo>
                  <a:pt x="935" y="326"/>
                  <a:pt x="931" y="327"/>
                  <a:pt x="928" y="329"/>
                </a:cubicBezTo>
                <a:cubicBezTo>
                  <a:pt x="926" y="330"/>
                  <a:pt x="924" y="331"/>
                  <a:pt x="923" y="333"/>
                </a:cubicBezTo>
                <a:cubicBezTo>
                  <a:pt x="920" y="337"/>
                  <a:pt x="917" y="341"/>
                  <a:pt x="914" y="346"/>
                </a:cubicBezTo>
                <a:cubicBezTo>
                  <a:pt x="909" y="358"/>
                  <a:pt x="898" y="366"/>
                  <a:pt x="886" y="368"/>
                </a:cubicBezTo>
                <a:cubicBezTo>
                  <a:pt x="884" y="368"/>
                  <a:pt x="882" y="368"/>
                  <a:pt x="880" y="368"/>
                </a:cubicBezTo>
                <a:cubicBezTo>
                  <a:pt x="868" y="368"/>
                  <a:pt x="858" y="364"/>
                  <a:pt x="849" y="356"/>
                </a:cubicBezTo>
                <a:cubicBezTo>
                  <a:pt x="849" y="339"/>
                  <a:pt x="849" y="339"/>
                  <a:pt x="849" y="339"/>
                </a:cubicBezTo>
                <a:cubicBezTo>
                  <a:pt x="849" y="24"/>
                  <a:pt x="849" y="24"/>
                  <a:pt x="849" y="24"/>
                </a:cubicBezTo>
                <a:cubicBezTo>
                  <a:pt x="849" y="8"/>
                  <a:pt x="830" y="0"/>
                  <a:pt x="819" y="11"/>
                </a:cubicBezTo>
                <a:cubicBezTo>
                  <a:pt x="819" y="11"/>
                  <a:pt x="819" y="11"/>
                  <a:pt x="818" y="11"/>
                </a:cubicBezTo>
                <a:cubicBezTo>
                  <a:pt x="626" y="198"/>
                  <a:pt x="395" y="288"/>
                  <a:pt x="94" y="291"/>
                </a:cubicBezTo>
                <a:cubicBezTo>
                  <a:pt x="44" y="291"/>
                  <a:pt x="4" y="331"/>
                  <a:pt x="4" y="381"/>
                </a:cubicBezTo>
                <a:cubicBezTo>
                  <a:pt x="4" y="427"/>
                  <a:pt x="3" y="474"/>
                  <a:pt x="2" y="523"/>
                </a:cubicBezTo>
                <a:cubicBezTo>
                  <a:pt x="1" y="569"/>
                  <a:pt x="0" y="616"/>
                  <a:pt x="0" y="664"/>
                </a:cubicBezTo>
                <a:cubicBezTo>
                  <a:pt x="0" y="675"/>
                  <a:pt x="8" y="683"/>
                  <a:pt x="18" y="683"/>
                </a:cubicBezTo>
                <a:cubicBezTo>
                  <a:pt x="383" y="683"/>
                  <a:pt x="383" y="683"/>
                  <a:pt x="383" y="683"/>
                </a:cubicBezTo>
                <a:cubicBezTo>
                  <a:pt x="381" y="677"/>
                  <a:pt x="376" y="672"/>
                  <a:pt x="370" y="669"/>
                </a:cubicBezTo>
                <a:cubicBezTo>
                  <a:pt x="363" y="666"/>
                  <a:pt x="358" y="663"/>
                  <a:pt x="354" y="658"/>
                </a:cubicBezTo>
                <a:cubicBezTo>
                  <a:pt x="351" y="656"/>
                  <a:pt x="349" y="653"/>
                  <a:pt x="347" y="651"/>
                </a:cubicBezTo>
                <a:cubicBezTo>
                  <a:pt x="344" y="645"/>
                  <a:pt x="342" y="640"/>
                  <a:pt x="342" y="634"/>
                </a:cubicBezTo>
                <a:cubicBezTo>
                  <a:pt x="342" y="607"/>
                  <a:pt x="378" y="587"/>
                  <a:pt x="425" y="587"/>
                </a:cubicBezTo>
                <a:cubicBezTo>
                  <a:pt x="471" y="587"/>
                  <a:pt x="507" y="607"/>
                  <a:pt x="507" y="634"/>
                </a:cubicBezTo>
                <a:cubicBezTo>
                  <a:pt x="507" y="640"/>
                  <a:pt x="505" y="645"/>
                  <a:pt x="502" y="651"/>
                </a:cubicBezTo>
                <a:cubicBezTo>
                  <a:pt x="500" y="653"/>
                  <a:pt x="498" y="656"/>
                  <a:pt x="495" y="658"/>
                </a:cubicBezTo>
                <a:cubicBezTo>
                  <a:pt x="491" y="663"/>
                  <a:pt x="486" y="666"/>
                  <a:pt x="479" y="669"/>
                </a:cubicBezTo>
                <a:cubicBezTo>
                  <a:pt x="473" y="672"/>
                  <a:pt x="468" y="677"/>
                  <a:pt x="466" y="683"/>
                </a:cubicBezTo>
                <a:cubicBezTo>
                  <a:pt x="831" y="683"/>
                  <a:pt x="831" y="683"/>
                  <a:pt x="831" y="683"/>
                </a:cubicBezTo>
                <a:cubicBezTo>
                  <a:pt x="841" y="683"/>
                  <a:pt x="849" y="675"/>
                  <a:pt x="849" y="665"/>
                </a:cubicBezTo>
                <a:cubicBezTo>
                  <a:pt x="849" y="451"/>
                  <a:pt x="849" y="451"/>
                  <a:pt x="849" y="451"/>
                </a:cubicBezTo>
                <a:cubicBezTo>
                  <a:pt x="849" y="434"/>
                  <a:pt x="849" y="434"/>
                  <a:pt x="849" y="434"/>
                </a:cubicBezTo>
                <a:cubicBezTo>
                  <a:pt x="858" y="427"/>
                  <a:pt x="868" y="422"/>
                  <a:pt x="880" y="422"/>
                </a:cubicBezTo>
                <a:cubicBezTo>
                  <a:pt x="882" y="422"/>
                  <a:pt x="884" y="422"/>
                  <a:pt x="886" y="423"/>
                </a:cubicBezTo>
                <a:cubicBezTo>
                  <a:pt x="898" y="424"/>
                  <a:pt x="909" y="433"/>
                  <a:pt x="914" y="444"/>
                </a:cubicBezTo>
                <a:cubicBezTo>
                  <a:pt x="917" y="449"/>
                  <a:pt x="920" y="454"/>
                  <a:pt x="923" y="457"/>
                </a:cubicBezTo>
                <a:cubicBezTo>
                  <a:pt x="924" y="459"/>
                  <a:pt x="926" y="460"/>
                  <a:pt x="928" y="461"/>
                </a:cubicBezTo>
                <a:cubicBezTo>
                  <a:pt x="931" y="463"/>
                  <a:pt x="935" y="464"/>
                  <a:pt x="938" y="464"/>
                </a:cubicBezTo>
                <a:cubicBezTo>
                  <a:pt x="956" y="464"/>
                  <a:pt x="972" y="433"/>
                  <a:pt x="972" y="395"/>
                </a:cubicBezTo>
                <a:cubicBezTo>
                  <a:pt x="972" y="357"/>
                  <a:pt x="956" y="326"/>
                  <a:pt x="938" y="326"/>
                </a:cubicBezTo>
                <a:close/>
              </a:path>
            </a:pathLst>
          </a:custGeom>
          <a:solidFill>
            <a:srgbClr val="EBECF0"/>
          </a:solidFill>
          <a:ln>
            <a:noFill/>
          </a:ln>
          <a:effectLst>
            <a:outerShdw blurRad="127000" dist="38100" dir="13500000" algn="br" rotWithShape="0">
              <a:srgbClr val="7F7F7F">
                <a:alpha val="40000"/>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85A5C1"/>
              </a:solidFill>
              <a:effectLst/>
              <a:uLnTx/>
              <a:uFillTx/>
              <a:latin typeface="Roboto"/>
              <a:ea typeface="Roboto"/>
              <a:cs typeface="Roboto"/>
              <a:sym typeface="Roboto"/>
            </a:endParaRPr>
          </a:p>
        </p:txBody>
      </p:sp>
      <p:sp>
        <p:nvSpPr>
          <p:cNvPr id="155" name="Google Shape;6512;p105">
            <a:extLst>
              <a:ext uri="{FF2B5EF4-FFF2-40B4-BE49-F238E27FC236}">
                <a16:creationId xmlns:a16="http://schemas.microsoft.com/office/drawing/2014/main" id="{AA2B60BA-7D1A-420A-90A9-A10E172CBCC8}"/>
              </a:ext>
            </a:extLst>
          </p:cNvPr>
          <p:cNvSpPr/>
          <p:nvPr/>
        </p:nvSpPr>
        <p:spPr>
          <a:xfrm>
            <a:off x="3764834" y="1870172"/>
            <a:ext cx="2311393" cy="2218202"/>
          </a:xfrm>
          <a:custGeom>
            <a:avLst/>
            <a:gdLst/>
            <a:ahLst/>
            <a:cxnLst/>
            <a:rect l="l" t="t" r="r" b="b"/>
            <a:pathLst>
              <a:path w="849" h="815" extrusionOk="0">
                <a:moveTo>
                  <a:pt x="831" y="123"/>
                </a:moveTo>
                <a:cubicBezTo>
                  <a:pt x="480" y="123"/>
                  <a:pt x="480" y="123"/>
                  <a:pt x="480" y="123"/>
                </a:cubicBezTo>
                <a:cubicBezTo>
                  <a:pt x="463" y="123"/>
                  <a:pt x="463" y="123"/>
                  <a:pt x="463" y="123"/>
                </a:cubicBezTo>
                <a:cubicBezTo>
                  <a:pt x="456" y="114"/>
                  <a:pt x="452" y="103"/>
                  <a:pt x="452" y="92"/>
                </a:cubicBezTo>
                <a:cubicBezTo>
                  <a:pt x="452" y="90"/>
                  <a:pt x="452" y="88"/>
                  <a:pt x="452" y="86"/>
                </a:cubicBezTo>
                <a:cubicBezTo>
                  <a:pt x="454" y="74"/>
                  <a:pt x="462" y="63"/>
                  <a:pt x="473" y="58"/>
                </a:cubicBezTo>
                <a:cubicBezTo>
                  <a:pt x="479" y="55"/>
                  <a:pt x="483" y="52"/>
                  <a:pt x="486" y="49"/>
                </a:cubicBezTo>
                <a:cubicBezTo>
                  <a:pt x="488" y="47"/>
                  <a:pt x="490" y="45"/>
                  <a:pt x="491" y="44"/>
                </a:cubicBezTo>
                <a:cubicBezTo>
                  <a:pt x="493" y="41"/>
                  <a:pt x="494" y="37"/>
                  <a:pt x="494" y="34"/>
                </a:cubicBezTo>
                <a:cubicBezTo>
                  <a:pt x="494" y="15"/>
                  <a:pt x="463" y="0"/>
                  <a:pt x="425" y="0"/>
                </a:cubicBezTo>
                <a:cubicBezTo>
                  <a:pt x="386" y="0"/>
                  <a:pt x="355" y="15"/>
                  <a:pt x="355" y="34"/>
                </a:cubicBezTo>
                <a:cubicBezTo>
                  <a:pt x="355" y="37"/>
                  <a:pt x="356" y="41"/>
                  <a:pt x="358" y="44"/>
                </a:cubicBezTo>
                <a:cubicBezTo>
                  <a:pt x="359" y="45"/>
                  <a:pt x="361" y="47"/>
                  <a:pt x="363" y="49"/>
                </a:cubicBezTo>
                <a:cubicBezTo>
                  <a:pt x="366" y="52"/>
                  <a:pt x="370" y="55"/>
                  <a:pt x="376" y="58"/>
                </a:cubicBezTo>
                <a:cubicBezTo>
                  <a:pt x="387" y="63"/>
                  <a:pt x="396" y="74"/>
                  <a:pt x="397" y="86"/>
                </a:cubicBezTo>
                <a:cubicBezTo>
                  <a:pt x="397" y="88"/>
                  <a:pt x="397" y="90"/>
                  <a:pt x="397" y="92"/>
                </a:cubicBezTo>
                <a:cubicBezTo>
                  <a:pt x="397" y="103"/>
                  <a:pt x="393" y="114"/>
                  <a:pt x="386" y="123"/>
                </a:cubicBezTo>
                <a:cubicBezTo>
                  <a:pt x="369" y="123"/>
                  <a:pt x="369" y="123"/>
                  <a:pt x="369" y="123"/>
                </a:cubicBezTo>
                <a:cubicBezTo>
                  <a:pt x="18" y="123"/>
                  <a:pt x="18" y="123"/>
                  <a:pt x="18" y="123"/>
                </a:cubicBezTo>
                <a:cubicBezTo>
                  <a:pt x="8" y="123"/>
                  <a:pt x="0" y="131"/>
                  <a:pt x="0" y="141"/>
                </a:cubicBezTo>
                <a:cubicBezTo>
                  <a:pt x="2" y="357"/>
                  <a:pt x="21" y="589"/>
                  <a:pt x="107" y="804"/>
                </a:cubicBezTo>
                <a:cubicBezTo>
                  <a:pt x="110" y="811"/>
                  <a:pt x="117" y="815"/>
                  <a:pt x="124" y="815"/>
                </a:cubicBezTo>
                <a:cubicBezTo>
                  <a:pt x="452" y="815"/>
                  <a:pt x="452" y="815"/>
                  <a:pt x="452" y="815"/>
                </a:cubicBezTo>
                <a:cubicBezTo>
                  <a:pt x="450" y="809"/>
                  <a:pt x="445" y="805"/>
                  <a:pt x="439" y="802"/>
                </a:cubicBezTo>
                <a:cubicBezTo>
                  <a:pt x="433" y="798"/>
                  <a:pt x="427" y="795"/>
                  <a:pt x="423" y="791"/>
                </a:cubicBezTo>
                <a:cubicBezTo>
                  <a:pt x="420" y="788"/>
                  <a:pt x="418" y="786"/>
                  <a:pt x="417" y="783"/>
                </a:cubicBezTo>
                <a:cubicBezTo>
                  <a:pt x="413" y="777"/>
                  <a:pt x="412" y="772"/>
                  <a:pt x="412" y="766"/>
                </a:cubicBezTo>
                <a:cubicBezTo>
                  <a:pt x="412" y="739"/>
                  <a:pt x="447" y="719"/>
                  <a:pt x="494" y="719"/>
                </a:cubicBezTo>
                <a:cubicBezTo>
                  <a:pt x="541" y="719"/>
                  <a:pt x="576" y="739"/>
                  <a:pt x="576" y="766"/>
                </a:cubicBezTo>
                <a:cubicBezTo>
                  <a:pt x="576" y="772"/>
                  <a:pt x="574" y="777"/>
                  <a:pt x="571" y="783"/>
                </a:cubicBezTo>
                <a:cubicBezTo>
                  <a:pt x="569" y="786"/>
                  <a:pt x="567" y="788"/>
                  <a:pt x="565" y="791"/>
                </a:cubicBezTo>
                <a:cubicBezTo>
                  <a:pt x="560" y="795"/>
                  <a:pt x="555" y="798"/>
                  <a:pt x="548" y="802"/>
                </a:cubicBezTo>
                <a:cubicBezTo>
                  <a:pt x="542" y="805"/>
                  <a:pt x="538" y="809"/>
                  <a:pt x="536" y="815"/>
                </a:cubicBezTo>
                <a:cubicBezTo>
                  <a:pt x="831" y="815"/>
                  <a:pt x="831" y="815"/>
                  <a:pt x="831" y="815"/>
                </a:cubicBezTo>
                <a:cubicBezTo>
                  <a:pt x="841" y="815"/>
                  <a:pt x="849" y="807"/>
                  <a:pt x="849" y="797"/>
                </a:cubicBezTo>
                <a:cubicBezTo>
                  <a:pt x="849" y="141"/>
                  <a:pt x="849" y="141"/>
                  <a:pt x="849" y="141"/>
                </a:cubicBezTo>
                <a:cubicBezTo>
                  <a:pt x="849" y="131"/>
                  <a:pt x="841" y="123"/>
                  <a:pt x="831" y="123"/>
                </a:cubicBezTo>
                <a:close/>
              </a:path>
            </a:pathLst>
          </a:custGeom>
          <a:solidFill>
            <a:srgbClr val="EBECF0"/>
          </a:solidFill>
          <a:ln>
            <a:noFill/>
          </a:ln>
          <a:effectLst>
            <a:outerShdw blurRad="127000" dist="38100" dir="16800000" algn="br" rotWithShape="0">
              <a:srgbClr val="7F7F7F">
                <a:alpha val="40000"/>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85A5C1"/>
              </a:solidFill>
              <a:effectLst/>
              <a:uLnTx/>
              <a:uFillTx/>
              <a:latin typeface="Roboto"/>
              <a:ea typeface="Roboto"/>
              <a:cs typeface="Roboto"/>
              <a:sym typeface="Roboto"/>
            </a:endParaRPr>
          </a:p>
        </p:txBody>
      </p:sp>
      <p:sp>
        <p:nvSpPr>
          <p:cNvPr id="156" name="Google Shape;6513;p105">
            <a:extLst>
              <a:ext uri="{FF2B5EF4-FFF2-40B4-BE49-F238E27FC236}">
                <a16:creationId xmlns:a16="http://schemas.microsoft.com/office/drawing/2014/main" id="{64E4FEBC-5184-450F-ACE8-03F7D9412F4D}"/>
              </a:ext>
            </a:extLst>
          </p:cNvPr>
          <p:cNvSpPr/>
          <p:nvPr/>
        </p:nvSpPr>
        <p:spPr>
          <a:xfrm>
            <a:off x="4100424" y="3897068"/>
            <a:ext cx="1940927" cy="1970840"/>
          </a:xfrm>
          <a:custGeom>
            <a:avLst/>
            <a:gdLst/>
            <a:ahLst/>
            <a:cxnLst/>
            <a:rect l="l" t="t" r="r" b="b"/>
            <a:pathLst>
              <a:path w="713" h="724" extrusionOk="0">
                <a:moveTo>
                  <a:pt x="664" y="325"/>
                </a:moveTo>
                <a:cubicBezTo>
                  <a:pt x="670" y="325"/>
                  <a:pt x="676" y="327"/>
                  <a:pt x="681" y="330"/>
                </a:cubicBezTo>
                <a:cubicBezTo>
                  <a:pt x="684" y="332"/>
                  <a:pt x="686" y="334"/>
                  <a:pt x="689" y="337"/>
                </a:cubicBezTo>
                <a:cubicBezTo>
                  <a:pt x="693" y="341"/>
                  <a:pt x="696" y="346"/>
                  <a:pt x="700" y="353"/>
                </a:cubicBezTo>
                <a:cubicBezTo>
                  <a:pt x="703" y="359"/>
                  <a:pt x="707" y="364"/>
                  <a:pt x="713" y="366"/>
                </a:cubicBezTo>
                <a:cubicBezTo>
                  <a:pt x="713" y="141"/>
                  <a:pt x="713" y="141"/>
                  <a:pt x="713" y="141"/>
                </a:cubicBezTo>
                <a:cubicBezTo>
                  <a:pt x="713" y="131"/>
                  <a:pt x="705" y="123"/>
                  <a:pt x="695" y="123"/>
                </a:cubicBezTo>
                <a:cubicBezTo>
                  <a:pt x="414" y="123"/>
                  <a:pt x="414" y="123"/>
                  <a:pt x="414" y="123"/>
                </a:cubicBezTo>
                <a:cubicBezTo>
                  <a:pt x="397" y="123"/>
                  <a:pt x="397" y="123"/>
                  <a:pt x="397" y="123"/>
                </a:cubicBezTo>
                <a:cubicBezTo>
                  <a:pt x="389" y="114"/>
                  <a:pt x="385" y="104"/>
                  <a:pt x="385" y="92"/>
                </a:cubicBezTo>
                <a:cubicBezTo>
                  <a:pt x="385" y="90"/>
                  <a:pt x="385" y="88"/>
                  <a:pt x="385" y="86"/>
                </a:cubicBezTo>
                <a:cubicBezTo>
                  <a:pt x="387" y="74"/>
                  <a:pt x="395" y="63"/>
                  <a:pt x="407" y="58"/>
                </a:cubicBezTo>
                <a:cubicBezTo>
                  <a:pt x="412" y="55"/>
                  <a:pt x="416" y="52"/>
                  <a:pt x="420" y="49"/>
                </a:cubicBezTo>
                <a:cubicBezTo>
                  <a:pt x="421" y="47"/>
                  <a:pt x="423" y="46"/>
                  <a:pt x="424" y="44"/>
                </a:cubicBezTo>
                <a:cubicBezTo>
                  <a:pt x="426" y="41"/>
                  <a:pt x="427" y="37"/>
                  <a:pt x="427" y="34"/>
                </a:cubicBezTo>
                <a:cubicBezTo>
                  <a:pt x="427" y="15"/>
                  <a:pt x="396" y="0"/>
                  <a:pt x="358" y="0"/>
                </a:cubicBezTo>
                <a:cubicBezTo>
                  <a:pt x="320" y="0"/>
                  <a:pt x="289" y="15"/>
                  <a:pt x="289" y="34"/>
                </a:cubicBezTo>
                <a:cubicBezTo>
                  <a:pt x="289" y="37"/>
                  <a:pt x="290" y="41"/>
                  <a:pt x="292" y="44"/>
                </a:cubicBezTo>
                <a:cubicBezTo>
                  <a:pt x="293" y="46"/>
                  <a:pt x="294" y="47"/>
                  <a:pt x="296" y="49"/>
                </a:cubicBezTo>
                <a:cubicBezTo>
                  <a:pt x="299" y="52"/>
                  <a:pt x="304" y="55"/>
                  <a:pt x="309" y="58"/>
                </a:cubicBezTo>
                <a:cubicBezTo>
                  <a:pt x="320" y="63"/>
                  <a:pt x="329" y="74"/>
                  <a:pt x="330" y="86"/>
                </a:cubicBezTo>
                <a:cubicBezTo>
                  <a:pt x="331" y="88"/>
                  <a:pt x="331" y="90"/>
                  <a:pt x="331" y="92"/>
                </a:cubicBezTo>
                <a:cubicBezTo>
                  <a:pt x="331" y="104"/>
                  <a:pt x="326" y="114"/>
                  <a:pt x="319" y="123"/>
                </a:cubicBezTo>
                <a:cubicBezTo>
                  <a:pt x="302" y="123"/>
                  <a:pt x="302" y="123"/>
                  <a:pt x="302" y="123"/>
                </a:cubicBezTo>
                <a:cubicBezTo>
                  <a:pt x="23" y="123"/>
                  <a:pt x="23" y="123"/>
                  <a:pt x="23" y="123"/>
                </a:cubicBezTo>
                <a:cubicBezTo>
                  <a:pt x="9" y="123"/>
                  <a:pt x="0" y="137"/>
                  <a:pt x="6" y="149"/>
                </a:cubicBezTo>
                <a:cubicBezTo>
                  <a:pt x="123" y="385"/>
                  <a:pt x="333" y="593"/>
                  <a:pt x="709" y="723"/>
                </a:cubicBezTo>
                <a:cubicBezTo>
                  <a:pt x="710" y="723"/>
                  <a:pt x="712" y="724"/>
                  <a:pt x="713" y="724"/>
                </a:cubicBezTo>
                <a:cubicBezTo>
                  <a:pt x="713" y="449"/>
                  <a:pt x="713" y="449"/>
                  <a:pt x="713" y="449"/>
                </a:cubicBezTo>
                <a:cubicBezTo>
                  <a:pt x="707" y="451"/>
                  <a:pt x="703" y="456"/>
                  <a:pt x="700" y="462"/>
                </a:cubicBezTo>
                <a:cubicBezTo>
                  <a:pt x="696" y="469"/>
                  <a:pt x="693" y="474"/>
                  <a:pt x="689" y="478"/>
                </a:cubicBezTo>
                <a:cubicBezTo>
                  <a:pt x="686" y="481"/>
                  <a:pt x="684" y="483"/>
                  <a:pt x="681" y="485"/>
                </a:cubicBezTo>
                <a:cubicBezTo>
                  <a:pt x="675" y="488"/>
                  <a:pt x="670" y="490"/>
                  <a:pt x="664" y="490"/>
                </a:cubicBezTo>
                <a:cubicBezTo>
                  <a:pt x="664" y="490"/>
                  <a:pt x="664" y="490"/>
                  <a:pt x="664" y="490"/>
                </a:cubicBezTo>
                <a:cubicBezTo>
                  <a:pt x="650" y="490"/>
                  <a:pt x="637" y="480"/>
                  <a:pt x="629" y="462"/>
                </a:cubicBezTo>
                <a:cubicBezTo>
                  <a:pt x="621" y="447"/>
                  <a:pt x="617" y="428"/>
                  <a:pt x="617" y="407"/>
                </a:cubicBezTo>
                <a:cubicBezTo>
                  <a:pt x="617" y="361"/>
                  <a:pt x="638" y="325"/>
                  <a:pt x="664" y="325"/>
                </a:cubicBezTo>
                <a:close/>
              </a:path>
            </a:pathLst>
          </a:custGeom>
          <a:solidFill>
            <a:srgbClr val="EBECF0"/>
          </a:solidFill>
          <a:ln>
            <a:noFill/>
          </a:ln>
          <a:effectLst>
            <a:outerShdw blurRad="127000" dist="38100" dir="15600000" algn="br" rotWithShape="0">
              <a:srgbClr val="7F7F7F">
                <a:alpha val="40000"/>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85A5C1"/>
              </a:solidFill>
              <a:effectLst/>
              <a:uLnTx/>
              <a:uFillTx/>
              <a:latin typeface="Roboto"/>
              <a:ea typeface="Roboto"/>
              <a:cs typeface="Roboto"/>
              <a:sym typeface="Roboto"/>
            </a:endParaRPr>
          </a:p>
        </p:txBody>
      </p:sp>
      <p:sp>
        <p:nvSpPr>
          <p:cNvPr id="108" name="Freeform 8">
            <a:extLst>
              <a:ext uri="{FF2B5EF4-FFF2-40B4-BE49-F238E27FC236}">
                <a16:creationId xmlns:a16="http://schemas.microsoft.com/office/drawing/2014/main" id="{A53083FF-E6FC-48E3-8F30-A515798D3692}"/>
              </a:ext>
            </a:extLst>
          </p:cNvPr>
          <p:cNvSpPr>
            <a:spLocks/>
          </p:cNvSpPr>
          <p:nvPr/>
        </p:nvSpPr>
        <p:spPr bwMode="auto">
          <a:xfrm>
            <a:off x="4171308" y="4011500"/>
            <a:ext cx="3879850" cy="1301750"/>
          </a:xfrm>
          <a:custGeom>
            <a:avLst/>
            <a:gdLst>
              <a:gd name="T0" fmla="*/ 1019 w 1019"/>
              <a:gd name="T1" fmla="*/ 1 h 342"/>
              <a:gd name="T2" fmla="*/ 509 w 1019"/>
              <a:gd name="T3" fmla="*/ 342 h 342"/>
              <a:gd name="T4" fmla="*/ 0 w 1019"/>
              <a:gd name="T5" fmla="*/ 0 h 342"/>
            </a:gdLst>
            <a:ahLst/>
            <a:cxnLst>
              <a:cxn ang="0">
                <a:pos x="T0" y="T1"/>
              </a:cxn>
              <a:cxn ang="0">
                <a:pos x="T2" y="T3"/>
              </a:cxn>
              <a:cxn ang="0">
                <a:pos x="T4" y="T5"/>
              </a:cxn>
            </a:cxnLst>
            <a:rect l="0" t="0" r="r" b="b"/>
            <a:pathLst>
              <a:path w="1019" h="342">
                <a:moveTo>
                  <a:pt x="1019" y="1"/>
                </a:moveTo>
                <a:cubicBezTo>
                  <a:pt x="936" y="201"/>
                  <a:pt x="739" y="342"/>
                  <a:pt x="509" y="342"/>
                </a:cubicBezTo>
                <a:cubicBezTo>
                  <a:pt x="279" y="342"/>
                  <a:pt x="82" y="201"/>
                  <a:pt x="0" y="0"/>
                </a:cubicBezTo>
              </a:path>
            </a:pathLst>
          </a:custGeom>
          <a:noFill/>
          <a:ln w="30163" cap="rnd">
            <a:solidFill>
              <a:schemeClr val="bg2">
                <a:lumMod val="9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nvGrpSpPr>
          <p:cNvPr id="109" name="Group 108">
            <a:extLst>
              <a:ext uri="{FF2B5EF4-FFF2-40B4-BE49-F238E27FC236}">
                <a16:creationId xmlns:a16="http://schemas.microsoft.com/office/drawing/2014/main" id="{4A59FAB2-A708-47DF-A90A-FAB5DDA31A77}"/>
              </a:ext>
            </a:extLst>
          </p:cNvPr>
          <p:cNvGrpSpPr/>
          <p:nvPr/>
        </p:nvGrpSpPr>
        <p:grpSpPr>
          <a:xfrm>
            <a:off x="4496742" y="1609095"/>
            <a:ext cx="3234572" cy="3234572"/>
            <a:chOff x="2833686" y="1488241"/>
            <a:chExt cx="3179011" cy="3179011"/>
          </a:xfrm>
        </p:grpSpPr>
        <p:grpSp>
          <p:nvGrpSpPr>
            <p:cNvPr id="110" name="Group 109">
              <a:extLst>
                <a:ext uri="{FF2B5EF4-FFF2-40B4-BE49-F238E27FC236}">
                  <a16:creationId xmlns:a16="http://schemas.microsoft.com/office/drawing/2014/main" id="{4C21B515-F8BA-416C-B67A-2A33992D91E3}"/>
                </a:ext>
              </a:extLst>
            </p:cNvPr>
            <p:cNvGrpSpPr/>
            <p:nvPr/>
          </p:nvGrpSpPr>
          <p:grpSpPr>
            <a:xfrm>
              <a:off x="2833686" y="1488241"/>
              <a:ext cx="3179011" cy="3179011"/>
              <a:chOff x="7349505" y="606851"/>
              <a:chExt cx="1211126" cy="1211126"/>
            </a:xfrm>
          </p:grpSpPr>
          <p:sp>
            <p:nvSpPr>
              <p:cNvPr id="112" name="Oval 111">
                <a:extLst>
                  <a:ext uri="{FF2B5EF4-FFF2-40B4-BE49-F238E27FC236}">
                    <a16:creationId xmlns:a16="http://schemas.microsoft.com/office/drawing/2014/main" id="{2EB8C0D0-2641-40A8-B8B7-26B056DF117A}"/>
                  </a:ext>
                </a:extLst>
              </p:cNvPr>
              <p:cNvSpPr/>
              <p:nvPr/>
            </p:nvSpPr>
            <p:spPr>
              <a:xfrm>
                <a:off x="7349505" y="606851"/>
                <a:ext cx="1211126" cy="1211126"/>
              </a:xfrm>
              <a:prstGeom prst="ellipse">
                <a:avLst/>
              </a:pr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Oval 112">
                <a:extLst>
                  <a:ext uri="{FF2B5EF4-FFF2-40B4-BE49-F238E27FC236}">
                    <a16:creationId xmlns:a16="http://schemas.microsoft.com/office/drawing/2014/main" id="{3C4268CF-4A8B-41F8-A44A-115592860E0D}"/>
                  </a:ext>
                </a:extLst>
              </p:cNvPr>
              <p:cNvSpPr/>
              <p:nvPr/>
            </p:nvSpPr>
            <p:spPr>
              <a:xfrm>
                <a:off x="7349505" y="606851"/>
                <a:ext cx="1211126" cy="1211126"/>
              </a:xfrm>
              <a:prstGeom prst="ellipse">
                <a:avLst/>
              </a:pr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11" name="Oval 110">
              <a:extLst>
                <a:ext uri="{FF2B5EF4-FFF2-40B4-BE49-F238E27FC236}">
                  <a16:creationId xmlns:a16="http://schemas.microsoft.com/office/drawing/2014/main" id="{140125EA-7DEA-4220-BA5E-F42FCD1046B3}"/>
                </a:ext>
              </a:extLst>
            </p:cNvPr>
            <p:cNvSpPr/>
            <p:nvPr/>
          </p:nvSpPr>
          <p:spPr>
            <a:xfrm>
              <a:off x="3011891" y="1666446"/>
              <a:ext cx="2822600" cy="2822600"/>
            </a:xfrm>
            <a:prstGeom prst="ellipse">
              <a:avLst/>
            </a:prstGeom>
            <a:gradFill flip="none" rotWithShape="1">
              <a:gsLst>
                <a:gs pos="39000">
                  <a:schemeClr val="bg2"/>
                </a:gs>
                <a:gs pos="100000">
                  <a:schemeClr val="bg2">
                    <a:lumMod val="57000"/>
                    <a:lumOff val="43000"/>
                  </a:schemeClr>
                </a:gs>
              </a:gsLst>
              <a:path path="circle">
                <a:fillToRect r="100000" b="100000"/>
              </a:path>
              <a:tileRect l="-100000" t="-100000"/>
            </a:gradFill>
            <a:ln>
              <a:noFill/>
            </a:ln>
            <a:effectLst>
              <a:innerShdw blurRad="215900" dist="88900" dir="13500000">
                <a:schemeClr val="bg2">
                  <a:lumMod val="7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14" name="Group 113">
            <a:extLst>
              <a:ext uri="{FF2B5EF4-FFF2-40B4-BE49-F238E27FC236}">
                <a16:creationId xmlns:a16="http://schemas.microsoft.com/office/drawing/2014/main" id="{3FB8CDE9-7013-4E6E-BE52-EF01B1B8D311}"/>
              </a:ext>
            </a:extLst>
          </p:cNvPr>
          <p:cNvGrpSpPr/>
          <p:nvPr/>
        </p:nvGrpSpPr>
        <p:grpSpPr>
          <a:xfrm>
            <a:off x="4006517" y="3843280"/>
            <a:ext cx="333438" cy="333438"/>
            <a:chOff x="3022909" y="1433567"/>
            <a:chExt cx="367991" cy="367991"/>
          </a:xfrm>
        </p:grpSpPr>
        <p:sp>
          <p:nvSpPr>
            <p:cNvPr id="115" name="Oval 114">
              <a:extLst>
                <a:ext uri="{FF2B5EF4-FFF2-40B4-BE49-F238E27FC236}">
                  <a16:creationId xmlns:a16="http://schemas.microsoft.com/office/drawing/2014/main" id="{92BE2BCF-4686-4619-8608-FC0287FD2CC9}"/>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 name="Oval 115">
              <a:extLst>
                <a:ext uri="{FF2B5EF4-FFF2-40B4-BE49-F238E27FC236}">
                  <a16:creationId xmlns:a16="http://schemas.microsoft.com/office/drawing/2014/main" id="{8489BFB6-292F-4474-858A-DEC667FA9584}"/>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17" name="Group 116">
            <a:extLst>
              <a:ext uri="{FF2B5EF4-FFF2-40B4-BE49-F238E27FC236}">
                <a16:creationId xmlns:a16="http://schemas.microsoft.com/office/drawing/2014/main" id="{78C10234-1F9D-4782-8B7C-D786A0271C7D}"/>
              </a:ext>
            </a:extLst>
          </p:cNvPr>
          <p:cNvGrpSpPr/>
          <p:nvPr/>
        </p:nvGrpSpPr>
        <p:grpSpPr>
          <a:xfrm>
            <a:off x="5134095" y="4981779"/>
            <a:ext cx="333438" cy="333438"/>
            <a:chOff x="3022909" y="1433567"/>
            <a:chExt cx="367991" cy="367991"/>
          </a:xfrm>
        </p:grpSpPr>
        <p:sp>
          <p:nvSpPr>
            <p:cNvPr id="118" name="Oval 117">
              <a:extLst>
                <a:ext uri="{FF2B5EF4-FFF2-40B4-BE49-F238E27FC236}">
                  <a16:creationId xmlns:a16="http://schemas.microsoft.com/office/drawing/2014/main" id="{8C810104-9A49-4CC8-BD2E-E948DFA13650}"/>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Oval 118">
              <a:extLst>
                <a:ext uri="{FF2B5EF4-FFF2-40B4-BE49-F238E27FC236}">
                  <a16:creationId xmlns:a16="http://schemas.microsoft.com/office/drawing/2014/main" id="{4019E625-27D4-418F-9B6F-1CA9ECD074AD}"/>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0" name="Group 119">
            <a:extLst>
              <a:ext uri="{FF2B5EF4-FFF2-40B4-BE49-F238E27FC236}">
                <a16:creationId xmlns:a16="http://schemas.microsoft.com/office/drawing/2014/main" id="{52749333-C928-4BFC-93FF-D83776C6E22D}"/>
              </a:ext>
            </a:extLst>
          </p:cNvPr>
          <p:cNvGrpSpPr/>
          <p:nvPr/>
        </p:nvGrpSpPr>
        <p:grpSpPr>
          <a:xfrm>
            <a:off x="6736676" y="4973463"/>
            <a:ext cx="333438" cy="333438"/>
            <a:chOff x="3022909" y="1433567"/>
            <a:chExt cx="367991" cy="367991"/>
          </a:xfrm>
        </p:grpSpPr>
        <p:sp>
          <p:nvSpPr>
            <p:cNvPr id="121" name="Oval 120">
              <a:extLst>
                <a:ext uri="{FF2B5EF4-FFF2-40B4-BE49-F238E27FC236}">
                  <a16:creationId xmlns:a16="http://schemas.microsoft.com/office/drawing/2014/main" id="{49976C54-D5D5-4C92-9F6A-D00A8302BF7D}"/>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 name="Oval 121">
              <a:extLst>
                <a:ext uri="{FF2B5EF4-FFF2-40B4-BE49-F238E27FC236}">
                  <a16:creationId xmlns:a16="http://schemas.microsoft.com/office/drawing/2014/main" id="{F5343C0E-3B95-4970-BD77-F721671D910C}"/>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3" name="Group 122">
            <a:extLst>
              <a:ext uri="{FF2B5EF4-FFF2-40B4-BE49-F238E27FC236}">
                <a16:creationId xmlns:a16="http://schemas.microsoft.com/office/drawing/2014/main" id="{982AF71E-BA3A-4CD3-8C66-F2713BFE07B9}"/>
              </a:ext>
            </a:extLst>
          </p:cNvPr>
          <p:cNvGrpSpPr/>
          <p:nvPr/>
        </p:nvGrpSpPr>
        <p:grpSpPr>
          <a:xfrm>
            <a:off x="7877264" y="3859100"/>
            <a:ext cx="333438" cy="333438"/>
            <a:chOff x="3022909" y="1433567"/>
            <a:chExt cx="367991" cy="367991"/>
          </a:xfrm>
        </p:grpSpPr>
        <p:sp>
          <p:nvSpPr>
            <p:cNvPr id="124" name="Oval 123">
              <a:extLst>
                <a:ext uri="{FF2B5EF4-FFF2-40B4-BE49-F238E27FC236}">
                  <a16:creationId xmlns:a16="http://schemas.microsoft.com/office/drawing/2014/main" id="{2F396D53-6729-4D52-9053-F661C285FB24}"/>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Oval 134">
              <a:extLst>
                <a:ext uri="{FF2B5EF4-FFF2-40B4-BE49-F238E27FC236}">
                  <a16:creationId xmlns:a16="http://schemas.microsoft.com/office/drawing/2014/main" id="{6DCB0347-31DB-4B47-9EA9-18257B602BE2}"/>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36" name="Freeform 8">
            <a:extLst>
              <a:ext uri="{FF2B5EF4-FFF2-40B4-BE49-F238E27FC236}">
                <a16:creationId xmlns:a16="http://schemas.microsoft.com/office/drawing/2014/main" id="{3C28EEBB-098B-4CA5-9DFF-C858466DCD6F}"/>
              </a:ext>
            </a:extLst>
          </p:cNvPr>
          <p:cNvSpPr>
            <a:spLocks/>
          </p:cNvSpPr>
          <p:nvPr/>
        </p:nvSpPr>
        <p:spPr bwMode="auto">
          <a:xfrm rot="10800000">
            <a:off x="4183886" y="1133191"/>
            <a:ext cx="3879850" cy="1301750"/>
          </a:xfrm>
          <a:custGeom>
            <a:avLst/>
            <a:gdLst>
              <a:gd name="T0" fmla="*/ 1019 w 1019"/>
              <a:gd name="T1" fmla="*/ 1 h 342"/>
              <a:gd name="T2" fmla="*/ 509 w 1019"/>
              <a:gd name="T3" fmla="*/ 342 h 342"/>
              <a:gd name="T4" fmla="*/ 0 w 1019"/>
              <a:gd name="T5" fmla="*/ 0 h 342"/>
            </a:gdLst>
            <a:ahLst/>
            <a:cxnLst>
              <a:cxn ang="0">
                <a:pos x="T0" y="T1"/>
              </a:cxn>
              <a:cxn ang="0">
                <a:pos x="T2" y="T3"/>
              </a:cxn>
              <a:cxn ang="0">
                <a:pos x="T4" y="T5"/>
              </a:cxn>
            </a:cxnLst>
            <a:rect l="0" t="0" r="r" b="b"/>
            <a:pathLst>
              <a:path w="1019" h="342">
                <a:moveTo>
                  <a:pt x="1019" y="1"/>
                </a:moveTo>
                <a:cubicBezTo>
                  <a:pt x="936" y="201"/>
                  <a:pt x="739" y="342"/>
                  <a:pt x="509" y="342"/>
                </a:cubicBezTo>
                <a:cubicBezTo>
                  <a:pt x="279" y="342"/>
                  <a:pt x="82" y="201"/>
                  <a:pt x="0" y="0"/>
                </a:cubicBezTo>
              </a:path>
            </a:pathLst>
          </a:custGeom>
          <a:noFill/>
          <a:ln w="30163" cap="rnd">
            <a:solidFill>
              <a:schemeClr val="bg2">
                <a:lumMod val="9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nvGrpSpPr>
          <p:cNvPr id="137" name="Group 136">
            <a:extLst>
              <a:ext uri="{FF2B5EF4-FFF2-40B4-BE49-F238E27FC236}">
                <a16:creationId xmlns:a16="http://schemas.microsoft.com/office/drawing/2014/main" id="{E511BB25-815E-4E71-A715-E3A08AC813A0}"/>
              </a:ext>
            </a:extLst>
          </p:cNvPr>
          <p:cNvGrpSpPr/>
          <p:nvPr/>
        </p:nvGrpSpPr>
        <p:grpSpPr>
          <a:xfrm>
            <a:off x="4006517" y="2269724"/>
            <a:ext cx="333438" cy="333438"/>
            <a:chOff x="3022909" y="1433567"/>
            <a:chExt cx="367991" cy="367991"/>
          </a:xfrm>
        </p:grpSpPr>
        <p:sp>
          <p:nvSpPr>
            <p:cNvPr id="138" name="Oval 137">
              <a:extLst>
                <a:ext uri="{FF2B5EF4-FFF2-40B4-BE49-F238E27FC236}">
                  <a16:creationId xmlns:a16="http://schemas.microsoft.com/office/drawing/2014/main" id="{058683A9-C382-4448-B0A0-EC9CE2D94FFB}"/>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 name="Oval 138">
              <a:extLst>
                <a:ext uri="{FF2B5EF4-FFF2-40B4-BE49-F238E27FC236}">
                  <a16:creationId xmlns:a16="http://schemas.microsoft.com/office/drawing/2014/main" id="{090519E8-1818-4FDC-A720-FCAFD5AAA490}"/>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0" name="Group 139">
            <a:extLst>
              <a:ext uri="{FF2B5EF4-FFF2-40B4-BE49-F238E27FC236}">
                <a16:creationId xmlns:a16="http://schemas.microsoft.com/office/drawing/2014/main" id="{4C23E02E-B122-477D-9E60-4BDCBC93742A}"/>
              </a:ext>
            </a:extLst>
          </p:cNvPr>
          <p:cNvGrpSpPr/>
          <p:nvPr/>
        </p:nvGrpSpPr>
        <p:grpSpPr>
          <a:xfrm>
            <a:off x="5088851" y="1131223"/>
            <a:ext cx="333438" cy="333438"/>
            <a:chOff x="3022909" y="1433567"/>
            <a:chExt cx="367991" cy="367991"/>
          </a:xfrm>
        </p:grpSpPr>
        <p:sp>
          <p:nvSpPr>
            <p:cNvPr id="141" name="Oval 140">
              <a:extLst>
                <a:ext uri="{FF2B5EF4-FFF2-40B4-BE49-F238E27FC236}">
                  <a16:creationId xmlns:a16="http://schemas.microsoft.com/office/drawing/2014/main" id="{08C621A9-195B-4F66-A635-E7A6EBB2BC86}"/>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Oval 141">
              <a:extLst>
                <a:ext uri="{FF2B5EF4-FFF2-40B4-BE49-F238E27FC236}">
                  <a16:creationId xmlns:a16="http://schemas.microsoft.com/office/drawing/2014/main" id="{F4E8FFD1-7105-4E3B-B6C4-85468F6A3915}"/>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3" name="Group 142">
            <a:extLst>
              <a:ext uri="{FF2B5EF4-FFF2-40B4-BE49-F238E27FC236}">
                <a16:creationId xmlns:a16="http://schemas.microsoft.com/office/drawing/2014/main" id="{D7B550AB-4537-489A-8790-8425640FEFC3}"/>
              </a:ext>
            </a:extLst>
          </p:cNvPr>
          <p:cNvGrpSpPr/>
          <p:nvPr/>
        </p:nvGrpSpPr>
        <p:grpSpPr>
          <a:xfrm>
            <a:off x="6736676" y="1126841"/>
            <a:ext cx="333438" cy="333438"/>
            <a:chOff x="3022909" y="1433567"/>
            <a:chExt cx="367991" cy="367991"/>
          </a:xfrm>
        </p:grpSpPr>
        <p:sp>
          <p:nvSpPr>
            <p:cNvPr id="144" name="Oval 143">
              <a:extLst>
                <a:ext uri="{FF2B5EF4-FFF2-40B4-BE49-F238E27FC236}">
                  <a16:creationId xmlns:a16="http://schemas.microsoft.com/office/drawing/2014/main" id="{3F6514A4-D90B-4F88-BB2D-6C0CFB3AE006}"/>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 name="Oval 144">
              <a:extLst>
                <a:ext uri="{FF2B5EF4-FFF2-40B4-BE49-F238E27FC236}">
                  <a16:creationId xmlns:a16="http://schemas.microsoft.com/office/drawing/2014/main" id="{7696E6D6-3720-496D-A2D1-D07B63FE11BD}"/>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6" name="Group 145">
            <a:extLst>
              <a:ext uri="{FF2B5EF4-FFF2-40B4-BE49-F238E27FC236}">
                <a16:creationId xmlns:a16="http://schemas.microsoft.com/office/drawing/2014/main" id="{288E7476-46EA-4470-8C22-9C686E06E77F}"/>
              </a:ext>
            </a:extLst>
          </p:cNvPr>
          <p:cNvGrpSpPr/>
          <p:nvPr/>
        </p:nvGrpSpPr>
        <p:grpSpPr>
          <a:xfrm>
            <a:off x="7877264" y="2285689"/>
            <a:ext cx="333438" cy="333438"/>
            <a:chOff x="3022909" y="1433567"/>
            <a:chExt cx="367991" cy="367991"/>
          </a:xfrm>
        </p:grpSpPr>
        <p:sp>
          <p:nvSpPr>
            <p:cNvPr id="147" name="Oval 146">
              <a:extLst>
                <a:ext uri="{FF2B5EF4-FFF2-40B4-BE49-F238E27FC236}">
                  <a16:creationId xmlns:a16="http://schemas.microsoft.com/office/drawing/2014/main" id="{831E5AA1-0ED1-4724-A032-8A9E5FC2FA84}"/>
                </a:ext>
              </a:extLst>
            </p:cNvPr>
            <p:cNvSpPr/>
            <p:nvPr/>
          </p:nvSpPr>
          <p:spPr>
            <a:xfrm>
              <a:off x="3022909" y="1433567"/>
              <a:ext cx="367991" cy="367991"/>
            </a:xfrm>
            <a:prstGeom prst="ellipse">
              <a:avLst/>
            </a:prstGeom>
            <a:solidFill>
              <a:schemeClr val="bg2"/>
            </a:solidFill>
            <a:ln>
              <a:noFill/>
            </a:ln>
            <a:effectLst>
              <a:outerShdw blurRad="139700" dist="50800" dir="2700000" algn="tl" rotWithShape="0">
                <a:schemeClr val="tx1">
                  <a:alpha val="7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 name="Oval 147">
              <a:extLst>
                <a:ext uri="{FF2B5EF4-FFF2-40B4-BE49-F238E27FC236}">
                  <a16:creationId xmlns:a16="http://schemas.microsoft.com/office/drawing/2014/main" id="{6471476A-4332-44E6-BBD4-62F1846CA05B}"/>
                </a:ext>
              </a:extLst>
            </p:cNvPr>
            <p:cNvSpPr/>
            <p:nvPr/>
          </p:nvSpPr>
          <p:spPr>
            <a:xfrm>
              <a:off x="3022909" y="1433567"/>
              <a:ext cx="367991" cy="367991"/>
            </a:xfrm>
            <a:prstGeom prst="ellipse">
              <a:avLst/>
            </a:prstGeom>
            <a:gradFill flip="none" rotWithShape="1">
              <a:gsLst>
                <a:gs pos="100000">
                  <a:schemeClr val="tx1"/>
                </a:gs>
                <a:gs pos="0">
                  <a:schemeClr val="tx2"/>
                </a:gs>
              </a:gsLst>
              <a:path path="circle">
                <a:fillToRect r="100000" b="100000"/>
              </a:path>
              <a:tileRect l="-100000" t="-100000"/>
            </a:gra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49" name="Picture 148">
            <a:extLst>
              <a:ext uri="{FF2B5EF4-FFF2-40B4-BE49-F238E27FC236}">
                <a16:creationId xmlns:a16="http://schemas.microsoft.com/office/drawing/2014/main" id="{ADE4BEDF-77D4-42AC-9977-EC0CCC1CE4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7164" y="1934648"/>
            <a:ext cx="2088138" cy="2577146"/>
          </a:xfrm>
          <a:prstGeom prst="rect">
            <a:avLst/>
          </a:prstGeom>
        </p:spPr>
      </p:pic>
      <p:sp>
        <p:nvSpPr>
          <p:cNvPr id="150" name="TextBox 149">
            <a:extLst>
              <a:ext uri="{FF2B5EF4-FFF2-40B4-BE49-F238E27FC236}">
                <a16:creationId xmlns:a16="http://schemas.microsoft.com/office/drawing/2014/main" id="{A73E8EAD-645C-4EEC-B16F-E45B3E5E72C7}"/>
              </a:ext>
            </a:extLst>
          </p:cNvPr>
          <p:cNvSpPr txBox="1"/>
          <p:nvPr/>
        </p:nvSpPr>
        <p:spPr>
          <a:xfrm>
            <a:off x="1938123" y="5923558"/>
            <a:ext cx="8315754"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00B0F0"/>
                </a:solidFill>
                <a:effectLst/>
                <a:uLnTx/>
                <a:uFillTx/>
                <a:latin typeface="Open Sans" panose="020B0606030504020204" pitchFamily="34" charset="0"/>
                <a:ea typeface="Open Sans" panose="020B0606030504020204" pitchFamily="34" charset="0"/>
                <a:cs typeface="Open Sans" panose="020B0606030504020204" pitchFamily="34" charset="0"/>
              </a:rPr>
              <a:t>Q-Sleeve, based on Quantum-safe VPN technology, is designed to deliver seamless PQC migration for global organisation’s cloud assets, on-premises IT infrastructure, and networks to NIST PQC standards with Crypto Agility ensuring future proof Quantum Safe digital environment.</a:t>
            </a:r>
          </a:p>
        </p:txBody>
      </p:sp>
      <p:grpSp>
        <p:nvGrpSpPr>
          <p:cNvPr id="8" name="Group 7">
            <a:extLst>
              <a:ext uri="{FF2B5EF4-FFF2-40B4-BE49-F238E27FC236}">
                <a16:creationId xmlns:a16="http://schemas.microsoft.com/office/drawing/2014/main" id="{D7116B42-553A-46A2-A3F3-501EBCD2F129}"/>
              </a:ext>
            </a:extLst>
          </p:cNvPr>
          <p:cNvGrpSpPr/>
          <p:nvPr/>
        </p:nvGrpSpPr>
        <p:grpSpPr>
          <a:xfrm>
            <a:off x="865682" y="1186430"/>
            <a:ext cx="2611959" cy="995085"/>
            <a:chOff x="730705" y="1482414"/>
            <a:chExt cx="2611959" cy="995085"/>
          </a:xfrm>
        </p:grpSpPr>
        <p:sp>
          <p:nvSpPr>
            <p:cNvPr id="175" name="Rectangle 13">
              <a:extLst>
                <a:ext uri="{FF2B5EF4-FFF2-40B4-BE49-F238E27FC236}">
                  <a16:creationId xmlns:a16="http://schemas.microsoft.com/office/drawing/2014/main" id="{DE584EDB-EB37-41D5-83FF-7973DE70C170}"/>
                </a:ext>
              </a:extLst>
            </p:cNvPr>
            <p:cNvSpPr>
              <a:spLocks noChangeArrowheads="1"/>
            </p:cNvSpPr>
            <p:nvPr/>
          </p:nvSpPr>
          <p:spPr bwMode="auto">
            <a:xfrm>
              <a:off x="1297314" y="1482414"/>
              <a:ext cx="204535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B0F0"/>
                  </a:solidFill>
                  <a:effectLst/>
                  <a:uLnTx/>
                  <a:uFillTx/>
                  <a:latin typeface="Opensans"/>
                  <a:ea typeface="+mn-ea"/>
                  <a:cs typeface="Poppins" panose="00000500000000000000" pitchFamily="2" charset="0"/>
                </a:rPr>
                <a:t>Future-Proof Encryption</a:t>
              </a:r>
              <a:endParaRPr kumimoji="0" lang="ru-UA" altLang="ru-UA" sz="1400" b="1" i="0" u="none" strike="noStrike" kern="1200" cap="none" spc="0" normalizeH="0" baseline="0" noProof="0">
                <a:ln>
                  <a:noFill/>
                </a:ln>
                <a:solidFill>
                  <a:srgbClr val="00B0F0"/>
                </a:solidFill>
                <a:effectLst/>
                <a:uLnTx/>
                <a:uFillTx/>
                <a:latin typeface="Opensans"/>
                <a:ea typeface="+mn-ea"/>
              </a:endParaRPr>
            </a:p>
          </p:txBody>
        </p:sp>
        <p:sp>
          <p:nvSpPr>
            <p:cNvPr id="176" name="TextBox 175">
              <a:extLst>
                <a:ext uri="{FF2B5EF4-FFF2-40B4-BE49-F238E27FC236}">
                  <a16:creationId xmlns:a16="http://schemas.microsoft.com/office/drawing/2014/main" id="{74DA9252-8ACC-490C-9ABE-C8184AE73C6E}"/>
                </a:ext>
              </a:extLst>
            </p:cNvPr>
            <p:cNvSpPr txBox="1"/>
            <p:nvPr/>
          </p:nvSpPr>
          <p:spPr>
            <a:xfrm>
              <a:off x="730705" y="1738835"/>
              <a:ext cx="2571354" cy="73866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Guarding data against emerging quantum computing capabilities.</a:t>
              </a:r>
            </a:p>
          </p:txBody>
        </p:sp>
      </p:grpSp>
      <p:grpSp>
        <p:nvGrpSpPr>
          <p:cNvPr id="7" name="Group 6">
            <a:extLst>
              <a:ext uri="{FF2B5EF4-FFF2-40B4-BE49-F238E27FC236}">
                <a16:creationId xmlns:a16="http://schemas.microsoft.com/office/drawing/2014/main" id="{3101F712-47B3-48E9-BC77-0A67A50B1038}"/>
              </a:ext>
            </a:extLst>
          </p:cNvPr>
          <p:cNvGrpSpPr/>
          <p:nvPr/>
        </p:nvGrpSpPr>
        <p:grpSpPr>
          <a:xfrm>
            <a:off x="1129276" y="4546030"/>
            <a:ext cx="2836823" cy="998699"/>
            <a:chOff x="7918180" y="2164014"/>
            <a:chExt cx="2836823" cy="998699"/>
          </a:xfrm>
        </p:grpSpPr>
        <p:sp>
          <p:nvSpPr>
            <p:cNvPr id="177" name="Rectangle 13">
              <a:extLst>
                <a:ext uri="{FF2B5EF4-FFF2-40B4-BE49-F238E27FC236}">
                  <a16:creationId xmlns:a16="http://schemas.microsoft.com/office/drawing/2014/main" id="{92E87216-0863-42C5-9EE7-284DEA2A3F85}"/>
                </a:ext>
              </a:extLst>
            </p:cNvPr>
            <p:cNvSpPr>
              <a:spLocks noChangeArrowheads="1"/>
            </p:cNvSpPr>
            <p:nvPr/>
          </p:nvSpPr>
          <p:spPr bwMode="auto">
            <a:xfrm>
              <a:off x="8025671" y="2164014"/>
              <a:ext cx="263872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B0F0"/>
                  </a:solidFill>
                  <a:effectLst/>
                  <a:uLnTx/>
                  <a:uFillTx/>
                  <a:latin typeface="Opensans"/>
                  <a:ea typeface="+mn-ea"/>
                  <a:cs typeface="Poppins" panose="00000500000000000000" pitchFamily="2" charset="0"/>
                </a:rPr>
                <a:t>Cryptography Rigor</a:t>
              </a:r>
              <a:endParaRPr kumimoji="0" lang="ru-UA" altLang="ru-UA" sz="1400" b="1" i="0" u="none" strike="noStrike" kern="1200" cap="none" spc="0" normalizeH="0" baseline="0" noProof="0">
                <a:ln>
                  <a:noFill/>
                </a:ln>
                <a:solidFill>
                  <a:srgbClr val="00B0F0"/>
                </a:solidFill>
                <a:effectLst/>
                <a:uLnTx/>
                <a:uFillTx/>
                <a:latin typeface="Opensans"/>
                <a:ea typeface="+mn-ea"/>
              </a:endParaRPr>
            </a:p>
          </p:txBody>
        </p:sp>
        <p:sp>
          <p:nvSpPr>
            <p:cNvPr id="180" name="TextBox 179">
              <a:extLst>
                <a:ext uri="{FF2B5EF4-FFF2-40B4-BE49-F238E27FC236}">
                  <a16:creationId xmlns:a16="http://schemas.microsoft.com/office/drawing/2014/main" id="{AF494D52-7642-4CA4-B8E9-7E532A7882A1}"/>
                </a:ext>
              </a:extLst>
            </p:cNvPr>
            <p:cNvSpPr txBox="1"/>
            <p:nvPr/>
          </p:nvSpPr>
          <p:spPr>
            <a:xfrm>
              <a:off x="7918180" y="2424049"/>
              <a:ext cx="2836823" cy="73866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Built upon solid cryptography and mathematical foundations  for long-term security.​</a:t>
              </a:r>
              <a:endParaRPr kumimoji="0" lang="ru-RU"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3" name="Group 2">
            <a:extLst>
              <a:ext uri="{FF2B5EF4-FFF2-40B4-BE49-F238E27FC236}">
                <a16:creationId xmlns:a16="http://schemas.microsoft.com/office/drawing/2014/main" id="{F7C5CFEB-ED59-492B-BEF9-C10C74266E26}"/>
              </a:ext>
            </a:extLst>
          </p:cNvPr>
          <p:cNvGrpSpPr/>
          <p:nvPr/>
        </p:nvGrpSpPr>
        <p:grpSpPr>
          <a:xfrm>
            <a:off x="1129276" y="2743957"/>
            <a:ext cx="2392433" cy="1000799"/>
            <a:chOff x="1005326" y="2950253"/>
            <a:chExt cx="2392433" cy="1000799"/>
          </a:xfrm>
        </p:grpSpPr>
        <p:sp>
          <p:nvSpPr>
            <p:cNvPr id="178" name="Rectangle 13">
              <a:extLst>
                <a:ext uri="{FF2B5EF4-FFF2-40B4-BE49-F238E27FC236}">
                  <a16:creationId xmlns:a16="http://schemas.microsoft.com/office/drawing/2014/main" id="{F94FF6FA-993F-4231-8F5F-0643DA4F89F9}"/>
                </a:ext>
              </a:extLst>
            </p:cNvPr>
            <p:cNvSpPr>
              <a:spLocks noChangeArrowheads="1"/>
            </p:cNvSpPr>
            <p:nvPr/>
          </p:nvSpPr>
          <p:spPr bwMode="auto">
            <a:xfrm>
              <a:off x="1487947" y="2950253"/>
              <a:ext cx="178286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B0F0"/>
                  </a:solidFill>
                  <a:effectLst/>
                  <a:uLnTx/>
                  <a:uFillTx/>
                  <a:latin typeface="Opensans"/>
                  <a:ea typeface="+mn-ea"/>
                  <a:cs typeface="Poppins" panose="00000500000000000000" pitchFamily="2" charset="0"/>
                </a:rPr>
                <a:t>Versatile Integration</a:t>
              </a:r>
              <a:endParaRPr kumimoji="0" lang="ru-UA" altLang="ru-UA" sz="1400" b="1" i="0" u="none" strike="noStrike" kern="1200" cap="none" spc="0" normalizeH="0" baseline="0" noProof="0">
                <a:ln>
                  <a:noFill/>
                </a:ln>
                <a:solidFill>
                  <a:srgbClr val="00B0F0"/>
                </a:solidFill>
                <a:effectLst/>
                <a:uLnTx/>
                <a:uFillTx/>
                <a:latin typeface="Opensans"/>
                <a:ea typeface="+mn-ea"/>
              </a:endParaRPr>
            </a:p>
          </p:txBody>
        </p:sp>
        <p:sp>
          <p:nvSpPr>
            <p:cNvPr id="181" name="TextBox 180">
              <a:extLst>
                <a:ext uri="{FF2B5EF4-FFF2-40B4-BE49-F238E27FC236}">
                  <a16:creationId xmlns:a16="http://schemas.microsoft.com/office/drawing/2014/main" id="{730D59A6-0980-433F-8864-CD218BADD810}"/>
                </a:ext>
              </a:extLst>
            </p:cNvPr>
            <p:cNvSpPr txBox="1"/>
            <p:nvPr/>
          </p:nvSpPr>
          <p:spPr>
            <a:xfrm>
              <a:off x="1005326" y="3212388"/>
              <a:ext cx="2392433" cy="73866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Seamlessly integrating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into existing systems</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and protocols.</a:t>
              </a:r>
              <a:endParaRPr kumimoji="0" lang="ru-RU"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4" name="Group 3">
            <a:extLst>
              <a:ext uri="{FF2B5EF4-FFF2-40B4-BE49-F238E27FC236}">
                <a16:creationId xmlns:a16="http://schemas.microsoft.com/office/drawing/2014/main" id="{7CAAADC5-8B9B-4372-B65B-F23F0496E1BF}"/>
              </a:ext>
            </a:extLst>
          </p:cNvPr>
          <p:cNvGrpSpPr/>
          <p:nvPr/>
        </p:nvGrpSpPr>
        <p:grpSpPr>
          <a:xfrm>
            <a:off x="8636279" y="2633390"/>
            <a:ext cx="3091266" cy="1434061"/>
            <a:chOff x="8605237" y="3419014"/>
            <a:chExt cx="3091266" cy="1434061"/>
          </a:xfrm>
        </p:grpSpPr>
        <p:sp>
          <p:nvSpPr>
            <p:cNvPr id="179" name="Rectangle 13">
              <a:extLst>
                <a:ext uri="{FF2B5EF4-FFF2-40B4-BE49-F238E27FC236}">
                  <a16:creationId xmlns:a16="http://schemas.microsoft.com/office/drawing/2014/main" id="{C3D59AC9-CC16-48FB-8403-28F1B8FE18A2}"/>
                </a:ext>
              </a:extLst>
            </p:cNvPr>
            <p:cNvSpPr>
              <a:spLocks noChangeArrowheads="1"/>
            </p:cNvSpPr>
            <p:nvPr/>
          </p:nvSpPr>
          <p:spPr bwMode="auto">
            <a:xfrm>
              <a:off x="8712987" y="3419014"/>
              <a:ext cx="165454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B0F0"/>
                  </a:solidFill>
                  <a:effectLst/>
                  <a:uLnTx/>
                  <a:uFillTx/>
                  <a:latin typeface="Opensans"/>
                  <a:ea typeface="+mn-ea"/>
                  <a:cs typeface="Poppins" panose="00000500000000000000" pitchFamily="2" charset="0"/>
                </a:rPr>
                <a:t>Adaptive Security</a:t>
              </a:r>
              <a:endParaRPr kumimoji="0" lang="ru-UA" altLang="ru-UA" sz="1400" b="1" i="0" u="none" strike="noStrike" kern="1200" cap="none" spc="0" normalizeH="0" baseline="0" noProof="0">
                <a:ln>
                  <a:noFill/>
                </a:ln>
                <a:solidFill>
                  <a:srgbClr val="00B0F0"/>
                </a:solidFill>
                <a:effectLst/>
                <a:uLnTx/>
                <a:uFillTx/>
                <a:latin typeface="Opensans"/>
                <a:ea typeface="+mn-ea"/>
              </a:endParaRPr>
            </a:p>
          </p:txBody>
        </p:sp>
        <p:sp>
          <p:nvSpPr>
            <p:cNvPr id="182" name="TextBox 181">
              <a:extLst>
                <a:ext uri="{FF2B5EF4-FFF2-40B4-BE49-F238E27FC236}">
                  <a16:creationId xmlns:a16="http://schemas.microsoft.com/office/drawing/2014/main" id="{860AE2E0-C298-4187-92C4-7A55D80BD6AD}"/>
                </a:ext>
              </a:extLst>
            </p:cNvPr>
            <p:cNvSpPr txBox="1"/>
            <p:nvPr/>
          </p:nvSpPr>
          <p:spPr>
            <a:xfrm>
              <a:off x="8605237" y="3683524"/>
              <a:ext cx="3091266"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Q-Sleeve Technology Stack is scalable across all IT infrastructure scenarios, including enterprise, server, network, cloud, web, IoT security, and secure transactions.</a:t>
              </a:r>
              <a:endParaRPr kumimoji="0" lang="ru-RU"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183" name="TextBox 182">
            <a:extLst>
              <a:ext uri="{FF2B5EF4-FFF2-40B4-BE49-F238E27FC236}">
                <a16:creationId xmlns:a16="http://schemas.microsoft.com/office/drawing/2014/main" id="{49132829-89FA-4B7E-A8C1-E02B58C04088}"/>
              </a:ext>
            </a:extLst>
          </p:cNvPr>
          <p:cNvSpPr txBox="1"/>
          <p:nvPr/>
        </p:nvSpPr>
        <p:spPr>
          <a:xfrm>
            <a:off x="8064695" y="4843667"/>
            <a:ext cx="233387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B0F0"/>
                </a:solidFill>
                <a:effectLst/>
                <a:uLnTx/>
                <a:uFillTx/>
                <a:latin typeface="Open Sans" panose="020B0606030504020204" pitchFamily="34" charset="0"/>
                <a:ea typeface="Open Sans" panose="020B0606030504020204" pitchFamily="34" charset="0"/>
                <a:cs typeface="Open Sans" panose="020B0606030504020204" pitchFamily="34" charset="0"/>
              </a:rPr>
              <a:t>Powered by QRNG</a:t>
            </a:r>
          </a:p>
        </p:txBody>
      </p:sp>
      <p:grpSp>
        <p:nvGrpSpPr>
          <p:cNvPr id="2" name="Group 1">
            <a:extLst>
              <a:ext uri="{FF2B5EF4-FFF2-40B4-BE49-F238E27FC236}">
                <a16:creationId xmlns:a16="http://schemas.microsoft.com/office/drawing/2014/main" id="{9F92B375-A819-B762-E59A-877B2441550F}"/>
              </a:ext>
            </a:extLst>
          </p:cNvPr>
          <p:cNvGrpSpPr/>
          <p:nvPr/>
        </p:nvGrpSpPr>
        <p:grpSpPr>
          <a:xfrm>
            <a:off x="8711137" y="1166526"/>
            <a:ext cx="2638728" cy="1216242"/>
            <a:chOff x="1086366" y="2950253"/>
            <a:chExt cx="2638728" cy="1216242"/>
          </a:xfrm>
        </p:grpSpPr>
        <p:sp>
          <p:nvSpPr>
            <p:cNvPr id="5" name="Rectangle 13">
              <a:extLst>
                <a:ext uri="{FF2B5EF4-FFF2-40B4-BE49-F238E27FC236}">
                  <a16:creationId xmlns:a16="http://schemas.microsoft.com/office/drawing/2014/main" id="{A08E6E6F-92BC-5730-16D1-5ABE6EDCFFBD}"/>
                </a:ext>
              </a:extLst>
            </p:cNvPr>
            <p:cNvSpPr>
              <a:spLocks noChangeArrowheads="1"/>
            </p:cNvSpPr>
            <p:nvPr/>
          </p:nvSpPr>
          <p:spPr bwMode="auto">
            <a:xfrm>
              <a:off x="1171581" y="2950253"/>
              <a:ext cx="178286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B0F0"/>
                  </a:solidFill>
                  <a:effectLst/>
                  <a:uLnTx/>
                  <a:uFillTx/>
                  <a:latin typeface="Opensans"/>
                  <a:ea typeface="+mn-ea"/>
                  <a:cs typeface="Poppins" panose="00000500000000000000" pitchFamily="2" charset="0"/>
                </a:rPr>
                <a:t>NIST Compliant</a:t>
              </a:r>
              <a:endParaRPr kumimoji="0" lang="ru-UA" altLang="ru-UA" sz="1400" b="1" i="0" u="none" strike="noStrike" kern="1200" cap="none" spc="0" normalizeH="0" baseline="0" noProof="0">
                <a:ln>
                  <a:noFill/>
                </a:ln>
                <a:solidFill>
                  <a:srgbClr val="00B0F0"/>
                </a:solidFill>
                <a:effectLst/>
                <a:uLnTx/>
                <a:uFillTx/>
                <a:latin typeface="Opensans"/>
                <a:ea typeface="+mn-ea"/>
              </a:endParaRPr>
            </a:p>
          </p:txBody>
        </p:sp>
        <p:sp>
          <p:nvSpPr>
            <p:cNvPr id="6" name="TextBox 5">
              <a:extLst>
                <a:ext uri="{FF2B5EF4-FFF2-40B4-BE49-F238E27FC236}">
                  <a16:creationId xmlns:a16="http://schemas.microsoft.com/office/drawing/2014/main" id="{984E4310-5C72-4FDC-160D-F82BD32CA924}"/>
                </a:ext>
              </a:extLst>
            </p:cNvPr>
            <p:cNvSpPr txBox="1"/>
            <p:nvPr/>
          </p:nvSpPr>
          <p:spPr>
            <a:xfrm>
              <a:off x="1086366" y="3212388"/>
              <a:ext cx="2638728"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Q-Sleeve supports the most recent NIST-standardized post-quantum cryptography (PQC) algorithms.</a:t>
              </a:r>
              <a:endParaRPr kumimoji="0" lang="ru-RU"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Tree>
    <p:extLst>
      <p:ext uri="{BB962C8B-B14F-4D97-AF65-F5344CB8AC3E}">
        <p14:creationId xmlns:p14="http://schemas.microsoft.com/office/powerpoint/2010/main" val="2168175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2BBF556-DEE3-93EA-3B46-73E62740F581}"/>
              </a:ext>
            </a:extLst>
          </p:cNvPr>
          <p:cNvGrpSpPr/>
          <p:nvPr/>
        </p:nvGrpSpPr>
        <p:grpSpPr>
          <a:xfrm>
            <a:off x="2847657" y="471065"/>
            <a:ext cx="6496687" cy="610651"/>
            <a:chOff x="3125021" y="520821"/>
            <a:chExt cx="6496687" cy="610651"/>
          </a:xfrm>
        </p:grpSpPr>
        <p:grpSp>
          <p:nvGrpSpPr>
            <p:cNvPr id="5" name="Google Shape;1759;p24">
              <a:extLst>
                <a:ext uri="{FF2B5EF4-FFF2-40B4-BE49-F238E27FC236}">
                  <a16:creationId xmlns:a16="http://schemas.microsoft.com/office/drawing/2014/main" id="{A93C52FB-2618-0703-6AA7-C48FA1804103}"/>
                </a:ext>
              </a:extLst>
            </p:cNvPr>
            <p:cNvGrpSpPr/>
            <p:nvPr/>
          </p:nvGrpSpPr>
          <p:grpSpPr>
            <a:xfrm>
              <a:off x="3125021" y="520821"/>
              <a:ext cx="6483831" cy="610651"/>
              <a:chOff x="5573642" y="2488315"/>
              <a:chExt cx="2748650" cy="2748282"/>
            </a:xfrm>
          </p:grpSpPr>
          <p:sp>
            <p:nvSpPr>
              <p:cNvPr id="7" name="Google Shape;1760;p24">
                <a:extLst>
                  <a:ext uri="{FF2B5EF4-FFF2-40B4-BE49-F238E27FC236}">
                    <a16:creationId xmlns:a16="http://schemas.microsoft.com/office/drawing/2014/main" id="{D4A25286-A3F8-04A2-7BD9-6E60CF41CE1C}"/>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rgbClr val="FFFFFF">
                    <a:alpha val="55686"/>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sp>
            <p:nvSpPr>
              <p:cNvPr id="8" name="Google Shape;1761;p24">
                <a:extLst>
                  <a:ext uri="{FF2B5EF4-FFF2-40B4-BE49-F238E27FC236}">
                    <a16:creationId xmlns:a16="http://schemas.microsoft.com/office/drawing/2014/main" id="{7153A235-4C9D-01A7-86DB-63686507E2BB}"/>
                  </a:ext>
                </a:extLst>
              </p:cNvPr>
              <p:cNvSpPr/>
              <p:nvPr/>
            </p:nvSpPr>
            <p:spPr>
              <a:xfrm>
                <a:off x="5573642" y="2488315"/>
                <a:ext cx="2743198" cy="2743201"/>
              </a:xfrm>
              <a:prstGeom prst="roundRect">
                <a:avLst>
                  <a:gd name="adj" fmla="val 16667"/>
                </a:avLst>
              </a:prstGeom>
              <a:solidFill>
                <a:srgbClr val="EBECF0"/>
              </a:solidFill>
              <a:ln>
                <a:noFill/>
              </a:ln>
              <a:effectLst>
                <a:outerShdw blurRad="177800" dist="114300" dir="2700000" algn="ctr" rotWithShape="0">
                  <a:srgbClr val="ACB0C0">
                    <a:alpha val="41960"/>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grpSp>
        <p:sp>
          <p:nvSpPr>
            <p:cNvPr id="6" name="Google Shape;1299;p19">
              <a:extLst>
                <a:ext uri="{FF2B5EF4-FFF2-40B4-BE49-F238E27FC236}">
                  <a16:creationId xmlns:a16="http://schemas.microsoft.com/office/drawing/2014/main" id="{D5988729-E000-1EA8-7C80-3066960CDBC0}"/>
                </a:ext>
              </a:extLst>
            </p:cNvPr>
            <p:cNvSpPr/>
            <p:nvPr/>
          </p:nvSpPr>
          <p:spPr>
            <a:xfrm>
              <a:off x="3262097" y="611761"/>
              <a:ext cx="6359611" cy="276999"/>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b="1" kern="100">
                  <a:solidFill>
                    <a:srgbClr val="0070C0"/>
                  </a:solidFill>
                  <a:latin typeface="Open Sans" panose="020B0606030504020204" pitchFamily="34" charset="0"/>
                  <a:ea typeface="Open Sans" panose="020B0606030504020204" pitchFamily="34" charset="0"/>
                  <a:cs typeface="Open Sans" panose="020B0606030504020204" pitchFamily="34" charset="0"/>
                </a:rPr>
                <a:t>Intellectual Property and R&amp;D Commitment</a:t>
              </a:r>
              <a:endParaRPr lang="en-IN" kern="1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10" name="TextBox 9">
            <a:extLst>
              <a:ext uri="{FF2B5EF4-FFF2-40B4-BE49-F238E27FC236}">
                <a16:creationId xmlns:a16="http://schemas.microsoft.com/office/drawing/2014/main" id="{ECE075B5-B1F0-C6ED-9075-61EA24D08070}"/>
              </a:ext>
            </a:extLst>
          </p:cNvPr>
          <p:cNvSpPr txBox="1"/>
          <p:nvPr/>
        </p:nvSpPr>
        <p:spPr>
          <a:xfrm>
            <a:off x="471714" y="1343092"/>
            <a:ext cx="6266956" cy="1600438"/>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chemeClr val="accent5"/>
                </a:solidFill>
                <a:effectLst/>
                <a:uLnTx/>
                <a:uFillTx/>
                <a:latin typeface="Open Sans" panose="020B0606030504020204" pitchFamily="34" charset="0"/>
                <a:ea typeface="Open Sans" panose="020B0606030504020204" pitchFamily="34" charset="0"/>
                <a:cs typeface="Open Sans" panose="020B0606030504020204" pitchFamily="34" charset="0"/>
              </a:rPr>
              <a:t>IP and Research Powering Q-Forte’s Tech Stack</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285750" marR="0" lvl="0" indent="-285750"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Quantum-Resistant Cryptographic System </a:t>
            </a:r>
            <a:r>
              <a:rPr kumimoji="0" lang="en-GB" sz="1400" b="0" i="0" u="none" strike="noStrike" kern="1200" cap="none" spc="0" normalizeH="0" baseline="0" noProof="0" err="1">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fo</a:t>
            </a:r>
            <a:r>
              <a:rPr lang="en-GB" sz="1400">
                <a:solidFill>
                  <a:srgbClr val="EBECF0">
                    <a:lumMod val="25000"/>
                  </a:srgbClr>
                </a:solidFill>
                <a:latin typeface="Open Sans" panose="020B0606030504020204" pitchFamily="34" charset="0"/>
                <a:ea typeface="Open Sans" panose="020B0606030504020204" pitchFamily="34" charset="0"/>
                <a:cs typeface="Open Sans" panose="020B0606030504020204" pitchFamily="34" charset="0"/>
              </a:rPr>
              <a:t>r Secure Communication </a:t>
            </a:r>
            <a:r>
              <a:rPr lang="en-GB" sz="1400">
                <a:solidFill>
                  <a:srgbClr val="00B0F0"/>
                </a:solidFill>
                <a:latin typeface="Open Sans" panose="020B0606030504020204" pitchFamily="34" charset="0"/>
                <a:ea typeface="Open Sans" panose="020B0606030504020204" pitchFamily="34" charset="0"/>
                <a:cs typeface="Open Sans" panose="020B0606030504020204" pitchFamily="34" charset="0"/>
              </a:rPr>
              <a:t>(Patent Granted)</a:t>
            </a:r>
          </a:p>
          <a:p>
            <a:pPr marR="0" lvl="0" defTabSz="914400" rtl="0" eaLnBrk="1" fontAlgn="auto" latinLnBrk="0" hangingPunct="1">
              <a:lnSpc>
                <a:spcPct val="100000"/>
              </a:lnSpc>
              <a:spcBef>
                <a:spcPts val="0"/>
              </a:spcBef>
              <a:spcAft>
                <a:spcPts val="0"/>
              </a:spcAft>
              <a:buClrTx/>
              <a:buSzTx/>
              <a:tabLst/>
              <a:defRPr/>
            </a:pPr>
            <a:r>
              <a:rPr lang="en-GB" sz="1400">
                <a:solidFill>
                  <a:srgbClr val="00B0F0"/>
                </a:solidFill>
                <a:latin typeface="Open Sans" panose="020B0606030504020204" pitchFamily="34" charset="0"/>
                <a:ea typeface="Open Sans" panose="020B0606030504020204" pitchFamily="34" charset="0"/>
                <a:cs typeface="Open Sans" panose="020B0606030504020204" pitchFamily="34" charset="0"/>
              </a:rPr>
              <a:t>	</a:t>
            </a:r>
          </a:p>
          <a:p>
            <a:pPr marL="285750" marR="0" lvl="0" indent="-285750"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400">
                <a:solidFill>
                  <a:srgbClr val="EBECF0">
                    <a:lumMod val="25000"/>
                  </a:srgbClr>
                </a:solidFill>
                <a:latin typeface="Open Sans" panose="020B0606030504020204" pitchFamily="34" charset="0"/>
                <a:ea typeface="Open Sans" panose="020B0606030504020204" pitchFamily="34" charset="0"/>
                <a:cs typeface="Open Sans" panose="020B0606030504020204" pitchFamily="34" charset="0"/>
              </a:rPr>
              <a:t>Quantum Random Number Generation QRNG with Digital Quantum Simulation </a:t>
            </a:r>
            <a:r>
              <a:rPr lang="en-GB" sz="1400">
                <a:solidFill>
                  <a:srgbClr val="00B0F0"/>
                </a:solidFill>
                <a:latin typeface="Open Sans" panose="020B0606030504020204" pitchFamily="34" charset="0"/>
                <a:ea typeface="Open Sans" panose="020B0606030504020204" pitchFamily="34" charset="0"/>
                <a:cs typeface="Open Sans" panose="020B0606030504020204" pitchFamily="34" charset="0"/>
              </a:rPr>
              <a:t>(Filed)</a:t>
            </a:r>
            <a:endParaRPr kumimoji="0" lang="en-GB" sz="1400" b="0" i="0" u="none" strike="noStrike" kern="1200" cap="none" spc="0" normalizeH="0" baseline="0" noProof="0">
              <a:ln>
                <a:noFill/>
              </a:ln>
              <a:solidFill>
                <a:srgbClr val="00B0F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12" name="Picture 11" descr="A certificate with a red ribbon&#10;&#10;AI-generated content may be incorrect.">
            <a:extLst>
              <a:ext uri="{FF2B5EF4-FFF2-40B4-BE49-F238E27FC236}">
                <a16:creationId xmlns:a16="http://schemas.microsoft.com/office/drawing/2014/main" id="{4F6F62CD-99C5-BF9D-1234-BD9889D65EA2}"/>
              </a:ext>
            </a:extLst>
          </p:cNvPr>
          <p:cNvPicPr>
            <a:picLocks noChangeAspect="1"/>
          </p:cNvPicPr>
          <p:nvPr/>
        </p:nvPicPr>
        <p:blipFill>
          <a:blip r:embed="rId2"/>
          <a:stretch>
            <a:fillRect/>
          </a:stretch>
        </p:blipFill>
        <p:spPr>
          <a:xfrm>
            <a:off x="7687343" y="1301716"/>
            <a:ext cx="3553622" cy="4994279"/>
          </a:xfrm>
          <a:prstGeom prst="rect">
            <a:avLst/>
          </a:prstGeom>
        </p:spPr>
      </p:pic>
      <p:grpSp>
        <p:nvGrpSpPr>
          <p:cNvPr id="2" name="Group 1">
            <a:extLst>
              <a:ext uri="{FF2B5EF4-FFF2-40B4-BE49-F238E27FC236}">
                <a16:creationId xmlns:a16="http://schemas.microsoft.com/office/drawing/2014/main" id="{AAA3431E-4470-DCEE-F19C-4F54E30B792A}"/>
              </a:ext>
            </a:extLst>
          </p:cNvPr>
          <p:cNvGrpSpPr/>
          <p:nvPr/>
        </p:nvGrpSpPr>
        <p:grpSpPr>
          <a:xfrm>
            <a:off x="1691747" y="3355715"/>
            <a:ext cx="5046923" cy="3441070"/>
            <a:chOff x="4528010" y="688590"/>
            <a:chExt cx="6708289" cy="5022487"/>
          </a:xfrm>
        </p:grpSpPr>
        <p:sp>
          <p:nvSpPr>
            <p:cNvPr id="3" name="Rectangle 2">
              <a:extLst>
                <a:ext uri="{FF2B5EF4-FFF2-40B4-BE49-F238E27FC236}">
                  <a16:creationId xmlns:a16="http://schemas.microsoft.com/office/drawing/2014/main" id="{88EB722A-EDA2-5611-BE3F-4F25AEBECB27}"/>
                </a:ext>
              </a:extLst>
            </p:cNvPr>
            <p:cNvSpPr/>
            <p:nvPr/>
          </p:nvSpPr>
          <p:spPr>
            <a:xfrm>
              <a:off x="4528010" y="3601263"/>
              <a:ext cx="2291620" cy="2109814"/>
            </a:xfrm>
            <a:prstGeom prst="rect">
              <a:avLst/>
            </a:prstGeom>
            <a:solidFill>
              <a:schemeClr val="bg2">
                <a:lumMod val="50000"/>
                <a:alpha val="91765"/>
              </a:schemeClr>
            </a:solidFill>
            <a:ln>
              <a:noFill/>
            </a:ln>
            <a:effectLst>
              <a:softEdge rad="38100"/>
            </a:effectLst>
            <a:scene3d>
              <a:camera prst="isometricTopUp"/>
              <a:lightRig rig="threePt" dir="t"/>
            </a:scene3d>
            <a:sp3d extrusionH="1270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p>
          </p:txBody>
        </p:sp>
        <p:sp>
          <p:nvSpPr>
            <p:cNvPr id="9" name="Rectangle 8">
              <a:extLst>
                <a:ext uri="{FF2B5EF4-FFF2-40B4-BE49-F238E27FC236}">
                  <a16:creationId xmlns:a16="http://schemas.microsoft.com/office/drawing/2014/main" id="{E3068DB3-AAE4-160C-ABE6-DF8BF5CF19C3}"/>
                </a:ext>
              </a:extLst>
            </p:cNvPr>
            <p:cNvSpPr/>
            <p:nvPr/>
          </p:nvSpPr>
          <p:spPr>
            <a:xfrm>
              <a:off x="4528010" y="3111908"/>
              <a:ext cx="2291620" cy="2109814"/>
            </a:xfrm>
            <a:prstGeom prst="rect">
              <a:avLst/>
            </a:prstGeom>
            <a:solidFill>
              <a:srgbClr val="0078A2">
                <a:alpha val="91765"/>
              </a:srgbClr>
            </a:solidFill>
            <a:ln>
              <a:noFill/>
            </a:ln>
            <a:effectLst>
              <a:softEdge rad="38100"/>
            </a:effectLst>
            <a:scene3d>
              <a:camera prst="isometricTopUp"/>
              <a:lightRig rig="threePt" dir="t"/>
            </a:scene3d>
            <a:sp3d extrusionH="1270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p>
          </p:txBody>
        </p:sp>
        <p:sp>
          <p:nvSpPr>
            <p:cNvPr id="11" name="Rectangle 10">
              <a:extLst>
                <a:ext uri="{FF2B5EF4-FFF2-40B4-BE49-F238E27FC236}">
                  <a16:creationId xmlns:a16="http://schemas.microsoft.com/office/drawing/2014/main" id="{4415D8F8-68F9-33EA-450C-348004A6331A}"/>
                </a:ext>
              </a:extLst>
            </p:cNvPr>
            <p:cNvSpPr/>
            <p:nvPr/>
          </p:nvSpPr>
          <p:spPr>
            <a:xfrm>
              <a:off x="4528010" y="2513138"/>
              <a:ext cx="2291620" cy="2109814"/>
            </a:xfrm>
            <a:prstGeom prst="rect">
              <a:avLst/>
            </a:prstGeom>
            <a:solidFill>
              <a:srgbClr val="09BFFF">
                <a:alpha val="91765"/>
              </a:srgbClr>
            </a:solidFill>
            <a:ln>
              <a:noFill/>
            </a:ln>
            <a:effectLst>
              <a:softEdge rad="38100"/>
            </a:effectLst>
            <a:scene3d>
              <a:camera prst="isometricTopUp"/>
              <a:lightRig rig="threePt" dir="t"/>
            </a:scene3d>
            <a:sp3d extrusionH="1270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p>
          </p:txBody>
        </p:sp>
        <p:sp>
          <p:nvSpPr>
            <p:cNvPr id="13" name="Rectangle 12">
              <a:extLst>
                <a:ext uri="{FF2B5EF4-FFF2-40B4-BE49-F238E27FC236}">
                  <a16:creationId xmlns:a16="http://schemas.microsoft.com/office/drawing/2014/main" id="{CA822216-416A-0D3E-1ABC-6758A3BC70A8}"/>
                </a:ext>
              </a:extLst>
            </p:cNvPr>
            <p:cNvSpPr/>
            <p:nvPr/>
          </p:nvSpPr>
          <p:spPr>
            <a:xfrm>
              <a:off x="4528010" y="1914368"/>
              <a:ext cx="2291620" cy="2109814"/>
            </a:xfrm>
            <a:prstGeom prst="rect">
              <a:avLst/>
            </a:prstGeom>
            <a:solidFill>
              <a:srgbClr val="65D7FF">
                <a:alpha val="91765"/>
              </a:srgbClr>
            </a:solidFill>
            <a:ln>
              <a:noFill/>
            </a:ln>
            <a:effectLst>
              <a:softEdge rad="38100"/>
            </a:effectLst>
            <a:scene3d>
              <a:camera prst="isometricTopUp"/>
              <a:lightRig rig="threePt" dir="t"/>
            </a:scene3d>
            <a:sp3d extrusionH="1270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p>
          </p:txBody>
        </p:sp>
        <p:sp>
          <p:nvSpPr>
            <p:cNvPr id="14" name="Rectangle 13">
              <a:extLst>
                <a:ext uri="{FF2B5EF4-FFF2-40B4-BE49-F238E27FC236}">
                  <a16:creationId xmlns:a16="http://schemas.microsoft.com/office/drawing/2014/main" id="{6CE226E0-50AC-28D0-3931-5C88EF3F9C09}"/>
                </a:ext>
              </a:extLst>
            </p:cNvPr>
            <p:cNvSpPr/>
            <p:nvPr/>
          </p:nvSpPr>
          <p:spPr>
            <a:xfrm>
              <a:off x="4528010" y="1287360"/>
              <a:ext cx="2291620" cy="2109814"/>
            </a:xfrm>
            <a:prstGeom prst="rect">
              <a:avLst/>
            </a:prstGeom>
            <a:solidFill>
              <a:srgbClr val="8BE1FF">
                <a:alpha val="91765"/>
              </a:srgbClr>
            </a:solidFill>
            <a:ln>
              <a:noFill/>
            </a:ln>
            <a:effectLst>
              <a:softEdge rad="38100"/>
            </a:effectLst>
            <a:scene3d>
              <a:camera prst="isometricTopUp"/>
              <a:lightRig rig="threePt" dir="t"/>
            </a:scene3d>
            <a:sp3d extrusionH="1270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a:latin typeface="Century Gothic" panose="020B0502020202020204" pitchFamily="34" charset="0"/>
              </a:endParaRPr>
            </a:p>
          </p:txBody>
        </p:sp>
        <p:sp>
          <p:nvSpPr>
            <p:cNvPr id="15" name="Rectangle 14">
              <a:extLst>
                <a:ext uri="{FF2B5EF4-FFF2-40B4-BE49-F238E27FC236}">
                  <a16:creationId xmlns:a16="http://schemas.microsoft.com/office/drawing/2014/main" id="{057889BA-7A2F-2C87-FECF-67848F536DBF}"/>
                </a:ext>
              </a:extLst>
            </p:cNvPr>
            <p:cNvSpPr/>
            <p:nvPr/>
          </p:nvSpPr>
          <p:spPr>
            <a:xfrm>
              <a:off x="4528010" y="688590"/>
              <a:ext cx="2291620" cy="2109814"/>
            </a:xfrm>
            <a:prstGeom prst="rect">
              <a:avLst/>
            </a:prstGeom>
            <a:solidFill>
              <a:srgbClr val="B9EDFF">
                <a:alpha val="91765"/>
              </a:srgbClr>
            </a:solidFill>
            <a:ln>
              <a:noFill/>
            </a:ln>
            <a:effectLst>
              <a:softEdge rad="38100"/>
            </a:effectLst>
            <a:scene3d>
              <a:camera prst="isometricTopUp"/>
              <a:lightRig rig="threePt" dir="t"/>
            </a:scene3d>
            <a:sp3d extrusionH="1270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a:latin typeface="Century Gothic" panose="020B0502020202020204" pitchFamily="34" charset="0"/>
              </a:endParaRPr>
            </a:p>
          </p:txBody>
        </p:sp>
        <p:cxnSp>
          <p:nvCxnSpPr>
            <p:cNvPr id="16" name="Straight Connector 15">
              <a:extLst>
                <a:ext uri="{FF2B5EF4-FFF2-40B4-BE49-F238E27FC236}">
                  <a16:creationId xmlns:a16="http://schemas.microsoft.com/office/drawing/2014/main" id="{2B1BABAF-35B6-0AAE-D944-A5F86711C18D}"/>
                </a:ext>
              </a:extLst>
            </p:cNvPr>
            <p:cNvCxnSpPr/>
            <p:nvPr/>
          </p:nvCxnSpPr>
          <p:spPr>
            <a:xfrm>
              <a:off x="7142381" y="2286743"/>
              <a:ext cx="1483360" cy="0"/>
            </a:xfrm>
            <a:prstGeom prst="line">
              <a:avLst/>
            </a:prstGeom>
            <a:ln w="190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5CA8CA3D-44B4-4E6A-E2DC-2CE71D3854E2}"/>
                </a:ext>
              </a:extLst>
            </p:cNvPr>
            <p:cNvSpPr/>
            <p:nvPr/>
          </p:nvSpPr>
          <p:spPr>
            <a:xfrm>
              <a:off x="8544461" y="2205464"/>
              <a:ext cx="132283" cy="132282"/>
            </a:xfrm>
            <a:prstGeom prst="ellipse">
              <a:avLst/>
            </a:prstGeom>
            <a:solidFill>
              <a:srgbClr val="0078A2"/>
            </a:solidFill>
            <a:ln>
              <a:solidFill>
                <a:srgbClr val="007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p>
          </p:txBody>
        </p:sp>
        <p:cxnSp>
          <p:nvCxnSpPr>
            <p:cNvPr id="18" name="Straight Connector 17">
              <a:extLst>
                <a:ext uri="{FF2B5EF4-FFF2-40B4-BE49-F238E27FC236}">
                  <a16:creationId xmlns:a16="http://schemas.microsoft.com/office/drawing/2014/main" id="{D8F99B0F-2458-824B-7003-EC39FCB8AB65}"/>
                </a:ext>
              </a:extLst>
            </p:cNvPr>
            <p:cNvCxnSpPr/>
            <p:nvPr/>
          </p:nvCxnSpPr>
          <p:spPr>
            <a:xfrm>
              <a:off x="7151892" y="1682418"/>
              <a:ext cx="1483360" cy="0"/>
            </a:xfrm>
            <a:prstGeom prst="line">
              <a:avLst/>
            </a:prstGeom>
            <a:ln w="190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10C34251-65D8-4CF9-EC3D-8570EFD78EE9}"/>
                </a:ext>
              </a:extLst>
            </p:cNvPr>
            <p:cNvSpPr/>
            <p:nvPr/>
          </p:nvSpPr>
          <p:spPr>
            <a:xfrm>
              <a:off x="8553973" y="1611300"/>
              <a:ext cx="132283" cy="132282"/>
            </a:xfrm>
            <a:prstGeom prst="ellipse">
              <a:avLst/>
            </a:prstGeom>
            <a:solidFill>
              <a:srgbClr val="0078A2"/>
            </a:solidFill>
            <a:ln>
              <a:solidFill>
                <a:srgbClr val="007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p>
          </p:txBody>
        </p:sp>
        <p:cxnSp>
          <p:nvCxnSpPr>
            <p:cNvPr id="20" name="Straight Connector 19">
              <a:extLst>
                <a:ext uri="{FF2B5EF4-FFF2-40B4-BE49-F238E27FC236}">
                  <a16:creationId xmlns:a16="http://schemas.microsoft.com/office/drawing/2014/main" id="{0322AD72-8CB1-5725-0657-223E3A3B15AB}"/>
                </a:ext>
              </a:extLst>
            </p:cNvPr>
            <p:cNvCxnSpPr/>
            <p:nvPr/>
          </p:nvCxnSpPr>
          <p:spPr>
            <a:xfrm>
              <a:off x="7151892" y="3477670"/>
              <a:ext cx="1483360" cy="0"/>
            </a:xfrm>
            <a:prstGeom prst="line">
              <a:avLst/>
            </a:prstGeom>
            <a:ln w="190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3DBB78FE-FBFD-FC5E-0053-A0328CB43836}"/>
                </a:ext>
              </a:extLst>
            </p:cNvPr>
            <p:cNvSpPr/>
            <p:nvPr/>
          </p:nvSpPr>
          <p:spPr>
            <a:xfrm>
              <a:off x="8553973" y="3396391"/>
              <a:ext cx="132283" cy="132282"/>
            </a:xfrm>
            <a:prstGeom prst="ellipse">
              <a:avLst/>
            </a:prstGeom>
            <a:solidFill>
              <a:srgbClr val="0078A2"/>
            </a:solidFill>
            <a:ln>
              <a:solidFill>
                <a:srgbClr val="007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p>
          </p:txBody>
        </p:sp>
        <p:cxnSp>
          <p:nvCxnSpPr>
            <p:cNvPr id="22" name="Straight Connector 21">
              <a:extLst>
                <a:ext uri="{FF2B5EF4-FFF2-40B4-BE49-F238E27FC236}">
                  <a16:creationId xmlns:a16="http://schemas.microsoft.com/office/drawing/2014/main" id="{0F5CA68D-3C66-A710-A3E0-56BBFA506921}"/>
                </a:ext>
              </a:extLst>
            </p:cNvPr>
            <p:cNvCxnSpPr/>
            <p:nvPr/>
          </p:nvCxnSpPr>
          <p:spPr>
            <a:xfrm>
              <a:off x="7123618" y="4092277"/>
              <a:ext cx="1483360" cy="0"/>
            </a:xfrm>
            <a:prstGeom prst="line">
              <a:avLst/>
            </a:prstGeom>
            <a:ln w="190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EEA062FB-8E7C-7A2A-F6DC-14E5909D5D0B}"/>
                </a:ext>
              </a:extLst>
            </p:cNvPr>
            <p:cNvSpPr/>
            <p:nvPr/>
          </p:nvSpPr>
          <p:spPr>
            <a:xfrm>
              <a:off x="8525698" y="4010999"/>
              <a:ext cx="132283" cy="132282"/>
            </a:xfrm>
            <a:prstGeom prst="ellipse">
              <a:avLst/>
            </a:prstGeom>
            <a:solidFill>
              <a:srgbClr val="0078A2"/>
            </a:solidFill>
            <a:ln>
              <a:solidFill>
                <a:srgbClr val="007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p>
          </p:txBody>
        </p:sp>
        <p:cxnSp>
          <p:nvCxnSpPr>
            <p:cNvPr id="24" name="Straight Connector 23">
              <a:extLst>
                <a:ext uri="{FF2B5EF4-FFF2-40B4-BE49-F238E27FC236}">
                  <a16:creationId xmlns:a16="http://schemas.microsoft.com/office/drawing/2014/main" id="{7CCBAF64-8815-7D9E-612A-28D216519E89}"/>
                </a:ext>
              </a:extLst>
            </p:cNvPr>
            <p:cNvCxnSpPr/>
            <p:nvPr/>
          </p:nvCxnSpPr>
          <p:spPr>
            <a:xfrm>
              <a:off x="7151892" y="2874784"/>
              <a:ext cx="1483360" cy="0"/>
            </a:xfrm>
            <a:prstGeom prst="line">
              <a:avLst/>
            </a:prstGeom>
            <a:ln w="190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7FEFC0ED-E3B7-F0A7-5030-8334E48B69E3}"/>
                </a:ext>
              </a:extLst>
            </p:cNvPr>
            <p:cNvSpPr/>
            <p:nvPr/>
          </p:nvSpPr>
          <p:spPr>
            <a:xfrm>
              <a:off x="8553973" y="2793505"/>
              <a:ext cx="132283" cy="132282"/>
            </a:xfrm>
            <a:prstGeom prst="ellipse">
              <a:avLst/>
            </a:prstGeom>
            <a:solidFill>
              <a:srgbClr val="0078A2"/>
            </a:solidFill>
            <a:ln>
              <a:solidFill>
                <a:srgbClr val="007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p>
          </p:txBody>
        </p:sp>
        <p:sp>
          <p:nvSpPr>
            <p:cNvPr id="26" name="TextBox 25">
              <a:extLst>
                <a:ext uri="{FF2B5EF4-FFF2-40B4-BE49-F238E27FC236}">
                  <a16:creationId xmlns:a16="http://schemas.microsoft.com/office/drawing/2014/main" id="{ACC5D577-983A-5917-9864-F88E16D961BA}"/>
                </a:ext>
              </a:extLst>
            </p:cNvPr>
            <p:cNvSpPr txBox="1"/>
            <p:nvPr/>
          </p:nvSpPr>
          <p:spPr>
            <a:xfrm>
              <a:off x="5403315" y="3020300"/>
              <a:ext cx="1739066" cy="404300"/>
            </a:xfrm>
            <a:prstGeom prst="rect">
              <a:avLst/>
            </a:prstGeom>
            <a:noFill/>
            <a:scene3d>
              <a:camera prst="isometricTopUp"/>
              <a:lightRig rig="threePt" dir="t"/>
            </a:scene3d>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200">
                  <a:solidFill>
                    <a:schemeClr val="bg2">
                      <a:lumMod val="10000"/>
                    </a:schemeClr>
                  </a:solidFill>
                  <a:latin typeface="Century Gothic" panose="020B0502020202020204" pitchFamily="34" charset="0"/>
                </a:rPr>
                <a:t>Transport Layer</a:t>
              </a:r>
            </a:p>
          </p:txBody>
        </p:sp>
        <p:sp>
          <p:nvSpPr>
            <p:cNvPr id="27" name="TextBox 28">
              <a:extLst>
                <a:ext uri="{FF2B5EF4-FFF2-40B4-BE49-F238E27FC236}">
                  <a16:creationId xmlns:a16="http://schemas.microsoft.com/office/drawing/2014/main" id="{498F51A5-03A8-DD68-6800-27281EA6B8BD}"/>
                </a:ext>
              </a:extLst>
            </p:cNvPr>
            <p:cNvSpPr txBox="1"/>
            <p:nvPr/>
          </p:nvSpPr>
          <p:spPr>
            <a:xfrm>
              <a:off x="5221186" y="2412687"/>
              <a:ext cx="1992617" cy="404300"/>
            </a:xfrm>
            <a:prstGeom prst="rect">
              <a:avLst/>
            </a:prstGeom>
            <a:noFill/>
            <a:scene3d>
              <a:camera prst="isometricTopUp"/>
              <a:lightRig rig="threePt" dir="t"/>
            </a:scene3d>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200">
                  <a:solidFill>
                    <a:schemeClr val="bg2">
                      <a:lumMod val="10000"/>
                    </a:schemeClr>
                  </a:solidFill>
                  <a:latin typeface="Century Gothic" panose="020B0502020202020204" pitchFamily="34" charset="0"/>
                </a:rPr>
                <a:t>Application Layer</a:t>
              </a:r>
            </a:p>
          </p:txBody>
        </p:sp>
        <p:sp>
          <p:nvSpPr>
            <p:cNvPr id="28" name="TextBox 29">
              <a:extLst>
                <a:ext uri="{FF2B5EF4-FFF2-40B4-BE49-F238E27FC236}">
                  <a16:creationId xmlns:a16="http://schemas.microsoft.com/office/drawing/2014/main" id="{B0B53591-2F0D-5DEF-597B-0A88412D4394}"/>
                </a:ext>
              </a:extLst>
            </p:cNvPr>
            <p:cNvSpPr txBox="1"/>
            <p:nvPr/>
          </p:nvSpPr>
          <p:spPr>
            <a:xfrm>
              <a:off x="5380993" y="4237142"/>
              <a:ext cx="1762503" cy="404300"/>
            </a:xfrm>
            <a:prstGeom prst="rect">
              <a:avLst/>
            </a:prstGeom>
            <a:noFill/>
            <a:scene3d>
              <a:camera prst="isometricTopUp"/>
              <a:lightRig rig="threePt" dir="t"/>
            </a:scene3d>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200">
                  <a:solidFill>
                    <a:schemeClr val="bg2">
                      <a:lumMod val="10000"/>
                    </a:schemeClr>
                  </a:solidFill>
                  <a:latin typeface="Century Gothic" panose="020B0502020202020204" pitchFamily="34" charset="0"/>
                </a:rPr>
                <a:t>Data Link Layer</a:t>
              </a:r>
            </a:p>
          </p:txBody>
        </p:sp>
        <p:sp>
          <p:nvSpPr>
            <p:cNvPr id="29" name="TextBox 30">
              <a:extLst>
                <a:ext uri="{FF2B5EF4-FFF2-40B4-BE49-F238E27FC236}">
                  <a16:creationId xmlns:a16="http://schemas.microsoft.com/office/drawing/2014/main" id="{E889AE26-BEF1-24DA-3C80-0CC99EA63349}"/>
                </a:ext>
              </a:extLst>
            </p:cNvPr>
            <p:cNvSpPr txBox="1"/>
            <p:nvPr/>
          </p:nvSpPr>
          <p:spPr>
            <a:xfrm>
              <a:off x="5441666" y="3590247"/>
              <a:ext cx="1662361" cy="404300"/>
            </a:xfrm>
            <a:prstGeom prst="rect">
              <a:avLst/>
            </a:prstGeom>
            <a:noFill/>
            <a:scene3d>
              <a:camera prst="isometricTopUp"/>
              <a:lightRig rig="threePt" dir="t"/>
            </a:scene3d>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200">
                  <a:solidFill>
                    <a:schemeClr val="bg2">
                      <a:lumMod val="10000"/>
                    </a:schemeClr>
                  </a:solidFill>
                  <a:latin typeface="Century Gothic" panose="020B0502020202020204" pitchFamily="34" charset="0"/>
                </a:rPr>
                <a:t>Network Layer</a:t>
              </a:r>
            </a:p>
          </p:txBody>
        </p:sp>
        <p:sp>
          <p:nvSpPr>
            <p:cNvPr id="30" name="TextBox 39">
              <a:extLst>
                <a:ext uri="{FF2B5EF4-FFF2-40B4-BE49-F238E27FC236}">
                  <a16:creationId xmlns:a16="http://schemas.microsoft.com/office/drawing/2014/main" id="{4338C221-DF4B-FCF8-5E8B-EA6D4C161D75}"/>
                </a:ext>
              </a:extLst>
            </p:cNvPr>
            <p:cNvSpPr txBox="1"/>
            <p:nvPr/>
          </p:nvSpPr>
          <p:spPr>
            <a:xfrm>
              <a:off x="5250176" y="1817384"/>
              <a:ext cx="1849863" cy="381838"/>
            </a:xfrm>
            <a:prstGeom prst="rect">
              <a:avLst/>
            </a:prstGeom>
            <a:noFill/>
            <a:scene3d>
              <a:camera prst="isometricTopUp"/>
              <a:lightRig rig="threePt" dir="t"/>
            </a:scene3d>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100">
                  <a:solidFill>
                    <a:schemeClr val="bg2">
                      <a:lumMod val="10000"/>
                    </a:schemeClr>
                  </a:solidFill>
                  <a:latin typeface="Century Gothic" panose="020B0502020202020204" pitchFamily="34" charset="0"/>
                </a:rPr>
                <a:t>Application Layer</a:t>
              </a:r>
            </a:p>
          </p:txBody>
        </p:sp>
        <p:sp>
          <p:nvSpPr>
            <p:cNvPr id="33" name="TextBox 40">
              <a:extLst>
                <a:ext uri="{FF2B5EF4-FFF2-40B4-BE49-F238E27FC236}">
                  <a16:creationId xmlns:a16="http://schemas.microsoft.com/office/drawing/2014/main" id="{967D74EE-1843-EA93-5B84-8CDC013042BD}"/>
                </a:ext>
              </a:extLst>
            </p:cNvPr>
            <p:cNvSpPr txBox="1"/>
            <p:nvPr/>
          </p:nvSpPr>
          <p:spPr>
            <a:xfrm>
              <a:off x="8686256" y="1328113"/>
              <a:ext cx="2179298" cy="80860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solidFill>
                    <a:schemeClr val="bg2">
                      <a:lumMod val="10000"/>
                    </a:schemeClr>
                  </a:solidFill>
                  <a:latin typeface="Century Gothic" panose="020B0502020202020204" pitchFamily="34" charset="0"/>
                </a:rPr>
                <a:t>VPN Client, VPN Server, Private CA, PQC based Digital Certificates</a:t>
              </a:r>
            </a:p>
          </p:txBody>
        </p:sp>
        <p:sp>
          <p:nvSpPr>
            <p:cNvPr id="37" name="TextBox 41">
              <a:extLst>
                <a:ext uri="{FF2B5EF4-FFF2-40B4-BE49-F238E27FC236}">
                  <a16:creationId xmlns:a16="http://schemas.microsoft.com/office/drawing/2014/main" id="{2B17886C-2828-38E3-B5BE-1D523C694639}"/>
                </a:ext>
              </a:extLst>
            </p:cNvPr>
            <p:cNvSpPr txBox="1"/>
            <p:nvPr/>
          </p:nvSpPr>
          <p:spPr>
            <a:xfrm>
              <a:off x="8697163" y="2679956"/>
              <a:ext cx="1340627" cy="359377"/>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solidFill>
                    <a:schemeClr val="bg2">
                      <a:lumMod val="10000"/>
                    </a:schemeClr>
                  </a:solidFill>
                  <a:latin typeface="Century Gothic" panose="020B0502020202020204" pitchFamily="34" charset="0"/>
                </a:rPr>
                <a:t>VPN protocol</a:t>
              </a:r>
            </a:p>
          </p:txBody>
        </p:sp>
        <p:sp>
          <p:nvSpPr>
            <p:cNvPr id="38" name="TextBox 42">
              <a:extLst>
                <a:ext uri="{FF2B5EF4-FFF2-40B4-BE49-F238E27FC236}">
                  <a16:creationId xmlns:a16="http://schemas.microsoft.com/office/drawing/2014/main" id="{76610E11-A5AE-009B-8CEE-0751F5984F2B}"/>
                </a:ext>
              </a:extLst>
            </p:cNvPr>
            <p:cNvSpPr txBox="1"/>
            <p:nvPr/>
          </p:nvSpPr>
          <p:spPr>
            <a:xfrm>
              <a:off x="8686257" y="2090640"/>
              <a:ext cx="2230302" cy="58398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solidFill>
                    <a:schemeClr val="bg2">
                      <a:lumMod val="10000"/>
                    </a:schemeClr>
                  </a:solidFill>
                  <a:latin typeface="Century Gothic" panose="020B0502020202020204" pitchFamily="34" charset="0"/>
                </a:rPr>
                <a:t>Quantum-Safe Key Exchange</a:t>
              </a:r>
            </a:p>
          </p:txBody>
        </p:sp>
        <p:sp>
          <p:nvSpPr>
            <p:cNvPr id="39" name="TextBox 43">
              <a:extLst>
                <a:ext uri="{FF2B5EF4-FFF2-40B4-BE49-F238E27FC236}">
                  <a16:creationId xmlns:a16="http://schemas.microsoft.com/office/drawing/2014/main" id="{022F98CA-0AA1-49C3-5C5F-5E28C0E7B090}"/>
                </a:ext>
              </a:extLst>
            </p:cNvPr>
            <p:cNvSpPr txBox="1"/>
            <p:nvPr/>
          </p:nvSpPr>
          <p:spPr>
            <a:xfrm>
              <a:off x="8717414" y="3163629"/>
              <a:ext cx="1451424" cy="58398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solidFill>
                    <a:schemeClr val="bg2">
                      <a:lumMod val="10000"/>
                    </a:schemeClr>
                  </a:solidFill>
                  <a:latin typeface="Century Gothic" panose="020B0502020202020204" pitchFamily="34" charset="0"/>
                </a:rPr>
                <a:t>VPN Tunnel</a:t>
              </a:r>
              <a:br>
                <a:rPr lang="en-US" sz="1000">
                  <a:solidFill>
                    <a:schemeClr val="bg2">
                      <a:lumMod val="10000"/>
                    </a:schemeClr>
                  </a:solidFill>
                  <a:latin typeface="Century Gothic" panose="020B0502020202020204" pitchFamily="34" charset="0"/>
                </a:rPr>
              </a:br>
              <a:r>
                <a:rPr lang="en-US" sz="1000">
                  <a:solidFill>
                    <a:schemeClr val="bg2">
                      <a:lumMod val="10000"/>
                    </a:schemeClr>
                  </a:solidFill>
                  <a:latin typeface="Century Gothic" panose="020B0502020202020204" pitchFamily="34" charset="0"/>
                </a:rPr>
                <a:t>(Tun interface)</a:t>
              </a:r>
            </a:p>
          </p:txBody>
        </p:sp>
        <p:sp>
          <p:nvSpPr>
            <p:cNvPr id="40" name="TextBox 44">
              <a:extLst>
                <a:ext uri="{FF2B5EF4-FFF2-40B4-BE49-F238E27FC236}">
                  <a16:creationId xmlns:a16="http://schemas.microsoft.com/office/drawing/2014/main" id="{594973DC-C2F6-E469-D4C1-1699E0575A55}"/>
                </a:ext>
              </a:extLst>
            </p:cNvPr>
            <p:cNvSpPr txBox="1"/>
            <p:nvPr/>
          </p:nvSpPr>
          <p:spPr>
            <a:xfrm>
              <a:off x="8704630" y="3799493"/>
              <a:ext cx="1476992" cy="58398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solidFill>
                    <a:schemeClr val="bg2">
                      <a:lumMod val="10000"/>
                    </a:schemeClr>
                  </a:solidFill>
                  <a:latin typeface="Century Gothic" panose="020B0502020202020204" pitchFamily="34" charset="0"/>
                </a:rPr>
                <a:t>VPN Tunnel</a:t>
              </a:r>
              <a:br>
                <a:rPr lang="en-US" sz="1000">
                  <a:solidFill>
                    <a:schemeClr val="bg2">
                      <a:lumMod val="10000"/>
                    </a:schemeClr>
                  </a:solidFill>
                  <a:latin typeface="Century Gothic" panose="020B0502020202020204" pitchFamily="34" charset="0"/>
                </a:rPr>
              </a:br>
              <a:r>
                <a:rPr lang="en-US" sz="1000">
                  <a:solidFill>
                    <a:schemeClr val="bg2">
                      <a:lumMod val="10000"/>
                    </a:schemeClr>
                  </a:solidFill>
                  <a:latin typeface="Century Gothic" panose="020B0502020202020204" pitchFamily="34" charset="0"/>
                </a:rPr>
                <a:t>(Tap interface)</a:t>
              </a:r>
            </a:p>
          </p:txBody>
        </p:sp>
        <p:sp>
          <p:nvSpPr>
            <p:cNvPr id="41" name="TextBox 46">
              <a:extLst>
                <a:ext uri="{FF2B5EF4-FFF2-40B4-BE49-F238E27FC236}">
                  <a16:creationId xmlns:a16="http://schemas.microsoft.com/office/drawing/2014/main" id="{0267E706-5E32-CF8B-7011-C7117F5E17DB}"/>
                </a:ext>
              </a:extLst>
            </p:cNvPr>
            <p:cNvSpPr txBox="1"/>
            <p:nvPr/>
          </p:nvSpPr>
          <p:spPr>
            <a:xfrm>
              <a:off x="5022944" y="4765165"/>
              <a:ext cx="2297306" cy="404300"/>
            </a:xfrm>
            <a:prstGeom prst="rect">
              <a:avLst/>
            </a:prstGeom>
            <a:noFill/>
            <a:scene3d>
              <a:camera prst="isometricTopUp"/>
              <a:lightRig rig="threePt" dir="t"/>
            </a:scene3d>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200">
                  <a:solidFill>
                    <a:schemeClr val="bg2">
                      <a:lumMod val="10000"/>
                    </a:schemeClr>
                  </a:solidFill>
                  <a:latin typeface="Century Gothic" panose="020B0502020202020204" pitchFamily="34" charset="0"/>
                </a:rPr>
                <a:t>Existing Infrastructure</a:t>
              </a:r>
            </a:p>
          </p:txBody>
        </p:sp>
        <p:cxnSp>
          <p:nvCxnSpPr>
            <p:cNvPr id="42" name="Straight Connector 41">
              <a:extLst>
                <a:ext uri="{FF2B5EF4-FFF2-40B4-BE49-F238E27FC236}">
                  <a16:creationId xmlns:a16="http://schemas.microsoft.com/office/drawing/2014/main" id="{34CDB467-C1CC-4D94-A731-D456E39D469F}"/>
                </a:ext>
              </a:extLst>
            </p:cNvPr>
            <p:cNvCxnSpPr/>
            <p:nvPr/>
          </p:nvCxnSpPr>
          <p:spPr>
            <a:xfrm>
              <a:off x="7151892" y="4580769"/>
              <a:ext cx="1483360" cy="0"/>
            </a:xfrm>
            <a:prstGeom prst="line">
              <a:avLst/>
            </a:prstGeom>
            <a:ln w="190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A548791C-A1EE-2F04-47DD-7F49ED8133C1}"/>
                </a:ext>
              </a:extLst>
            </p:cNvPr>
            <p:cNvSpPr/>
            <p:nvPr/>
          </p:nvSpPr>
          <p:spPr>
            <a:xfrm>
              <a:off x="8553973" y="4499490"/>
              <a:ext cx="132283" cy="132282"/>
            </a:xfrm>
            <a:prstGeom prst="ellipse">
              <a:avLst/>
            </a:prstGeom>
            <a:solidFill>
              <a:srgbClr val="0078A2"/>
            </a:solidFill>
            <a:ln>
              <a:solidFill>
                <a:srgbClr val="007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400"/>
            </a:p>
          </p:txBody>
        </p:sp>
        <p:sp>
          <p:nvSpPr>
            <p:cNvPr id="44" name="TextBox 49">
              <a:extLst>
                <a:ext uri="{FF2B5EF4-FFF2-40B4-BE49-F238E27FC236}">
                  <a16:creationId xmlns:a16="http://schemas.microsoft.com/office/drawing/2014/main" id="{07055B55-3DF5-E1B7-443A-4234B0CDE740}"/>
                </a:ext>
              </a:extLst>
            </p:cNvPr>
            <p:cNvSpPr txBox="1"/>
            <p:nvPr/>
          </p:nvSpPr>
          <p:spPr>
            <a:xfrm>
              <a:off x="8708878" y="4385440"/>
              <a:ext cx="2527421" cy="58398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solidFill>
                    <a:schemeClr val="bg2">
                      <a:lumMod val="10000"/>
                    </a:schemeClr>
                  </a:solidFill>
                  <a:latin typeface="Century Gothic" panose="020B0502020202020204" pitchFamily="34" charset="0"/>
                </a:rPr>
                <a:t>Existing infrastructure of the </a:t>
              </a:r>
              <a:br>
                <a:rPr lang="en-US" sz="1000">
                  <a:solidFill>
                    <a:schemeClr val="bg2">
                      <a:lumMod val="10000"/>
                    </a:schemeClr>
                  </a:solidFill>
                  <a:latin typeface="Century Gothic" panose="020B0502020202020204" pitchFamily="34" charset="0"/>
                </a:rPr>
              </a:br>
              <a:r>
                <a:rPr lang="en-US" sz="1000" err="1">
                  <a:solidFill>
                    <a:schemeClr val="bg2">
                      <a:lumMod val="10000"/>
                    </a:schemeClr>
                  </a:solidFill>
                  <a:latin typeface="Century Gothic" panose="020B0502020202020204" pitchFamily="34" charset="0"/>
                </a:rPr>
                <a:t>Orgnisation</a:t>
              </a:r>
              <a:endParaRPr lang="en-US" sz="1000">
                <a:solidFill>
                  <a:schemeClr val="bg2">
                    <a:lumMod val="10000"/>
                  </a:schemeClr>
                </a:solidFill>
                <a:latin typeface="Century Gothic" panose="020B0502020202020204" pitchFamily="34" charset="0"/>
              </a:endParaRPr>
            </a:p>
          </p:txBody>
        </p:sp>
      </p:grpSp>
    </p:spTree>
    <p:extLst>
      <p:ext uri="{BB962C8B-B14F-4D97-AF65-F5344CB8AC3E}">
        <p14:creationId xmlns:p14="http://schemas.microsoft.com/office/powerpoint/2010/main" val="2621683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 name="Group 154">
            <a:extLst>
              <a:ext uri="{FF2B5EF4-FFF2-40B4-BE49-F238E27FC236}">
                <a16:creationId xmlns:a16="http://schemas.microsoft.com/office/drawing/2014/main" id="{E2BD9DF7-5CE6-43DA-B07D-2F61C1ADF53E}"/>
              </a:ext>
            </a:extLst>
          </p:cNvPr>
          <p:cNvGrpSpPr/>
          <p:nvPr/>
        </p:nvGrpSpPr>
        <p:grpSpPr>
          <a:xfrm>
            <a:off x="8144738" y="825276"/>
            <a:ext cx="2465793" cy="591375"/>
            <a:chOff x="3590925" y="1289193"/>
            <a:chExt cx="5010150" cy="1201595"/>
          </a:xfrm>
        </p:grpSpPr>
        <p:sp>
          <p:nvSpPr>
            <p:cNvPr id="156" name="Freeform 6">
              <a:extLst>
                <a:ext uri="{FF2B5EF4-FFF2-40B4-BE49-F238E27FC236}">
                  <a16:creationId xmlns:a16="http://schemas.microsoft.com/office/drawing/2014/main" id="{7F53A6F1-E8FC-47FE-8227-FB544ED78444}"/>
                </a:ext>
              </a:extLst>
            </p:cNvPr>
            <p:cNvSpPr>
              <a:spLocks/>
            </p:cNvSpPr>
            <p:nvPr/>
          </p:nvSpPr>
          <p:spPr bwMode="auto">
            <a:xfrm>
              <a:off x="3590925" y="1292225"/>
              <a:ext cx="5010150" cy="1198563"/>
            </a:xfrm>
            <a:custGeom>
              <a:avLst/>
              <a:gdLst>
                <a:gd name="T0" fmla="*/ 1157 w 1314"/>
                <a:gd name="T1" fmla="*/ 314 h 314"/>
                <a:gd name="T2" fmla="*/ 157 w 1314"/>
                <a:gd name="T3" fmla="*/ 314 h 314"/>
                <a:gd name="T4" fmla="*/ 0 w 1314"/>
                <a:gd name="T5" fmla="*/ 157 h 314"/>
                <a:gd name="T6" fmla="*/ 157 w 1314"/>
                <a:gd name="T7" fmla="*/ 0 h 314"/>
                <a:gd name="T8" fmla="*/ 1157 w 1314"/>
                <a:gd name="T9" fmla="*/ 0 h 314"/>
                <a:gd name="T10" fmla="*/ 1314 w 1314"/>
                <a:gd name="T11" fmla="*/ 157 h 314"/>
                <a:gd name="T12" fmla="*/ 1157 w 1314"/>
                <a:gd name="T13" fmla="*/ 314 h 314"/>
              </a:gdLst>
              <a:ahLst/>
              <a:cxnLst>
                <a:cxn ang="0">
                  <a:pos x="T0" y="T1"/>
                </a:cxn>
                <a:cxn ang="0">
                  <a:pos x="T2" y="T3"/>
                </a:cxn>
                <a:cxn ang="0">
                  <a:pos x="T4" y="T5"/>
                </a:cxn>
                <a:cxn ang="0">
                  <a:pos x="T6" y="T7"/>
                </a:cxn>
                <a:cxn ang="0">
                  <a:pos x="T8" y="T9"/>
                </a:cxn>
                <a:cxn ang="0">
                  <a:pos x="T10" y="T11"/>
                </a:cxn>
                <a:cxn ang="0">
                  <a:pos x="T12" y="T13"/>
                </a:cxn>
              </a:cxnLst>
              <a:rect l="0" t="0" r="r" b="b"/>
              <a:pathLst>
                <a:path w="1314" h="314">
                  <a:moveTo>
                    <a:pt x="1157" y="314"/>
                  </a:moveTo>
                  <a:cubicBezTo>
                    <a:pt x="157" y="314"/>
                    <a:pt x="157" y="314"/>
                    <a:pt x="157" y="314"/>
                  </a:cubicBezTo>
                  <a:cubicBezTo>
                    <a:pt x="70" y="314"/>
                    <a:pt x="0" y="244"/>
                    <a:pt x="0" y="157"/>
                  </a:cubicBezTo>
                  <a:cubicBezTo>
                    <a:pt x="0" y="71"/>
                    <a:pt x="70" y="0"/>
                    <a:pt x="157" y="0"/>
                  </a:cubicBezTo>
                  <a:cubicBezTo>
                    <a:pt x="1157" y="0"/>
                    <a:pt x="1157" y="0"/>
                    <a:pt x="1157" y="0"/>
                  </a:cubicBezTo>
                  <a:cubicBezTo>
                    <a:pt x="1244" y="0"/>
                    <a:pt x="1314" y="71"/>
                    <a:pt x="1314" y="157"/>
                  </a:cubicBezTo>
                  <a:cubicBezTo>
                    <a:pt x="1314" y="244"/>
                    <a:pt x="1244" y="314"/>
                    <a:pt x="1157" y="314"/>
                  </a:cubicBezTo>
                  <a:close/>
                </a:path>
              </a:pathLst>
            </a:custGeom>
            <a:solidFill>
              <a:schemeClr val="bg2"/>
            </a:solid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 name="Freeform 6">
              <a:extLst>
                <a:ext uri="{FF2B5EF4-FFF2-40B4-BE49-F238E27FC236}">
                  <a16:creationId xmlns:a16="http://schemas.microsoft.com/office/drawing/2014/main" id="{37B802B8-2AA8-4CF4-AC11-EBA44BA91F0F}"/>
                </a:ext>
              </a:extLst>
            </p:cNvPr>
            <p:cNvSpPr>
              <a:spLocks/>
            </p:cNvSpPr>
            <p:nvPr/>
          </p:nvSpPr>
          <p:spPr bwMode="auto">
            <a:xfrm>
              <a:off x="3590925" y="1289193"/>
              <a:ext cx="5010150" cy="1198563"/>
            </a:xfrm>
            <a:custGeom>
              <a:avLst/>
              <a:gdLst>
                <a:gd name="T0" fmla="*/ 1157 w 1314"/>
                <a:gd name="T1" fmla="*/ 314 h 314"/>
                <a:gd name="T2" fmla="*/ 157 w 1314"/>
                <a:gd name="T3" fmla="*/ 314 h 314"/>
                <a:gd name="T4" fmla="*/ 0 w 1314"/>
                <a:gd name="T5" fmla="*/ 157 h 314"/>
                <a:gd name="T6" fmla="*/ 157 w 1314"/>
                <a:gd name="T7" fmla="*/ 0 h 314"/>
                <a:gd name="T8" fmla="*/ 1157 w 1314"/>
                <a:gd name="T9" fmla="*/ 0 h 314"/>
                <a:gd name="T10" fmla="*/ 1314 w 1314"/>
                <a:gd name="T11" fmla="*/ 157 h 314"/>
                <a:gd name="T12" fmla="*/ 1157 w 1314"/>
                <a:gd name="T13" fmla="*/ 314 h 314"/>
              </a:gdLst>
              <a:ahLst/>
              <a:cxnLst>
                <a:cxn ang="0">
                  <a:pos x="T0" y="T1"/>
                </a:cxn>
                <a:cxn ang="0">
                  <a:pos x="T2" y="T3"/>
                </a:cxn>
                <a:cxn ang="0">
                  <a:pos x="T4" y="T5"/>
                </a:cxn>
                <a:cxn ang="0">
                  <a:pos x="T6" y="T7"/>
                </a:cxn>
                <a:cxn ang="0">
                  <a:pos x="T8" y="T9"/>
                </a:cxn>
                <a:cxn ang="0">
                  <a:pos x="T10" y="T11"/>
                </a:cxn>
                <a:cxn ang="0">
                  <a:pos x="T12" y="T13"/>
                </a:cxn>
              </a:cxnLst>
              <a:rect l="0" t="0" r="r" b="b"/>
              <a:pathLst>
                <a:path w="1314" h="314">
                  <a:moveTo>
                    <a:pt x="1157" y="314"/>
                  </a:moveTo>
                  <a:cubicBezTo>
                    <a:pt x="157" y="314"/>
                    <a:pt x="157" y="314"/>
                    <a:pt x="157" y="314"/>
                  </a:cubicBezTo>
                  <a:cubicBezTo>
                    <a:pt x="70" y="314"/>
                    <a:pt x="0" y="244"/>
                    <a:pt x="0" y="157"/>
                  </a:cubicBezTo>
                  <a:cubicBezTo>
                    <a:pt x="0" y="71"/>
                    <a:pt x="70" y="0"/>
                    <a:pt x="157" y="0"/>
                  </a:cubicBezTo>
                  <a:cubicBezTo>
                    <a:pt x="1157" y="0"/>
                    <a:pt x="1157" y="0"/>
                    <a:pt x="1157" y="0"/>
                  </a:cubicBezTo>
                  <a:cubicBezTo>
                    <a:pt x="1244" y="0"/>
                    <a:pt x="1314" y="71"/>
                    <a:pt x="1314" y="157"/>
                  </a:cubicBezTo>
                  <a:cubicBezTo>
                    <a:pt x="1314" y="244"/>
                    <a:pt x="1244" y="314"/>
                    <a:pt x="1157" y="314"/>
                  </a:cubicBezTo>
                  <a:close/>
                </a:path>
              </a:pathLst>
            </a:custGeom>
            <a:solidFill>
              <a:schemeClr val="bg2"/>
            </a:solid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8" name="Text Placeholder 36">
            <a:extLst>
              <a:ext uri="{FF2B5EF4-FFF2-40B4-BE49-F238E27FC236}">
                <a16:creationId xmlns:a16="http://schemas.microsoft.com/office/drawing/2014/main" id="{8E12CE7A-1CE6-478D-8FDD-0883F6CBACB4}"/>
              </a:ext>
            </a:extLst>
          </p:cNvPr>
          <p:cNvSpPr txBox="1">
            <a:spLocks/>
          </p:cNvSpPr>
          <p:nvPr/>
        </p:nvSpPr>
        <p:spPr>
          <a:xfrm>
            <a:off x="8414217" y="983626"/>
            <a:ext cx="1926834" cy="277467"/>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0" lang="en-US" sz="1600" b="1" i="0" u="none" strike="noStrike" kern="1200" cap="none" normalizeH="0" baseline="0" dirty="0" smtClean="0">
                <a:ln>
                  <a:noFill/>
                </a:ln>
                <a:solidFill>
                  <a:schemeClr val="tx1"/>
                </a:solidFill>
                <a:effectLst/>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B0F0"/>
                </a:solidFill>
                <a:effectLst/>
                <a:uLnTx/>
                <a:uFillTx/>
                <a:latin typeface="Open Sans" panose="020B0606030504020204" pitchFamily="34" charset="0"/>
                <a:ea typeface="+mn-ea"/>
                <a:cs typeface="+mn-cs"/>
              </a:rPr>
              <a:t>KEY FEATURES</a:t>
            </a:r>
          </a:p>
        </p:txBody>
      </p:sp>
      <p:grpSp>
        <p:nvGrpSpPr>
          <p:cNvPr id="159" name="Group 158">
            <a:extLst>
              <a:ext uri="{FF2B5EF4-FFF2-40B4-BE49-F238E27FC236}">
                <a16:creationId xmlns:a16="http://schemas.microsoft.com/office/drawing/2014/main" id="{0647B69C-0559-4681-8970-08EE5255EDA0}"/>
              </a:ext>
            </a:extLst>
          </p:cNvPr>
          <p:cNvGrpSpPr/>
          <p:nvPr/>
        </p:nvGrpSpPr>
        <p:grpSpPr>
          <a:xfrm>
            <a:off x="4895640" y="1446512"/>
            <a:ext cx="214435" cy="214435"/>
            <a:chOff x="1852613" y="3303984"/>
            <a:chExt cx="239316" cy="239316"/>
          </a:xfrm>
        </p:grpSpPr>
        <p:grpSp>
          <p:nvGrpSpPr>
            <p:cNvPr id="160" name="Group 159">
              <a:extLst>
                <a:ext uri="{FF2B5EF4-FFF2-40B4-BE49-F238E27FC236}">
                  <a16:creationId xmlns:a16="http://schemas.microsoft.com/office/drawing/2014/main" id="{D4F6C062-EB5C-4A09-AE71-DCC6DAF3DFBA}"/>
                </a:ext>
              </a:extLst>
            </p:cNvPr>
            <p:cNvGrpSpPr/>
            <p:nvPr/>
          </p:nvGrpSpPr>
          <p:grpSpPr>
            <a:xfrm>
              <a:off x="1852613" y="3303984"/>
              <a:ext cx="239316" cy="239316"/>
              <a:chOff x="1221185" y="3854450"/>
              <a:chExt cx="240506" cy="240506"/>
            </a:xfrm>
          </p:grpSpPr>
          <p:sp>
            <p:nvSpPr>
              <p:cNvPr id="162" name="Oval 161">
                <a:extLst>
                  <a:ext uri="{FF2B5EF4-FFF2-40B4-BE49-F238E27FC236}">
                    <a16:creationId xmlns:a16="http://schemas.microsoft.com/office/drawing/2014/main" id="{CD96F0F9-1C20-41D6-9EE3-B2E6AB05BA2F}"/>
                  </a:ext>
                </a:extLst>
              </p:cNvPr>
              <p:cNvSpPr/>
              <p:nvPr/>
            </p:nvSpPr>
            <p:spPr>
              <a:xfrm>
                <a:off x="1221185" y="3854450"/>
                <a:ext cx="240506" cy="240506"/>
              </a:xfrm>
              <a:prstGeom prst="ellipse">
                <a:avLst/>
              </a:prstGeom>
              <a:solidFill>
                <a:schemeClr val="bg2"/>
              </a:solidFill>
              <a:ln>
                <a:noFill/>
              </a:ln>
              <a:effectLst>
                <a:outerShdw blurRad="76200" dist="381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Oval 162">
                <a:extLst>
                  <a:ext uri="{FF2B5EF4-FFF2-40B4-BE49-F238E27FC236}">
                    <a16:creationId xmlns:a16="http://schemas.microsoft.com/office/drawing/2014/main" id="{4AF8B442-7B24-411C-A2A4-46F5B6F7D40B}"/>
                  </a:ext>
                </a:extLst>
              </p:cNvPr>
              <p:cNvSpPr/>
              <p:nvPr/>
            </p:nvSpPr>
            <p:spPr>
              <a:xfrm>
                <a:off x="1221185" y="3854450"/>
                <a:ext cx="240506" cy="240506"/>
              </a:xfrm>
              <a:prstGeom prst="ellipse">
                <a:avLst/>
              </a:prstGeom>
              <a:solidFill>
                <a:schemeClr val="bg2"/>
              </a:solidFill>
              <a:ln>
                <a:noFill/>
              </a:ln>
              <a:effectLst>
                <a:outerShdw blurRad="63500" dist="508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1" name="Oval 9">
              <a:extLst>
                <a:ext uri="{FF2B5EF4-FFF2-40B4-BE49-F238E27FC236}">
                  <a16:creationId xmlns:a16="http://schemas.microsoft.com/office/drawing/2014/main" id="{426706E1-C65B-4069-92BF-BD99154CBB50}"/>
                </a:ext>
              </a:extLst>
            </p:cNvPr>
            <p:cNvSpPr>
              <a:spLocks noChangeArrowheads="1"/>
            </p:cNvSpPr>
            <p:nvPr/>
          </p:nvSpPr>
          <p:spPr bwMode="auto">
            <a:xfrm>
              <a:off x="1926432" y="3377406"/>
              <a:ext cx="95250" cy="98425"/>
            </a:xfrm>
            <a:prstGeom prst="ellipse">
              <a:avLst/>
            </a:prstGeom>
            <a:gradFill flip="none" rotWithShape="1">
              <a:gsLst>
                <a:gs pos="100000">
                  <a:schemeClr val="accent4"/>
                </a:gs>
                <a:gs pos="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grpSp>
        <p:nvGrpSpPr>
          <p:cNvPr id="164" name="Group 163">
            <a:extLst>
              <a:ext uri="{FF2B5EF4-FFF2-40B4-BE49-F238E27FC236}">
                <a16:creationId xmlns:a16="http://schemas.microsoft.com/office/drawing/2014/main" id="{DB94070E-6CEF-4FAF-B221-9AC94A959C5E}"/>
              </a:ext>
            </a:extLst>
          </p:cNvPr>
          <p:cNvGrpSpPr/>
          <p:nvPr/>
        </p:nvGrpSpPr>
        <p:grpSpPr>
          <a:xfrm>
            <a:off x="5338106" y="2057623"/>
            <a:ext cx="214435" cy="214435"/>
            <a:chOff x="1852613" y="3303984"/>
            <a:chExt cx="239316" cy="239316"/>
          </a:xfrm>
        </p:grpSpPr>
        <p:grpSp>
          <p:nvGrpSpPr>
            <p:cNvPr id="165" name="Group 164">
              <a:extLst>
                <a:ext uri="{FF2B5EF4-FFF2-40B4-BE49-F238E27FC236}">
                  <a16:creationId xmlns:a16="http://schemas.microsoft.com/office/drawing/2014/main" id="{FF9E5069-DB4E-4DFE-B5E1-7F89D42EB907}"/>
                </a:ext>
              </a:extLst>
            </p:cNvPr>
            <p:cNvGrpSpPr/>
            <p:nvPr/>
          </p:nvGrpSpPr>
          <p:grpSpPr>
            <a:xfrm>
              <a:off x="1852613" y="3303984"/>
              <a:ext cx="239316" cy="239316"/>
              <a:chOff x="1221185" y="3854450"/>
              <a:chExt cx="240506" cy="240506"/>
            </a:xfrm>
          </p:grpSpPr>
          <p:sp>
            <p:nvSpPr>
              <p:cNvPr id="167" name="Oval 166">
                <a:extLst>
                  <a:ext uri="{FF2B5EF4-FFF2-40B4-BE49-F238E27FC236}">
                    <a16:creationId xmlns:a16="http://schemas.microsoft.com/office/drawing/2014/main" id="{BE71569B-F1EA-4AE3-9771-22F4A7606EBD}"/>
                  </a:ext>
                </a:extLst>
              </p:cNvPr>
              <p:cNvSpPr/>
              <p:nvPr/>
            </p:nvSpPr>
            <p:spPr>
              <a:xfrm>
                <a:off x="1221185" y="3854450"/>
                <a:ext cx="240506" cy="240506"/>
              </a:xfrm>
              <a:prstGeom prst="ellipse">
                <a:avLst/>
              </a:prstGeom>
              <a:solidFill>
                <a:schemeClr val="bg2"/>
              </a:solidFill>
              <a:ln>
                <a:noFill/>
              </a:ln>
              <a:effectLst>
                <a:outerShdw blurRad="76200" dist="381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Oval 167">
                <a:extLst>
                  <a:ext uri="{FF2B5EF4-FFF2-40B4-BE49-F238E27FC236}">
                    <a16:creationId xmlns:a16="http://schemas.microsoft.com/office/drawing/2014/main" id="{26A28116-7FAF-4D17-B8C9-B6E906F01D51}"/>
                  </a:ext>
                </a:extLst>
              </p:cNvPr>
              <p:cNvSpPr/>
              <p:nvPr/>
            </p:nvSpPr>
            <p:spPr>
              <a:xfrm>
                <a:off x="1221185" y="3854450"/>
                <a:ext cx="240506" cy="240506"/>
              </a:xfrm>
              <a:prstGeom prst="ellipse">
                <a:avLst/>
              </a:prstGeom>
              <a:solidFill>
                <a:schemeClr val="bg2"/>
              </a:solidFill>
              <a:ln>
                <a:noFill/>
              </a:ln>
              <a:effectLst>
                <a:outerShdw blurRad="63500" dist="508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6" name="Oval 9">
              <a:extLst>
                <a:ext uri="{FF2B5EF4-FFF2-40B4-BE49-F238E27FC236}">
                  <a16:creationId xmlns:a16="http://schemas.microsoft.com/office/drawing/2014/main" id="{E2AF63B8-C859-4A28-BCE6-77593393DA39}"/>
                </a:ext>
              </a:extLst>
            </p:cNvPr>
            <p:cNvSpPr>
              <a:spLocks noChangeArrowheads="1"/>
            </p:cNvSpPr>
            <p:nvPr/>
          </p:nvSpPr>
          <p:spPr bwMode="auto">
            <a:xfrm>
              <a:off x="1926432" y="3377406"/>
              <a:ext cx="95250" cy="98425"/>
            </a:xfrm>
            <a:prstGeom prst="ellipse">
              <a:avLst/>
            </a:prstGeom>
            <a:gradFill flip="none" rotWithShape="1">
              <a:gsLst>
                <a:gs pos="100000">
                  <a:schemeClr val="accent4"/>
                </a:gs>
                <a:gs pos="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grpSp>
        <p:nvGrpSpPr>
          <p:cNvPr id="169" name="Group 168">
            <a:extLst>
              <a:ext uri="{FF2B5EF4-FFF2-40B4-BE49-F238E27FC236}">
                <a16:creationId xmlns:a16="http://schemas.microsoft.com/office/drawing/2014/main" id="{BF80ECB8-77F2-421C-8EB5-FD9F45A4C5A3}"/>
              </a:ext>
            </a:extLst>
          </p:cNvPr>
          <p:cNvGrpSpPr/>
          <p:nvPr/>
        </p:nvGrpSpPr>
        <p:grpSpPr>
          <a:xfrm>
            <a:off x="5341733" y="2813806"/>
            <a:ext cx="214435" cy="214435"/>
            <a:chOff x="1852613" y="3303984"/>
            <a:chExt cx="239316" cy="239316"/>
          </a:xfrm>
        </p:grpSpPr>
        <p:grpSp>
          <p:nvGrpSpPr>
            <p:cNvPr id="170" name="Group 169">
              <a:extLst>
                <a:ext uri="{FF2B5EF4-FFF2-40B4-BE49-F238E27FC236}">
                  <a16:creationId xmlns:a16="http://schemas.microsoft.com/office/drawing/2014/main" id="{9D531B5B-C116-413B-B03D-E94961B89F7B}"/>
                </a:ext>
              </a:extLst>
            </p:cNvPr>
            <p:cNvGrpSpPr/>
            <p:nvPr/>
          </p:nvGrpSpPr>
          <p:grpSpPr>
            <a:xfrm>
              <a:off x="1852613" y="3303984"/>
              <a:ext cx="239316" cy="239316"/>
              <a:chOff x="1221185" y="3854450"/>
              <a:chExt cx="240506" cy="240506"/>
            </a:xfrm>
          </p:grpSpPr>
          <p:sp>
            <p:nvSpPr>
              <p:cNvPr id="172" name="Oval 171">
                <a:extLst>
                  <a:ext uri="{FF2B5EF4-FFF2-40B4-BE49-F238E27FC236}">
                    <a16:creationId xmlns:a16="http://schemas.microsoft.com/office/drawing/2014/main" id="{DFFDED0C-96A7-4326-85DD-3181BD19328D}"/>
                  </a:ext>
                </a:extLst>
              </p:cNvPr>
              <p:cNvSpPr/>
              <p:nvPr/>
            </p:nvSpPr>
            <p:spPr>
              <a:xfrm>
                <a:off x="1221185" y="3854450"/>
                <a:ext cx="240506" cy="240506"/>
              </a:xfrm>
              <a:prstGeom prst="ellipse">
                <a:avLst/>
              </a:prstGeom>
              <a:solidFill>
                <a:schemeClr val="bg2"/>
              </a:solidFill>
              <a:ln>
                <a:noFill/>
              </a:ln>
              <a:effectLst>
                <a:outerShdw blurRad="76200" dist="381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 name="Oval 172">
                <a:extLst>
                  <a:ext uri="{FF2B5EF4-FFF2-40B4-BE49-F238E27FC236}">
                    <a16:creationId xmlns:a16="http://schemas.microsoft.com/office/drawing/2014/main" id="{A8D926C9-1018-4331-8524-0A90FFA8B852}"/>
                  </a:ext>
                </a:extLst>
              </p:cNvPr>
              <p:cNvSpPr/>
              <p:nvPr/>
            </p:nvSpPr>
            <p:spPr>
              <a:xfrm>
                <a:off x="1221185" y="3854450"/>
                <a:ext cx="240506" cy="240506"/>
              </a:xfrm>
              <a:prstGeom prst="ellipse">
                <a:avLst/>
              </a:prstGeom>
              <a:solidFill>
                <a:schemeClr val="bg2"/>
              </a:solidFill>
              <a:ln>
                <a:noFill/>
              </a:ln>
              <a:effectLst>
                <a:outerShdw blurRad="63500" dist="508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1" name="Oval 9">
              <a:extLst>
                <a:ext uri="{FF2B5EF4-FFF2-40B4-BE49-F238E27FC236}">
                  <a16:creationId xmlns:a16="http://schemas.microsoft.com/office/drawing/2014/main" id="{4178BE8D-3F7A-4D43-B61E-5727E3382A7B}"/>
                </a:ext>
              </a:extLst>
            </p:cNvPr>
            <p:cNvSpPr>
              <a:spLocks noChangeArrowheads="1"/>
            </p:cNvSpPr>
            <p:nvPr/>
          </p:nvSpPr>
          <p:spPr bwMode="auto">
            <a:xfrm>
              <a:off x="1926432" y="3377406"/>
              <a:ext cx="95250" cy="98425"/>
            </a:xfrm>
            <a:prstGeom prst="ellipse">
              <a:avLst/>
            </a:prstGeom>
            <a:gradFill flip="none" rotWithShape="1">
              <a:gsLst>
                <a:gs pos="100000">
                  <a:schemeClr val="accent4"/>
                </a:gs>
                <a:gs pos="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grpSp>
        <p:nvGrpSpPr>
          <p:cNvPr id="174" name="Group 173">
            <a:extLst>
              <a:ext uri="{FF2B5EF4-FFF2-40B4-BE49-F238E27FC236}">
                <a16:creationId xmlns:a16="http://schemas.microsoft.com/office/drawing/2014/main" id="{F6AC4329-D744-4DF9-9FD1-F7CB7052C893}"/>
              </a:ext>
            </a:extLst>
          </p:cNvPr>
          <p:cNvGrpSpPr/>
          <p:nvPr/>
        </p:nvGrpSpPr>
        <p:grpSpPr>
          <a:xfrm>
            <a:off x="4896018" y="3420898"/>
            <a:ext cx="214435" cy="214435"/>
            <a:chOff x="1852613" y="3303984"/>
            <a:chExt cx="239316" cy="239316"/>
          </a:xfrm>
        </p:grpSpPr>
        <p:grpSp>
          <p:nvGrpSpPr>
            <p:cNvPr id="175" name="Group 174">
              <a:extLst>
                <a:ext uri="{FF2B5EF4-FFF2-40B4-BE49-F238E27FC236}">
                  <a16:creationId xmlns:a16="http://schemas.microsoft.com/office/drawing/2014/main" id="{499B28CE-F68F-4557-B4A5-0E91D2CDB740}"/>
                </a:ext>
              </a:extLst>
            </p:cNvPr>
            <p:cNvGrpSpPr/>
            <p:nvPr/>
          </p:nvGrpSpPr>
          <p:grpSpPr>
            <a:xfrm>
              <a:off x="1852613" y="3303984"/>
              <a:ext cx="239316" cy="239316"/>
              <a:chOff x="1221185" y="3854450"/>
              <a:chExt cx="240506" cy="240506"/>
            </a:xfrm>
          </p:grpSpPr>
          <p:sp>
            <p:nvSpPr>
              <p:cNvPr id="177" name="Oval 176">
                <a:extLst>
                  <a:ext uri="{FF2B5EF4-FFF2-40B4-BE49-F238E27FC236}">
                    <a16:creationId xmlns:a16="http://schemas.microsoft.com/office/drawing/2014/main" id="{D6AA00DC-B2C7-4B8D-BD3B-2F67C6AA1C81}"/>
                  </a:ext>
                </a:extLst>
              </p:cNvPr>
              <p:cNvSpPr/>
              <p:nvPr/>
            </p:nvSpPr>
            <p:spPr>
              <a:xfrm>
                <a:off x="1221185" y="3854450"/>
                <a:ext cx="240506" cy="240506"/>
              </a:xfrm>
              <a:prstGeom prst="ellipse">
                <a:avLst/>
              </a:prstGeom>
              <a:solidFill>
                <a:schemeClr val="bg2"/>
              </a:solidFill>
              <a:ln>
                <a:noFill/>
              </a:ln>
              <a:effectLst>
                <a:outerShdw blurRad="76200" dist="381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a16="http://schemas.microsoft.com/office/drawing/2014/main" id="{FE9785AD-EA0C-4173-BE99-FEB59449D608}"/>
                  </a:ext>
                </a:extLst>
              </p:cNvPr>
              <p:cNvSpPr/>
              <p:nvPr/>
            </p:nvSpPr>
            <p:spPr>
              <a:xfrm>
                <a:off x="1221185" y="3854450"/>
                <a:ext cx="240506" cy="240506"/>
              </a:xfrm>
              <a:prstGeom prst="ellipse">
                <a:avLst/>
              </a:prstGeom>
              <a:solidFill>
                <a:schemeClr val="bg2"/>
              </a:solidFill>
              <a:ln>
                <a:noFill/>
              </a:ln>
              <a:effectLst>
                <a:outerShdw blurRad="63500" dist="508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6" name="Oval 9">
              <a:extLst>
                <a:ext uri="{FF2B5EF4-FFF2-40B4-BE49-F238E27FC236}">
                  <a16:creationId xmlns:a16="http://schemas.microsoft.com/office/drawing/2014/main" id="{87353082-31DB-46D3-8EF1-7A50715660BB}"/>
                </a:ext>
              </a:extLst>
            </p:cNvPr>
            <p:cNvSpPr>
              <a:spLocks noChangeArrowheads="1"/>
            </p:cNvSpPr>
            <p:nvPr/>
          </p:nvSpPr>
          <p:spPr bwMode="auto">
            <a:xfrm>
              <a:off x="1926432" y="3377406"/>
              <a:ext cx="95250" cy="98425"/>
            </a:xfrm>
            <a:prstGeom prst="ellipse">
              <a:avLst/>
            </a:prstGeom>
            <a:gradFill flip="none" rotWithShape="1">
              <a:gsLst>
                <a:gs pos="100000">
                  <a:schemeClr val="accent4"/>
                </a:gs>
                <a:gs pos="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grpSp>
        <p:nvGrpSpPr>
          <p:cNvPr id="179" name="Group 178">
            <a:extLst>
              <a:ext uri="{FF2B5EF4-FFF2-40B4-BE49-F238E27FC236}">
                <a16:creationId xmlns:a16="http://schemas.microsoft.com/office/drawing/2014/main" id="{E11F6E35-BE04-41F0-A9F2-CE6FE0D8D8B7}"/>
              </a:ext>
            </a:extLst>
          </p:cNvPr>
          <p:cNvGrpSpPr/>
          <p:nvPr/>
        </p:nvGrpSpPr>
        <p:grpSpPr>
          <a:xfrm>
            <a:off x="5036330" y="593019"/>
            <a:ext cx="801666" cy="801666"/>
            <a:chOff x="7349505" y="606851"/>
            <a:chExt cx="1211126" cy="1211126"/>
          </a:xfrm>
          <a:solidFill>
            <a:schemeClr val="bg2"/>
          </a:solidFill>
        </p:grpSpPr>
        <p:sp>
          <p:nvSpPr>
            <p:cNvPr id="180" name="Oval 179">
              <a:extLst>
                <a:ext uri="{FF2B5EF4-FFF2-40B4-BE49-F238E27FC236}">
                  <a16:creationId xmlns:a16="http://schemas.microsoft.com/office/drawing/2014/main" id="{274B6CA4-5046-49AC-A09D-FADE1C8A82E0}"/>
                </a:ext>
              </a:extLst>
            </p:cNvPr>
            <p:cNvSpPr/>
            <p:nvPr/>
          </p:nvSpPr>
          <p:spPr>
            <a:xfrm>
              <a:off x="7349505" y="606851"/>
              <a:ext cx="1211126" cy="1211126"/>
            </a:xfrm>
            <a:prstGeom prst="ellipse">
              <a:avLst/>
            </a:prstGeom>
            <a:grp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 name="Oval 180">
              <a:extLst>
                <a:ext uri="{FF2B5EF4-FFF2-40B4-BE49-F238E27FC236}">
                  <a16:creationId xmlns:a16="http://schemas.microsoft.com/office/drawing/2014/main" id="{B84BDE6C-F608-4643-9604-9BD8F6044EEF}"/>
                </a:ext>
              </a:extLst>
            </p:cNvPr>
            <p:cNvSpPr/>
            <p:nvPr/>
          </p:nvSpPr>
          <p:spPr>
            <a:xfrm>
              <a:off x="7349505" y="606851"/>
              <a:ext cx="1211126" cy="1211126"/>
            </a:xfrm>
            <a:prstGeom prst="ellipse">
              <a:avLst/>
            </a:prstGeom>
            <a:grp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2" name="Group 181">
            <a:extLst>
              <a:ext uri="{FF2B5EF4-FFF2-40B4-BE49-F238E27FC236}">
                <a16:creationId xmlns:a16="http://schemas.microsoft.com/office/drawing/2014/main" id="{D9B75645-55DF-4346-A5BF-134CA08D25C8}"/>
              </a:ext>
            </a:extLst>
          </p:cNvPr>
          <p:cNvGrpSpPr/>
          <p:nvPr/>
        </p:nvGrpSpPr>
        <p:grpSpPr>
          <a:xfrm>
            <a:off x="5721186" y="1555771"/>
            <a:ext cx="801666" cy="801666"/>
            <a:chOff x="7349505" y="606851"/>
            <a:chExt cx="1211126" cy="1211126"/>
          </a:xfrm>
          <a:solidFill>
            <a:schemeClr val="bg2"/>
          </a:solidFill>
        </p:grpSpPr>
        <p:sp>
          <p:nvSpPr>
            <p:cNvPr id="183" name="Oval 182">
              <a:extLst>
                <a:ext uri="{FF2B5EF4-FFF2-40B4-BE49-F238E27FC236}">
                  <a16:creationId xmlns:a16="http://schemas.microsoft.com/office/drawing/2014/main" id="{3CD1D1C9-3D62-4AFE-811D-B2F49C833C88}"/>
                </a:ext>
              </a:extLst>
            </p:cNvPr>
            <p:cNvSpPr/>
            <p:nvPr/>
          </p:nvSpPr>
          <p:spPr>
            <a:xfrm>
              <a:off x="7349505" y="606851"/>
              <a:ext cx="1211126" cy="1211126"/>
            </a:xfrm>
            <a:prstGeom prst="ellipse">
              <a:avLst/>
            </a:prstGeom>
            <a:grp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Oval 183">
              <a:extLst>
                <a:ext uri="{FF2B5EF4-FFF2-40B4-BE49-F238E27FC236}">
                  <a16:creationId xmlns:a16="http://schemas.microsoft.com/office/drawing/2014/main" id="{CEA1C671-371A-416F-A93A-B9FA60EE99CA}"/>
                </a:ext>
              </a:extLst>
            </p:cNvPr>
            <p:cNvSpPr/>
            <p:nvPr/>
          </p:nvSpPr>
          <p:spPr>
            <a:xfrm>
              <a:off x="7349505" y="606851"/>
              <a:ext cx="1211126" cy="1211126"/>
            </a:xfrm>
            <a:prstGeom prst="ellipse">
              <a:avLst/>
            </a:prstGeom>
            <a:grp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5" name="Group 184">
            <a:extLst>
              <a:ext uri="{FF2B5EF4-FFF2-40B4-BE49-F238E27FC236}">
                <a16:creationId xmlns:a16="http://schemas.microsoft.com/office/drawing/2014/main" id="{B2E58866-82BF-4F3D-8961-4CC5B0FB41F4}"/>
              </a:ext>
            </a:extLst>
          </p:cNvPr>
          <p:cNvGrpSpPr/>
          <p:nvPr/>
        </p:nvGrpSpPr>
        <p:grpSpPr>
          <a:xfrm>
            <a:off x="5721186" y="2719965"/>
            <a:ext cx="801666" cy="801666"/>
            <a:chOff x="7349505" y="606851"/>
            <a:chExt cx="1211126" cy="1211126"/>
          </a:xfrm>
          <a:solidFill>
            <a:schemeClr val="bg2"/>
          </a:solidFill>
        </p:grpSpPr>
        <p:sp>
          <p:nvSpPr>
            <p:cNvPr id="186" name="Oval 185">
              <a:extLst>
                <a:ext uri="{FF2B5EF4-FFF2-40B4-BE49-F238E27FC236}">
                  <a16:creationId xmlns:a16="http://schemas.microsoft.com/office/drawing/2014/main" id="{8BCE457D-9B3C-48C5-AA2C-EA1F5C21E296}"/>
                </a:ext>
              </a:extLst>
            </p:cNvPr>
            <p:cNvSpPr/>
            <p:nvPr/>
          </p:nvSpPr>
          <p:spPr>
            <a:xfrm>
              <a:off x="7349505" y="606851"/>
              <a:ext cx="1211126" cy="1211126"/>
            </a:xfrm>
            <a:prstGeom prst="ellipse">
              <a:avLst/>
            </a:prstGeom>
            <a:grp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 name="Oval 186">
              <a:extLst>
                <a:ext uri="{FF2B5EF4-FFF2-40B4-BE49-F238E27FC236}">
                  <a16:creationId xmlns:a16="http://schemas.microsoft.com/office/drawing/2014/main" id="{0996CB64-B549-4177-A4AD-A5D467F81E3E}"/>
                </a:ext>
              </a:extLst>
            </p:cNvPr>
            <p:cNvSpPr/>
            <p:nvPr/>
          </p:nvSpPr>
          <p:spPr>
            <a:xfrm>
              <a:off x="7349505" y="606851"/>
              <a:ext cx="1211126" cy="1211126"/>
            </a:xfrm>
            <a:prstGeom prst="ellipse">
              <a:avLst/>
            </a:prstGeom>
            <a:grp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8" name="Group 187">
            <a:extLst>
              <a:ext uri="{FF2B5EF4-FFF2-40B4-BE49-F238E27FC236}">
                <a16:creationId xmlns:a16="http://schemas.microsoft.com/office/drawing/2014/main" id="{BB42972C-BD89-44EB-A0E9-20091DC5BDC9}"/>
              </a:ext>
            </a:extLst>
          </p:cNvPr>
          <p:cNvGrpSpPr/>
          <p:nvPr/>
        </p:nvGrpSpPr>
        <p:grpSpPr>
          <a:xfrm>
            <a:off x="5040711" y="3694805"/>
            <a:ext cx="801666" cy="801666"/>
            <a:chOff x="7349505" y="606851"/>
            <a:chExt cx="1211126" cy="1211126"/>
          </a:xfrm>
          <a:solidFill>
            <a:schemeClr val="bg2"/>
          </a:solidFill>
        </p:grpSpPr>
        <p:sp>
          <p:nvSpPr>
            <p:cNvPr id="189" name="Oval 188">
              <a:extLst>
                <a:ext uri="{FF2B5EF4-FFF2-40B4-BE49-F238E27FC236}">
                  <a16:creationId xmlns:a16="http://schemas.microsoft.com/office/drawing/2014/main" id="{5A718093-AB71-4447-B8AA-3F9A0D19BAD0}"/>
                </a:ext>
              </a:extLst>
            </p:cNvPr>
            <p:cNvSpPr/>
            <p:nvPr/>
          </p:nvSpPr>
          <p:spPr>
            <a:xfrm>
              <a:off x="7349505" y="606851"/>
              <a:ext cx="1211126" cy="1211126"/>
            </a:xfrm>
            <a:prstGeom prst="ellipse">
              <a:avLst/>
            </a:prstGeom>
            <a:grp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Oval 189">
              <a:extLst>
                <a:ext uri="{FF2B5EF4-FFF2-40B4-BE49-F238E27FC236}">
                  <a16:creationId xmlns:a16="http://schemas.microsoft.com/office/drawing/2014/main" id="{8EC6C092-84CA-4452-9CDA-242AEF874AE6}"/>
                </a:ext>
              </a:extLst>
            </p:cNvPr>
            <p:cNvSpPr/>
            <p:nvPr/>
          </p:nvSpPr>
          <p:spPr>
            <a:xfrm>
              <a:off x="7349505" y="606851"/>
              <a:ext cx="1211126" cy="1211126"/>
            </a:xfrm>
            <a:prstGeom prst="ellipse">
              <a:avLst/>
            </a:prstGeom>
            <a:grp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91" name="Briefcase">
            <a:extLst>
              <a:ext uri="{FF2B5EF4-FFF2-40B4-BE49-F238E27FC236}">
                <a16:creationId xmlns:a16="http://schemas.microsoft.com/office/drawing/2014/main" id="{2DE24483-4D4A-4A2F-B094-5AA382AB6AE2}"/>
              </a:ext>
            </a:extLst>
          </p:cNvPr>
          <p:cNvSpPr>
            <a:spLocks noEditPoints="1"/>
          </p:cNvSpPr>
          <p:nvPr/>
        </p:nvSpPr>
        <p:spPr bwMode="auto">
          <a:xfrm>
            <a:off x="6000454" y="1842889"/>
            <a:ext cx="263689" cy="229613"/>
          </a:xfrm>
          <a:custGeom>
            <a:avLst/>
            <a:gdLst>
              <a:gd name="T0" fmla="*/ 137 w 137"/>
              <a:gd name="T1" fmla="*/ 21 h 117"/>
              <a:gd name="T2" fmla="*/ 96 w 137"/>
              <a:gd name="T3" fmla="*/ 21 h 117"/>
              <a:gd name="T4" fmla="*/ 96 w 137"/>
              <a:gd name="T5" fmla="*/ 0 h 117"/>
              <a:gd name="T6" fmla="*/ 42 w 137"/>
              <a:gd name="T7" fmla="*/ 0 h 117"/>
              <a:gd name="T8" fmla="*/ 42 w 137"/>
              <a:gd name="T9" fmla="*/ 21 h 117"/>
              <a:gd name="T10" fmla="*/ 0 w 137"/>
              <a:gd name="T11" fmla="*/ 21 h 117"/>
              <a:gd name="T12" fmla="*/ 0 w 137"/>
              <a:gd name="T13" fmla="*/ 117 h 117"/>
              <a:gd name="T14" fmla="*/ 137 w 137"/>
              <a:gd name="T15" fmla="*/ 117 h 117"/>
              <a:gd name="T16" fmla="*/ 137 w 137"/>
              <a:gd name="T17" fmla="*/ 21 h 117"/>
              <a:gd name="T18" fmla="*/ 50 w 137"/>
              <a:gd name="T19" fmla="*/ 9 h 117"/>
              <a:gd name="T20" fmla="*/ 87 w 137"/>
              <a:gd name="T21" fmla="*/ 9 h 117"/>
              <a:gd name="T22" fmla="*/ 87 w 137"/>
              <a:gd name="T23" fmla="*/ 21 h 117"/>
              <a:gd name="T24" fmla="*/ 50 w 137"/>
              <a:gd name="T25" fmla="*/ 21 h 117"/>
              <a:gd name="T26" fmla="*/ 50 w 137"/>
              <a:gd name="T27" fmla="*/ 9 h 117"/>
              <a:gd name="T28" fmla="*/ 42 w 137"/>
              <a:gd name="T29" fmla="*/ 30 h 117"/>
              <a:gd name="T30" fmla="*/ 96 w 137"/>
              <a:gd name="T31" fmla="*/ 30 h 117"/>
              <a:gd name="T32" fmla="*/ 128 w 137"/>
              <a:gd name="T33" fmla="*/ 30 h 117"/>
              <a:gd name="T34" fmla="*/ 128 w 137"/>
              <a:gd name="T35" fmla="*/ 48 h 117"/>
              <a:gd name="T36" fmla="*/ 95 w 137"/>
              <a:gd name="T37" fmla="*/ 61 h 117"/>
              <a:gd name="T38" fmla="*/ 73 w 137"/>
              <a:gd name="T39" fmla="*/ 66 h 117"/>
              <a:gd name="T40" fmla="*/ 73 w 137"/>
              <a:gd name="T41" fmla="*/ 55 h 117"/>
              <a:gd name="T42" fmla="*/ 64 w 137"/>
              <a:gd name="T43" fmla="*/ 55 h 117"/>
              <a:gd name="T44" fmla="*/ 64 w 137"/>
              <a:gd name="T45" fmla="*/ 66 h 117"/>
              <a:gd name="T46" fmla="*/ 42 w 137"/>
              <a:gd name="T47" fmla="*/ 61 h 117"/>
              <a:gd name="T48" fmla="*/ 9 w 137"/>
              <a:gd name="T49" fmla="*/ 48 h 117"/>
              <a:gd name="T50" fmla="*/ 9 w 137"/>
              <a:gd name="T51" fmla="*/ 30 h 117"/>
              <a:gd name="T52" fmla="*/ 42 w 137"/>
              <a:gd name="T53" fmla="*/ 30 h 117"/>
              <a:gd name="T54" fmla="*/ 9 w 137"/>
              <a:gd name="T55" fmla="*/ 108 h 117"/>
              <a:gd name="T56" fmla="*/ 9 w 137"/>
              <a:gd name="T57" fmla="*/ 58 h 117"/>
              <a:gd name="T58" fmla="*/ 39 w 137"/>
              <a:gd name="T59" fmla="*/ 69 h 117"/>
              <a:gd name="T60" fmla="*/ 64 w 137"/>
              <a:gd name="T61" fmla="*/ 75 h 117"/>
              <a:gd name="T62" fmla="*/ 64 w 137"/>
              <a:gd name="T63" fmla="*/ 86 h 117"/>
              <a:gd name="T64" fmla="*/ 73 w 137"/>
              <a:gd name="T65" fmla="*/ 86 h 117"/>
              <a:gd name="T66" fmla="*/ 73 w 137"/>
              <a:gd name="T67" fmla="*/ 75 h 117"/>
              <a:gd name="T68" fmla="*/ 98 w 137"/>
              <a:gd name="T69" fmla="*/ 69 h 117"/>
              <a:gd name="T70" fmla="*/ 128 w 137"/>
              <a:gd name="T71" fmla="*/ 58 h 117"/>
              <a:gd name="T72" fmla="*/ 128 w 137"/>
              <a:gd name="T73" fmla="*/ 108 h 117"/>
              <a:gd name="T74" fmla="*/ 9 w 137"/>
              <a:gd name="T75" fmla="*/ 108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7" h="117">
                <a:moveTo>
                  <a:pt x="137" y="21"/>
                </a:moveTo>
                <a:cubicBezTo>
                  <a:pt x="96" y="21"/>
                  <a:pt x="96" y="21"/>
                  <a:pt x="96" y="21"/>
                </a:cubicBezTo>
                <a:cubicBezTo>
                  <a:pt x="96" y="0"/>
                  <a:pt x="96" y="0"/>
                  <a:pt x="96" y="0"/>
                </a:cubicBezTo>
                <a:cubicBezTo>
                  <a:pt x="42" y="0"/>
                  <a:pt x="42" y="0"/>
                  <a:pt x="42" y="0"/>
                </a:cubicBezTo>
                <a:cubicBezTo>
                  <a:pt x="42" y="21"/>
                  <a:pt x="42" y="21"/>
                  <a:pt x="42" y="21"/>
                </a:cubicBezTo>
                <a:cubicBezTo>
                  <a:pt x="0" y="21"/>
                  <a:pt x="0" y="21"/>
                  <a:pt x="0" y="21"/>
                </a:cubicBezTo>
                <a:cubicBezTo>
                  <a:pt x="0" y="117"/>
                  <a:pt x="0" y="117"/>
                  <a:pt x="0" y="117"/>
                </a:cubicBezTo>
                <a:cubicBezTo>
                  <a:pt x="137" y="117"/>
                  <a:pt x="137" y="117"/>
                  <a:pt x="137" y="117"/>
                </a:cubicBezTo>
                <a:lnTo>
                  <a:pt x="137" y="21"/>
                </a:lnTo>
                <a:close/>
                <a:moveTo>
                  <a:pt x="50" y="9"/>
                </a:moveTo>
                <a:cubicBezTo>
                  <a:pt x="87" y="9"/>
                  <a:pt x="87" y="9"/>
                  <a:pt x="87" y="9"/>
                </a:cubicBezTo>
                <a:cubicBezTo>
                  <a:pt x="87" y="21"/>
                  <a:pt x="87" y="21"/>
                  <a:pt x="87" y="21"/>
                </a:cubicBezTo>
                <a:cubicBezTo>
                  <a:pt x="50" y="21"/>
                  <a:pt x="50" y="21"/>
                  <a:pt x="50" y="21"/>
                </a:cubicBezTo>
                <a:lnTo>
                  <a:pt x="50" y="9"/>
                </a:lnTo>
                <a:close/>
                <a:moveTo>
                  <a:pt x="42" y="30"/>
                </a:moveTo>
                <a:cubicBezTo>
                  <a:pt x="96" y="30"/>
                  <a:pt x="96" y="30"/>
                  <a:pt x="96" y="30"/>
                </a:cubicBezTo>
                <a:cubicBezTo>
                  <a:pt x="128" y="30"/>
                  <a:pt x="128" y="30"/>
                  <a:pt x="128" y="30"/>
                </a:cubicBezTo>
                <a:cubicBezTo>
                  <a:pt x="128" y="48"/>
                  <a:pt x="128" y="48"/>
                  <a:pt x="128" y="48"/>
                </a:cubicBezTo>
                <a:cubicBezTo>
                  <a:pt x="95" y="61"/>
                  <a:pt x="95" y="61"/>
                  <a:pt x="95" y="61"/>
                </a:cubicBezTo>
                <a:cubicBezTo>
                  <a:pt x="88" y="64"/>
                  <a:pt x="80" y="65"/>
                  <a:pt x="73" y="66"/>
                </a:cubicBezTo>
                <a:cubicBezTo>
                  <a:pt x="73" y="55"/>
                  <a:pt x="73" y="55"/>
                  <a:pt x="73" y="55"/>
                </a:cubicBezTo>
                <a:cubicBezTo>
                  <a:pt x="64" y="55"/>
                  <a:pt x="64" y="55"/>
                  <a:pt x="64" y="55"/>
                </a:cubicBezTo>
                <a:cubicBezTo>
                  <a:pt x="64" y="66"/>
                  <a:pt x="64" y="66"/>
                  <a:pt x="64" y="66"/>
                </a:cubicBezTo>
                <a:cubicBezTo>
                  <a:pt x="57" y="65"/>
                  <a:pt x="49" y="64"/>
                  <a:pt x="42" y="61"/>
                </a:cubicBezTo>
                <a:cubicBezTo>
                  <a:pt x="9" y="48"/>
                  <a:pt x="9" y="48"/>
                  <a:pt x="9" y="48"/>
                </a:cubicBezTo>
                <a:cubicBezTo>
                  <a:pt x="9" y="30"/>
                  <a:pt x="9" y="30"/>
                  <a:pt x="9" y="30"/>
                </a:cubicBezTo>
                <a:lnTo>
                  <a:pt x="42" y="30"/>
                </a:lnTo>
                <a:close/>
                <a:moveTo>
                  <a:pt x="9" y="108"/>
                </a:moveTo>
                <a:cubicBezTo>
                  <a:pt x="9" y="58"/>
                  <a:pt x="9" y="58"/>
                  <a:pt x="9" y="58"/>
                </a:cubicBezTo>
                <a:cubicBezTo>
                  <a:pt x="39" y="69"/>
                  <a:pt x="39" y="69"/>
                  <a:pt x="39" y="69"/>
                </a:cubicBezTo>
                <a:cubicBezTo>
                  <a:pt x="47" y="72"/>
                  <a:pt x="56" y="74"/>
                  <a:pt x="64" y="75"/>
                </a:cubicBezTo>
                <a:cubicBezTo>
                  <a:pt x="64" y="86"/>
                  <a:pt x="64" y="86"/>
                  <a:pt x="64" y="86"/>
                </a:cubicBezTo>
                <a:cubicBezTo>
                  <a:pt x="73" y="86"/>
                  <a:pt x="73" y="86"/>
                  <a:pt x="73" y="86"/>
                </a:cubicBezTo>
                <a:cubicBezTo>
                  <a:pt x="73" y="75"/>
                  <a:pt x="73" y="75"/>
                  <a:pt x="73" y="75"/>
                </a:cubicBezTo>
                <a:cubicBezTo>
                  <a:pt x="82" y="74"/>
                  <a:pt x="90" y="72"/>
                  <a:pt x="98" y="69"/>
                </a:cubicBezTo>
                <a:cubicBezTo>
                  <a:pt x="128" y="58"/>
                  <a:pt x="128" y="58"/>
                  <a:pt x="128" y="58"/>
                </a:cubicBezTo>
                <a:cubicBezTo>
                  <a:pt x="128" y="108"/>
                  <a:pt x="128" y="108"/>
                  <a:pt x="128" y="108"/>
                </a:cubicBezTo>
                <a:lnTo>
                  <a:pt x="9" y="108"/>
                </a:lnTo>
                <a:close/>
              </a:path>
            </a:pathLst>
          </a:custGeom>
          <a:gradFill flip="none" rotWithShape="1">
            <a:gsLst>
              <a:gs pos="0">
                <a:schemeClr val="accent4"/>
              </a:gs>
              <a:gs pos="100000">
                <a:schemeClr val="accent3"/>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sp>
        <p:nvSpPr>
          <p:cNvPr id="192" name="Human">
            <a:extLst>
              <a:ext uri="{FF2B5EF4-FFF2-40B4-BE49-F238E27FC236}">
                <a16:creationId xmlns:a16="http://schemas.microsoft.com/office/drawing/2014/main" id="{157C257F-1322-4FF6-91AE-CB964D2B7579}"/>
              </a:ext>
            </a:extLst>
          </p:cNvPr>
          <p:cNvSpPr>
            <a:spLocks noEditPoints="1"/>
          </p:cNvSpPr>
          <p:nvPr/>
        </p:nvSpPr>
        <p:spPr bwMode="auto">
          <a:xfrm>
            <a:off x="6016522" y="2997911"/>
            <a:ext cx="238555" cy="262844"/>
          </a:xfrm>
          <a:custGeom>
            <a:avLst/>
            <a:gdLst>
              <a:gd name="T0" fmla="*/ 116 w 116"/>
              <a:gd name="T1" fmla="*/ 81 h 125"/>
              <a:gd name="T2" fmla="*/ 58 w 116"/>
              <a:gd name="T3" fmla="*/ 69 h 125"/>
              <a:gd name="T4" fmla="*/ 0 w 116"/>
              <a:gd name="T5" fmla="*/ 81 h 125"/>
              <a:gd name="T6" fmla="*/ 0 w 116"/>
              <a:gd name="T7" fmla="*/ 125 h 125"/>
              <a:gd name="T8" fmla="*/ 116 w 116"/>
              <a:gd name="T9" fmla="*/ 125 h 125"/>
              <a:gd name="T10" fmla="*/ 116 w 116"/>
              <a:gd name="T11" fmla="*/ 81 h 125"/>
              <a:gd name="T12" fmla="*/ 107 w 116"/>
              <a:gd name="T13" fmla="*/ 116 h 125"/>
              <a:gd name="T14" fmla="*/ 9 w 116"/>
              <a:gd name="T15" fmla="*/ 116 h 125"/>
              <a:gd name="T16" fmla="*/ 9 w 116"/>
              <a:gd name="T17" fmla="*/ 88 h 125"/>
              <a:gd name="T18" fmla="*/ 58 w 116"/>
              <a:gd name="T19" fmla="*/ 78 h 125"/>
              <a:gd name="T20" fmla="*/ 107 w 116"/>
              <a:gd name="T21" fmla="*/ 88 h 125"/>
              <a:gd name="T22" fmla="*/ 107 w 116"/>
              <a:gd name="T23" fmla="*/ 116 h 125"/>
              <a:gd name="T24" fmla="*/ 58 w 116"/>
              <a:gd name="T25" fmla="*/ 58 h 125"/>
              <a:gd name="T26" fmla="*/ 87 w 116"/>
              <a:gd name="T27" fmla="*/ 29 h 125"/>
              <a:gd name="T28" fmla="*/ 58 w 116"/>
              <a:gd name="T29" fmla="*/ 0 h 125"/>
              <a:gd name="T30" fmla="*/ 29 w 116"/>
              <a:gd name="T31" fmla="*/ 29 h 125"/>
              <a:gd name="T32" fmla="*/ 58 w 116"/>
              <a:gd name="T33" fmla="*/ 58 h 125"/>
              <a:gd name="T34" fmla="*/ 58 w 116"/>
              <a:gd name="T35" fmla="*/ 9 h 125"/>
              <a:gd name="T36" fmla="*/ 78 w 116"/>
              <a:gd name="T37" fmla="*/ 29 h 125"/>
              <a:gd name="T38" fmla="*/ 58 w 116"/>
              <a:gd name="T39" fmla="*/ 50 h 125"/>
              <a:gd name="T40" fmla="*/ 37 w 116"/>
              <a:gd name="T41" fmla="*/ 29 h 125"/>
              <a:gd name="T42" fmla="*/ 58 w 116"/>
              <a:gd name="T43" fmla="*/ 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6" h="125">
                <a:moveTo>
                  <a:pt x="116" y="81"/>
                </a:moveTo>
                <a:cubicBezTo>
                  <a:pt x="58" y="69"/>
                  <a:pt x="58" y="69"/>
                  <a:pt x="58" y="69"/>
                </a:cubicBezTo>
                <a:cubicBezTo>
                  <a:pt x="0" y="81"/>
                  <a:pt x="0" y="81"/>
                  <a:pt x="0" y="81"/>
                </a:cubicBezTo>
                <a:cubicBezTo>
                  <a:pt x="0" y="125"/>
                  <a:pt x="0" y="125"/>
                  <a:pt x="0" y="125"/>
                </a:cubicBezTo>
                <a:cubicBezTo>
                  <a:pt x="116" y="125"/>
                  <a:pt x="116" y="125"/>
                  <a:pt x="116" y="125"/>
                </a:cubicBezTo>
                <a:lnTo>
                  <a:pt x="116" y="81"/>
                </a:lnTo>
                <a:close/>
                <a:moveTo>
                  <a:pt x="107" y="116"/>
                </a:moveTo>
                <a:cubicBezTo>
                  <a:pt x="9" y="116"/>
                  <a:pt x="9" y="116"/>
                  <a:pt x="9" y="116"/>
                </a:cubicBezTo>
                <a:cubicBezTo>
                  <a:pt x="9" y="88"/>
                  <a:pt x="9" y="88"/>
                  <a:pt x="9" y="88"/>
                </a:cubicBezTo>
                <a:cubicBezTo>
                  <a:pt x="58" y="78"/>
                  <a:pt x="58" y="78"/>
                  <a:pt x="58" y="78"/>
                </a:cubicBezTo>
                <a:cubicBezTo>
                  <a:pt x="107" y="88"/>
                  <a:pt x="107" y="88"/>
                  <a:pt x="107" y="88"/>
                </a:cubicBezTo>
                <a:lnTo>
                  <a:pt x="107" y="116"/>
                </a:lnTo>
                <a:close/>
                <a:moveTo>
                  <a:pt x="58" y="58"/>
                </a:moveTo>
                <a:cubicBezTo>
                  <a:pt x="74" y="58"/>
                  <a:pt x="87" y="45"/>
                  <a:pt x="87" y="29"/>
                </a:cubicBezTo>
                <a:cubicBezTo>
                  <a:pt x="87" y="13"/>
                  <a:pt x="74" y="0"/>
                  <a:pt x="58" y="0"/>
                </a:cubicBezTo>
                <a:cubicBezTo>
                  <a:pt x="42" y="0"/>
                  <a:pt x="29" y="13"/>
                  <a:pt x="29" y="29"/>
                </a:cubicBezTo>
                <a:cubicBezTo>
                  <a:pt x="29" y="45"/>
                  <a:pt x="42" y="58"/>
                  <a:pt x="58" y="58"/>
                </a:cubicBezTo>
                <a:close/>
                <a:moveTo>
                  <a:pt x="58" y="9"/>
                </a:moveTo>
                <a:cubicBezTo>
                  <a:pt x="69" y="9"/>
                  <a:pt x="78" y="18"/>
                  <a:pt x="78" y="29"/>
                </a:cubicBezTo>
                <a:cubicBezTo>
                  <a:pt x="78" y="40"/>
                  <a:pt x="69" y="50"/>
                  <a:pt x="58" y="50"/>
                </a:cubicBezTo>
                <a:cubicBezTo>
                  <a:pt x="47" y="50"/>
                  <a:pt x="37" y="40"/>
                  <a:pt x="37" y="29"/>
                </a:cubicBezTo>
                <a:cubicBezTo>
                  <a:pt x="37" y="18"/>
                  <a:pt x="47" y="9"/>
                  <a:pt x="58" y="9"/>
                </a:cubicBezTo>
                <a:close/>
              </a:path>
            </a:pathLst>
          </a:custGeom>
          <a:gradFill flip="none" rotWithShape="1">
            <a:gsLst>
              <a:gs pos="0">
                <a:schemeClr val="accent4"/>
              </a:gs>
              <a:gs pos="10000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nvGrpSpPr>
          <p:cNvPr id="193" name="Group 192">
            <a:extLst>
              <a:ext uri="{FF2B5EF4-FFF2-40B4-BE49-F238E27FC236}">
                <a16:creationId xmlns:a16="http://schemas.microsoft.com/office/drawing/2014/main" id="{9C9A605E-B2BE-4CDE-89BE-32F7D3277EA6}"/>
              </a:ext>
            </a:extLst>
          </p:cNvPr>
          <p:cNvGrpSpPr/>
          <p:nvPr/>
        </p:nvGrpSpPr>
        <p:grpSpPr>
          <a:xfrm>
            <a:off x="2521782" y="593019"/>
            <a:ext cx="801666" cy="801666"/>
            <a:chOff x="7349505" y="606851"/>
            <a:chExt cx="1211126" cy="1211126"/>
          </a:xfrm>
          <a:solidFill>
            <a:schemeClr val="bg2"/>
          </a:solidFill>
        </p:grpSpPr>
        <p:sp>
          <p:nvSpPr>
            <p:cNvPr id="194" name="Oval 193">
              <a:extLst>
                <a:ext uri="{FF2B5EF4-FFF2-40B4-BE49-F238E27FC236}">
                  <a16:creationId xmlns:a16="http://schemas.microsoft.com/office/drawing/2014/main" id="{582A1AC0-AA17-454C-9E18-F1A9972052CA}"/>
                </a:ext>
              </a:extLst>
            </p:cNvPr>
            <p:cNvSpPr/>
            <p:nvPr/>
          </p:nvSpPr>
          <p:spPr>
            <a:xfrm>
              <a:off x="7349505" y="606851"/>
              <a:ext cx="1211126" cy="1211126"/>
            </a:xfrm>
            <a:prstGeom prst="ellipse">
              <a:avLst/>
            </a:prstGeom>
            <a:grp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5" name="Oval 194">
              <a:extLst>
                <a:ext uri="{FF2B5EF4-FFF2-40B4-BE49-F238E27FC236}">
                  <a16:creationId xmlns:a16="http://schemas.microsoft.com/office/drawing/2014/main" id="{D4524582-3F1A-425F-B8D0-3D9A83BA100D}"/>
                </a:ext>
              </a:extLst>
            </p:cNvPr>
            <p:cNvSpPr/>
            <p:nvPr/>
          </p:nvSpPr>
          <p:spPr>
            <a:xfrm>
              <a:off x="7349505" y="606851"/>
              <a:ext cx="1211126" cy="1211126"/>
            </a:xfrm>
            <a:prstGeom prst="ellipse">
              <a:avLst/>
            </a:prstGeom>
            <a:grp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6" name="Group 195">
            <a:extLst>
              <a:ext uri="{FF2B5EF4-FFF2-40B4-BE49-F238E27FC236}">
                <a16:creationId xmlns:a16="http://schemas.microsoft.com/office/drawing/2014/main" id="{642317D6-8CED-4C7A-BB3A-E8622AF821E9}"/>
              </a:ext>
            </a:extLst>
          </p:cNvPr>
          <p:cNvGrpSpPr/>
          <p:nvPr/>
        </p:nvGrpSpPr>
        <p:grpSpPr>
          <a:xfrm>
            <a:off x="1784279" y="1555771"/>
            <a:ext cx="801666" cy="801666"/>
            <a:chOff x="7349505" y="606851"/>
            <a:chExt cx="1211126" cy="1211126"/>
          </a:xfrm>
          <a:solidFill>
            <a:schemeClr val="bg2"/>
          </a:solidFill>
        </p:grpSpPr>
        <p:sp>
          <p:nvSpPr>
            <p:cNvPr id="197" name="Oval 196">
              <a:extLst>
                <a:ext uri="{FF2B5EF4-FFF2-40B4-BE49-F238E27FC236}">
                  <a16:creationId xmlns:a16="http://schemas.microsoft.com/office/drawing/2014/main" id="{DB423C19-2552-4CAB-82BE-C70749541CCA}"/>
                </a:ext>
              </a:extLst>
            </p:cNvPr>
            <p:cNvSpPr/>
            <p:nvPr/>
          </p:nvSpPr>
          <p:spPr>
            <a:xfrm>
              <a:off x="7349505" y="606851"/>
              <a:ext cx="1211126" cy="1211126"/>
            </a:xfrm>
            <a:prstGeom prst="ellipse">
              <a:avLst/>
            </a:prstGeom>
            <a:grp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 name="Oval 197">
              <a:extLst>
                <a:ext uri="{FF2B5EF4-FFF2-40B4-BE49-F238E27FC236}">
                  <a16:creationId xmlns:a16="http://schemas.microsoft.com/office/drawing/2014/main" id="{7528A4A7-0E6C-46FE-A34E-ABFA5B418AD6}"/>
                </a:ext>
              </a:extLst>
            </p:cNvPr>
            <p:cNvSpPr/>
            <p:nvPr/>
          </p:nvSpPr>
          <p:spPr>
            <a:xfrm>
              <a:off x="7349505" y="606851"/>
              <a:ext cx="1211126" cy="1211126"/>
            </a:xfrm>
            <a:prstGeom prst="ellipse">
              <a:avLst/>
            </a:prstGeom>
            <a:grp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9" name="Group 198">
            <a:extLst>
              <a:ext uri="{FF2B5EF4-FFF2-40B4-BE49-F238E27FC236}">
                <a16:creationId xmlns:a16="http://schemas.microsoft.com/office/drawing/2014/main" id="{FE762D93-D77B-4E5C-BF91-37CE371FDE19}"/>
              </a:ext>
            </a:extLst>
          </p:cNvPr>
          <p:cNvGrpSpPr/>
          <p:nvPr/>
        </p:nvGrpSpPr>
        <p:grpSpPr>
          <a:xfrm>
            <a:off x="1784279" y="2719965"/>
            <a:ext cx="801666" cy="801666"/>
            <a:chOff x="7349505" y="606851"/>
            <a:chExt cx="1211126" cy="1211126"/>
          </a:xfrm>
          <a:solidFill>
            <a:schemeClr val="bg2"/>
          </a:solidFill>
        </p:grpSpPr>
        <p:sp>
          <p:nvSpPr>
            <p:cNvPr id="200" name="Oval 199">
              <a:extLst>
                <a:ext uri="{FF2B5EF4-FFF2-40B4-BE49-F238E27FC236}">
                  <a16:creationId xmlns:a16="http://schemas.microsoft.com/office/drawing/2014/main" id="{8DBA9064-5AED-4D8B-8E1D-F95F5D780651}"/>
                </a:ext>
              </a:extLst>
            </p:cNvPr>
            <p:cNvSpPr/>
            <p:nvPr/>
          </p:nvSpPr>
          <p:spPr>
            <a:xfrm>
              <a:off x="7349505" y="606851"/>
              <a:ext cx="1211126" cy="1211126"/>
            </a:xfrm>
            <a:prstGeom prst="ellipse">
              <a:avLst/>
            </a:prstGeom>
            <a:grp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 name="Oval 200">
              <a:extLst>
                <a:ext uri="{FF2B5EF4-FFF2-40B4-BE49-F238E27FC236}">
                  <a16:creationId xmlns:a16="http://schemas.microsoft.com/office/drawing/2014/main" id="{49505DCE-2A2D-4650-AC5A-0DEDA95F9A0D}"/>
                </a:ext>
              </a:extLst>
            </p:cNvPr>
            <p:cNvSpPr/>
            <p:nvPr/>
          </p:nvSpPr>
          <p:spPr>
            <a:xfrm>
              <a:off x="7349505" y="606851"/>
              <a:ext cx="1211126" cy="1211126"/>
            </a:xfrm>
            <a:prstGeom prst="ellipse">
              <a:avLst/>
            </a:prstGeom>
            <a:grp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02" name="Group 201">
            <a:extLst>
              <a:ext uri="{FF2B5EF4-FFF2-40B4-BE49-F238E27FC236}">
                <a16:creationId xmlns:a16="http://schemas.microsoft.com/office/drawing/2014/main" id="{618811E0-46FF-4730-9ECD-1098EBC3CA0E}"/>
              </a:ext>
            </a:extLst>
          </p:cNvPr>
          <p:cNvGrpSpPr/>
          <p:nvPr/>
        </p:nvGrpSpPr>
        <p:grpSpPr>
          <a:xfrm>
            <a:off x="2521782" y="3694805"/>
            <a:ext cx="801666" cy="801666"/>
            <a:chOff x="7349505" y="606851"/>
            <a:chExt cx="1211126" cy="1211126"/>
          </a:xfrm>
          <a:solidFill>
            <a:schemeClr val="bg2"/>
          </a:solidFill>
        </p:grpSpPr>
        <p:sp>
          <p:nvSpPr>
            <p:cNvPr id="203" name="Oval 202">
              <a:extLst>
                <a:ext uri="{FF2B5EF4-FFF2-40B4-BE49-F238E27FC236}">
                  <a16:creationId xmlns:a16="http://schemas.microsoft.com/office/drawing/2014/main" id="{1EA8FF4A-1B89-4AC6-AA4E-51A54188ABC2}"/>
                </a:ext>
              </a:extLst>
            </p:cNvPr>
            <p:cNvSpPr/>
            <p:nvPr/>
          </p:nvSpPr>
          <p:spPr>
            <a:xfrm>
              <a:off x="7349505" y="606851"/>
              <a:ext cx="1211126" cy="1211126"/>
            </a:xfrm>
            <a:prstGeom prst="ellipse">
              <a:avLst/>
            </a:prstGeom>
            <a:grpFill/>
            <a:ln>
              <a:noFill/>
            </a:ln>
            <a:effectLst>
              <a:outerShdw blurRad="177800" dist="1143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 name="Oval 203">
              <a:extLst>
                <a:ext uri="{FF2B5EF4-FFF2-40B4-BE49-F238E27FC236}">
                  <a16:creationId xmlns:a16="http://schemas.microsoft.com/office/drawing/2014/main" id="{C6C00F10-CD5A-4798-A31B-676BE3139C09}"/>
                </a:ext>
              </a:extLst>
            </p:cNvPr>
            <p:cNvSpPr/>
            <p:nvPr/>
          </p:nvSpPr>
          <p:spPr>
            <a:xfrm>
              <a:off x="7349505" y="606851"/>
              <a:ext cx="1211126" cy="1211126"/>
            </a:xfrm>
            <a:prstGeom prst="ellipse">
              <a:avLst/>
            </a:prstGeom>
            <a:grpFill/>
            <a:ln>
              <a:noFill/>
            </a:ln>
            <a:effectLst>
              <a:outerShdw blurRad="114300" dist="1143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05" name="Gear">
            <a:extLst>
              <a:ext uri="{FF2B5EF4-FFF2-40B4-BE49-F238E27FC236}">
                <a16:creationId xmlns:a16="http://schemas.microsoft.com/office/drawing/2014/main" id="{D03F50DA-A6EB-42D6-94BA-27DAFE2F0CB1}"/>
              </a:ext>
            </a:extLst>
          </p:cNvPr>
          <p:cNvSpPr>
            <a:spLocks noEditPoints="1"/>
          </p:cNvSpPr>
          <p:nvPr/>
        </p:nvSpPr>
        <p:spPr bwMode="auto">
          <a:xfrm>
            <a:off x="2801107" y="3969738"/>
            <a:ext cx="253702" cy="269457"/>
          </a:xfrm>
          <a:custGeom>
            <a:avLst/>
            <a:gdLst>
              <a:gd name="T0" fmla="*/ 34 w 129"/>
              <a:gd name="T1" fmla="*/ 107 h 134"/>
              <a:gd name="T2" fmla="*/ 52 w 129"/>
              <a:gd name="T3" fmla="*/ 134 h 134"/>
              <a:gd name="T4" fmla="*/ 83 w 129"/>
              <a:gd name="T5" fmla="*/ 114 h 134"/>
              <a:gd name="T6" fmla="*/ 117 w 129"/>
              <a:gd name="T7" fmla="*/ 112 h 134"/>
              <a:gd name="T8" fmla="*/ 114 w 129"/>
              <a:gd name="T9" fmla="*/ 74 h 134"/>
              <a:gd name="T10" fmla="*/ 114 w 129"/>
              <a:gd name="T11" fmla="*/ 60 h 134"/>
              <a:gd name="T12" fmla="*/ 117 w 129"/>
              <a:gd name="T13" fmla="*/ 23 h 134"/>
              <a:gd name="T14" fmla="*/ 83 w 129"/>
              <a:gd name="T15" fmla="*/ 21 h 134"/>
              <a:gd name="T16" fmla="*/ 52 w 129"/>
              <a:gd name="T17" fmla="*/ 0 h 134"/>
              <a:gd name="T18" fmla="*/ 34 w 129"/>
              <a:gd name="T19" fmla="*/ 28 h 134"/>
              <a:gd name="T20" fmla="*/ 0 w 129"/>
              <a:gd name="T21" fmla="*/ 45 h 134"/>
              <a:gd name="T22" fmla="*/ 15 w 129"/>
              <a:gd name="T23" fmla="*/ 67 h 134"/>
              <a:gd name="T24" fmla="*/ 0 w 129"/>
              <a:gd name="T25" fmla="*/ 90 h 134"/>
              <a:gd name="T26" fmla="*/ 25 w 129"/>
              <a:gd name="T27" fmla="*/ 77 h 134"/>
              <a:gd name="T28" fmla="*/ 24 w 129"/>
              <a:gd name="T29" fmla="*/ 67 h 134"/>
              <a:gd name="T30" fmla="*/ 25 w 129"/>
              <a:gd name="T31" fmla="*/ 58 h 134"/>
              <a:gd name="T32" fmla="*/ 17 w 129"/>
              <a:gd name="T33" fmla="*/ 33 h 134"/>
              <a:gd name="T34" fmla="*/ 38 w 129"/>
              <a:gd name="T35" fmla="*/ 36 h 134"/>
              <a:gd name="T36" fmla="*/ 53 w 129"/>
              <a:gd name="T37" fmla="*/ 28 h 134"/>
              <a:gd name="T38" fmla="*/ 71 w 129"/>
              <a:gd name="T39" fmla="*/ 9 h 134"/>
              <a:gd name="T40" fmla="*/ 78 w 129"/>
              <a:gd name="T41" fmla="*/ 29 h 134"/>
              <a:gd name="T42" fmla="*/ 93 w 129"/>
              <a:gd name="T43" fmla="*/ 38 h 134"/>
              <a:gd name="T44" fmla="*/ 118 w 129"/>
              <a:gd name="T45" fmla="*/ 43 h 134"/>
              <a:gd name="T46" fmla="*/ 105 w 129"/>
              <a:gd name="T47" fmla="*/ 60 h 134"/>
              <a:gd name="T48" fmla="*/ 105 w 129"/>
              <a:gd name="T49" fmla="*/ 75 h 134"/>
              <a:gd name="T50" fmla="*/ 118 w 129"/>
              <a:gd name="T51" fmla="*/ 91 h 134"/>
              <a:gd name="T52" fmla="*/ 93 w 129"/>
              <a:gd name="T53" fmla="*/ 97 h 134"/>
              <a:gd name="T54" fmla="*/ 78 w 129"/>
              <a:gd name="T55" fmla="*/ 106 h 134"/>
              <a:gd name="T56" fmla="*/ 71 w 129"/>
              <a:gd name="T57" fmla="*/ 126 h 134"/>
              <a:gd name="T58" fmla="*/ 53 w 129"/>
              <a:gd name="T59" fmla="*/ 107 h 134"/>
              <a:gd name="T60" fmla="*/ 38 w 129"/>
              <a:gd name="T61" fmla="*/ 99 h 134"/>
              <a:gd name="T62" fmla="*/ 17 w 129"/>
              <a:gd name="T63" fmla="*/ 102 h 134"/>
              <a:gd name="T64" fmla="*/ 25 w 129"/>
              <a:gd name="T65" fmla="*/ 77 h 134"/>
              <a:gd name="T66" fmla="*/ 91 w 129"/>
              <a:gd name="T67" fmla="*/ 67 h 134"/>
              <a:gd name="T68" fmla="*/ 38 w 129"/>
              <a:gd name="T69" fmla="*/ 67 h 134"/>
              <a:gd name="T70" fmla="*/ 65 w 129"/>
              <a:gd name="T71" fmla="*/ 50 h 134"/>
              <a:gd name="T72" fmla="*/ 65 w 129"/>
              <a:gd name="T73" fmla="*/ 85 h 134"/>
              <a:gd name="T74" fmla="*/ 65 w 129"/>
              <a:gd name="T75" fmla="*/ 5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9" h="134">
                <a:moveTo>
                  <a:pt x="13" y="112"/>
                </a:moveTo>
                <a:cubicBezTo>
                  <a:pt x="34" y="107"/>
                  <a:pt x="34" y="107"/>
                  <a:pt x="34" y="107"/>
                </a:cubicBezTo>
                <a:cubicBezTo>
                  <a:pt x="38" y="110"/>
                  <a:pt x="42" y="112"/>
                  <a:pt x="46" y="114"/>
                </a:cubicBezTo>
                <a:cubicBezTo>
                  <a:pt x="52" y="134"/>
                  <a:pt x="52" y="134"/>
                  <a:pt x="52" y="134"/>
                </a:cubicBezTo>
                <a:cubicBezTo>
                  <a:pt x="77" y="134"/>
                  <a:pt x="77" y="134"/>
                  <a:pt x="77" y="134"/>
                </a:cubicBezTo>
                <a:cubicBezTo>
                  <a:pt x="83" y="114"/>
                  <a:pt x="83" y="114"/>
                  <a:pt x="83" y="114"/>
                </a:cubicBezTo>
                <a:cubicBezTo>
                  <a:pt x="88" y="112"/>
                  <a:pt x="92" y="110"/>
                  <a:pt x="96" y="107"/>
                </a:cubicBezTo>
                <a:cubicBezTo>
                  <a:pt x="117" y="112"/>
                  <a:pt x="117" y="112"/>
                  <a:pt x="117" y="112"/>
                </a:cubicBezTo>
                <a:cubicBezTo>
                  <a:pt x="129" y="90"/>
                  <a:pt x="129" y="90"/>
                  <a:pt x="129" y="90"/>
                </a:cubicBezTo>
                <a:cubicBezTo>
                  <a:pt x="114" y="74"/>
                  <a:pt x="114" y="74"/>
                  <a:pt x="114" y="74"/>
                </a:cubicBezTo>
                <a:cubicBezTo>
                  <a:pt x="115" y="72"/>
                  <a:pt x="115" y="70"/>
                  <a:pt x="115" y="67"/>
                </a:cubicBezTo>
                <a:cubicBezTo>
                  <a:pt x="115" y="65"/>
                  <a:pt x="115" y="63"/>
                  <a:pt x="114" y="60"/>
                </a:cubicBezTo>
                <a:cubicBezTo>
                  <a:pt x="129" y="45"/>
                  <a:pt x="129" y="45"/>
                  <a:pt x="129" y="45"/>
                </a:cubicBezTo>
                <a:cubicBezTo>
                  <a:pt x="117" y="23"/>
                  <a:pt x="117" y="23"/>
                  <a:pt x="117" y="23"/>
                </a:cubicBezTo>
                <a:cubicBezTo>
                  <a:pt x="96" y="28"/>
                  <a:pt x="96" y="28"/>
                  <a:pt x="96" y="28"/>
                </a:cubicBezTo>
                <a:cubicBezTo>
                  <a:pt x="92" y="25"/>
                  <a:pt x="88" y="23"/>
                  <a:pt x="83" y="21"/>
                </a:cubicBezTo>
                <a:cubicBezTo>
                  <a:pt x="77" y="0"/>
                  <a:pt x="77" y="0"/>
                  <a:pt x="77" y="0"/>
                </a:cubicBezTo>
                <a:cubicBezTo>
                  <a:pt x="52" y="0"/>
                  <a:pt x="52" y="0"/>
                  <a:pt x="52" y="0"/>
                </a:cubicBezTo>
                <a:cubicBezTo>
                  <a:pt x="46" y="21"/>
                  <a:pt x="46" y="21"/>
                  <a:pt x="46" y="21"/>
                </a:cubicBezTo>
                <a:cubicBezTo>
                  <a:pt x="42" y="23"/>
                  <a:pt x="38" y="25"/>
                  <a:pt x="34" y="28"/>
                </a:cubicBezTo>
                <a:cubicBezTo>
                  <a:pt x="13" y="23"/>
                  <a:pt x="13" y="23"/>
                  <a:pt x="13" y="23"/>
                </a:cubicBezTo>
                <a:cubicBezTo>
                  <a:pt x="0" y="45"/>
                  <a:pt x="0" y="45"/>
                  <a:pt x="0" y="45"/>
                </a:cubicBezTo>
                <a:cubicBezTo>
                  <a:pt x="15" y="60"/>
                  <a:pt x="15" y="60"/>
                  <a:pt x="15" y="60"/>
                </a:cubicBezTo>
                <a:cubicBezTo>
                  <a:pt x="15" y="63"/>
                  <a:pt x="15" y="65"/>
                  <a:pt x="15" y="67"/>
                </a:cubicBezTo>
                <a:cubicBezTo>
                  <a:pt x="15" y="70"/>
                  <a:pt x="15" y="72"/>
                  <a:pt x="15" y="74"/>
                </a:cubicBezTo>
                <a:cubicBezTo>
                  <a:pt x="0" y="90"/>
                  <a:pt x="0" y="90"/>
                  <a:pt x="0" y="90"/>
                </a:cubicBezTo>
                <a:lnTo>
                  <a:pt x="13" y="112"/>
                </a:lnTo>
                <a:close/>
                <a:moveTo>
                  <a:pt x="25" y="77"/>
                </a:moveTo>
                <a:cubicBezTo>
                  <a:pt x="24" y="75"/>
                  <a:pt x="24" y="75"/>
                  <a:pt x="24" y="75"/>
                </a:cubicBezTo>
                <a:cubicBezTo>
                  <a:pt x="24" y="72"/>
                  <a:pt x="24" y="70"/>
                  <a:pt x="24" y="67"/>
                </a:cubicBezTo>
                <a:cubicBezTo>
                  <a:pt x="24" y="65"/>
                  <a:pt x="24" y="62"/>
                  <a:pt x="24" y="60"/>
                </a:cubicBezTo>
                <a:cubicBezTo>
                  <a:pt x="25" y="58"/>
                  <a:pt x="25" y="58"/>
                  <a:pt x="25" y="58"/>
                </a:cubicBezTo>
                <a:cubicBezTo>
                  <a:pt x="11" y="43"/>
                  <a:pt x="11" y="43"/>
                  <a:pt x="11" y="43"/>
                </a:cubicBezTo>
                <a:cubicBezTo>
                  <a:pt x="17" y="33"/>
                  <a:pt x="17" y="33"/>
                  <a:pt x="17" y="33"/>
                </a:cubicBezTo>
                <a:cubicBezTo>
                  <a:pt x="36" y="38"/>
                  <a:pt x="36" y="38"/>
                  <a:pt x="36" y="38"/>
                </a:cubicBezTo>
                <a:cubicBezTo>
                  <a:pt x="38" y="36"/>
                  <a:pt x="38" y="36"/>
                  <a:pt x="38" y="36"/>
                </a:cubicBezTo>
                <a:cubicBezTo>
                  <a:pt x="42" y="33"/>
                  <a:pt x="46" y="30"/>
                  <a:pt x="51" y="29"/>
                </a:cubicBezTo>
                <a:cubicBezTo>
                  <a:pt x="53" y="28"/>
                  <a:pt x="53" y="28"/>
                  <a:pt x="53" y="28"/>
                </a:cubicBezTo>
                <a:cubicBezTo>
                  <a:pt x="59" y="9"/>
                  <a:pt x="59" y="9"/>
                  <a:pt x="59" y="9"/>
                </a:cubicBezTo>
                <a:cubicBezTo>
                  <a:pt x="71" y="9"/>
                  <a:pt x="71" y="9"/>
                  <a:pt x="71" y="9"/>
                </a:cubicBezTo>
                <a:cubicBezTo>
                  <a:pt x="76" y="28"/>
                  <a:pt x="76" y="28"/>
                  <a:pt x="76" y="28"/>
                </a:cubicBezTo>
                <a:cubicBezTo>
                  <a:pt x="78" y="29"/>
                  <a:pt x="78" y="29"/>
                  <a:pt x="78" y="29"/>
                </a:cubicBezTo>
                <a:cubicBezTo>
                  <a:pt x="83" y="30"/>
                  <a:pt x="88" y="33"/>
                  <a:pt x="92" y="36"/>
                </a:cubicBezTo>
                <a:cubicBezTo>
                  <a:pt x="93" y="38"/>
                  <a:pt x="93" y="38"/>
                  <a:pt x="93" y="38"/>
                </a:cubicBezTo>
                <a:cubicBezTo>
                  <a:pt x="112" y="33"/>
                  <a:pt x="112" y="33"/>
                  <a:pt x="112" y="33"/>
                </a:cubicBezTo>
                <a:cubicBezTo>
                  <a:pt x="118" y="43"/>
                  <a:pt x="118" y="43"/>
                  <a:pt x="118" y="43"/>
                </a:cubicBezTo>
                <a:cubicBezTo>
                  <a:pt x="105" y="57"/>
                  <a:pt x="105" y="57"/>
                  <a:pt x="105" y="57"/>
                </a:cubicBezTo>
                <a:cubicBezTo>
                  <a:pt x="105" y="60"/>
                  <a:pt x="105" y="60"/>
                  <a:pt x="105" y="60"/>
                </a:cubicBezTo>
                <a:cubicBezTo>
                  <a:pt x="106" y="62"/>
                  <a:pt x="106" y="65"/>
                  <a:pt x="106" y="67"/>
                </a:cubicBezTo>
                <a:cubicBezTo>
                  <a:pt x="106" y="70"/>
                  <a:pt x="106" y="72"/>
                  <a:pt x="105" y="75"/>
                </a:cubicBezTo>
                <a:cubicBezTo>
                  <a:pt x="105" y="77"/>
                  <a:pt x="105" y="77"/>
                  <a:pt x="105" y="77"/>
                </a:cubicBezTo>
                <a:cubicBezTo>
                  <a:pt x="118" y="91"/>
                  <a:pt x="118" y="91"/>
                  <a:pt x="118" y="91"/>
                </a:cubicBezTo>
                <a:cubicBezTo>
                  <a:pt x="112" y="102"/>
                  <a:pt x="112" y="102"/>
                  <a:pt x="112" y="102"/>
                </a:cubicBezTo>
                <a:cubicBezTo>
                  <a:pt x="93" y="97"/>
                  <a:pt x="93" y="97"/>
                  <a:pt x="93" y="97"/>
                </a:cubicBezTo>
                <a:cubicBezTo>
                  <a:pt x="92" y="99"/>
                  <a:pt x="92" y="99"/>
                  <a:pt x="92" y="99"/>
                </a:cubicBezTo>
                <a:cubicBezTo>
                  <a:pt x="88" y="102"/>
                  <a:pt x="83" y="105"/>
                  <a:pt x="78" y="106"/>
                </a:cubicBezTo>
                <a:cubicBezTo>
                  <a:pt x="76" y="107"/>
                  <a:pt x="76" y="107"/>
                  <a:pt x="76" y="107"/>
                </a:cubicBezTo>
                <a:cubicBezTo>
                  <a:pt x="71" y="126"/>
                  <a:pt x="71" y="126"/>
                  <a:pt x="71" y="126"/>
                </a:cubicBezTo>
                <a:cubicBezTo>
                  <a:pt x="59" y="126"/>
                  <a:pt x="59" y="126"/>
                  <a:pt x="59" y="126"/>
                </a:cubicBezTo>
                <a:cubicBezTo>
                  <a:pt x="53" y="107"/>
                  <a:pt x="53" y="107"/>
                  <a:pt x="53" y="107"/>
                </a:cubicBezTo>
                <a:cubicBezTo>
                  <a:pt x="51" y="106"/>
                  <a:pt x="51" y="106"/>
                  <a:pt x="51" y="106"/>
                </a:cubicBezTo>
                <a:cubicBezTo>
                  <a:pt x="46" y="105"/>
                  <a:pt x="42" y="102"/>
                  <a:pt x="38" y="99"/>
                </a:cubicBezTo>
                <a:cubicBezTo>
                  <a:pt x="36" y="97"/>
                  <a:pt x="36" y="97"/>
                  <a:pt x="36" y="97"/>
                </a:cubicBezTo>
                <a:cubicBezTo>
                  <a:pt x="17" y="102"/>
                  <a:pt x="17" y="102"/>
                  <a:pt x="17" y="102"/>
                </a:cubicBezTo>
                <a:cubicBezTo>
                  <a:pt x="11" y="91"/>
                  <a:pt x="11" y="91"/>
                  <a:pt x="11" y="91"/>
                </a:cubicBezTo>
                <a:lnTo>
                  <a:pt x="25" y="77"/>
                </a:lnTo>
                <a:close/>
                <a:moveTo>
                  <a:pt x="65" y="94"/>
                </a:moveTo>
                <a:cubicBezTo>
                  <a:pt x="79" y="94"/>
                  <a:pt x="91" y="82"/>
                  <a:pt x="91" y="67"/>
                </a:cubicBezTo>
                <a:cubicBezTo>
                  <a:pt x="91" y="53"/>
                  <a:pt x="79" y="41"/>
                  <a:pt x="65" y="41"/>
                </a:cubicBezTo>
                <a:cubicBezTo>
                  <a:pt x="50" y="41"/>
                  <a:pt x="38" y="53"/>
                  <a:pt x="38" y="67"/>
                </a:cubicBezTo>
                <a:cubicBezTo>
                  <a:pt x="38" y="82"/>
                  <a:pt x="50" y="94"/>
                  <a:pt x="65" y="94"/>
                </a:cubicBezTo>
                <a:close/>
                <a:moveTo>
                  <a:pt x="65" y="50"/>
                </a:moveTo>
                <a:cubicBezTo>
                  <a:pt x="74" y="50"/>
                  <a:pt x="82" y="58"/>
                  <a:pt x="82" y="67"/>
                </a:cubicBezTo>
                <a:cubicBezTo>
                  <a:pt x="82" y="77"/>
                  <a:pt x="74" y="85"/>
                  <a:pt x="65" y="85"/>
                </a:cubicBezTo>
                <a:cubicBezTo>
                  <a:pt x="55" y="85"/>
                  <a:pt x="47" y="77"/>
                  <a:pt x="47" y="67"/>
                </a:cubicBezTo>
                <a:cubicBezTo>
                  <a:pt x="47" y="58"/>
                  <a:pt x="55" y="50"/>
                  <a:pt x="65" y="50"/>
                </a:cubicBezTo>
                <a:close/>
              </a:path>
            </a:pathLst>
          </a:custGeom>
          <a:gradFill flip="none" rotWithShape="1">
            <a:gsLst>
              <a:gs pos="0">
                <a:schemeClr val="accent4"/>
              </a:gs>
              <a:gs pos="10000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nvGrpSpPr>
          <p:cNvPr id="206" name="Group 205">
            <a:extLst>
              <a:ext uri="{FF2B5EF4-FFF2-40B4-BE49-F238E27FC236}">
                <a16:creationId xmlns:a16="http://schemas.microsoft.com/office/drawing/2014/main" id="{35D382F1-FCA6-42A6-BA4B-171113E5F359}"/>
              </a:ext>
            </a:extLst>
          </p:cNvPr>
          <p:cNvGrpSpPr/>
          <p:nvPr/>
        </p:nvGrpSpPr>
        <p:grpSpPr>
          <a:xfrm>
            <a:off x="3204781" y="1448553"/>
            <a:ext cx="214435" cy="214435"/>
            <a:chOff x="1852613" y="3303984"/>
            <a:chExt cx="239316" cy="239316"/>
          </a:xfrm>
        </p:grpSpPr>
        <p:grpSp>
          <p:nvGrpSpPr>
            <p:cNvPr id="207" name="Group 206">
              <a:extLst>
                <a:ext uri="{FF2B5EF4-FFF2-40B4-BE49-F238E27FC236}">
                  <a16:creationId xmlns:a16="http://schemas.microsoft.com/office/drawing/2014/main" id="{79ACF3EB-1F9B-45C7-890A-A684066244B5}"/>
                </a:ext>
              </a:extLst>
            </p:cNvPr>
            <p:cNvGrpSpPr/>
            <p:nvPr/>
          </p:nvGrpSpPr>
          <p:grpSpPr>
            <a:xfrm>
              <a:off x="1852613" y="3303984"/>
              <a:ext cx="239316" cy="239316"/>
              <a:chOff x="1221185" y="3854450"/>
              <a:chExt cx="240506" cy="240506"/>
            </a:xfrm>
          </p:grpSpPr>
          <p:sp>
            <p:nvSpPr>
              <p:cNvPr id="209" name="Oval 208">
                <a:extLst>
                  <a:ext uri="{FF2B5EF4-FFF2-40B4-BE49-F238E27FC236}">
                    <a16:creationId xmlns:a16="http://schemas.microsoft.com/office/drawing/2014/main" id="{9FD048C3-DB68-4519-8846-5E25678D52DF}"/>
                  </a:ext>
                </a:extLst>
              </p:cNvPr>
              <p:cNvSpPr/>
              <p:nvPr/>
            </p:nvSpPr>
            <p:spPr>
              <a:xfrm>
                <a:off x="1221185" y="3854450"/>
                <a:ext cx="240506" cy="240506"/>
              </a:xfrm>
              <a:prstGeom prst="ellipse">
                <a:avLst/>
              </a:prstGeom>
              <a:solidFill>
                <a:schemeClr val="bg2"/>
              </a:solidFill>
              <a:ln>
                <a:noFill/>
              </a:ln>
              <a:effectLst>
                <a:outerShdw blurRad="76200" dist="381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 name="Oval 209">
                <a:extLst>
                  <a:ext uri="{FF2B5EF4-FFF2-40B4-BE49-F238E27FC236}">
                    <a16:creationId xmlns:a16="http://schemas.microsoft.com/office/drawing/2014/main" id="{AC9B2E38-A4A0-4989-8C7C-DA317A72D916}"/>
                  </a:ext>
                </a:extLst>
              </p:cNvPr>
              <p:cNvSpPr/>
              <p:nvPr/>
            </p:nvSpPr>
            <p:spPr>
              <a:xfrm>
                <a:off x="1221185" y="3854450"/>
                <a:ext cx="240506" cy="240506"/>
              </a:xfrm>
              <a:prstGeom prst="ellipse">
                <a:avLst/>
              </a:prstGeom>
              <a:solidFill>
                <a:schemeClr val="bg2"/>
              </a:solidFill>
              <a:ln>
                <a:noFill/>
              </a:ln>
              <a:effectLst>
                <a:outerShdw blurRad="63500" dist="508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08" name="Oval 9">
              <a:extLst>
                <a:ext uri="{FF2B5EF4-FFF2-40B4-BE49-F238E27FC236}">
                  <a16:creationId xmlns:a16="http://schemas.microsoft.com/office/drawing/2014/main" id="{AD5F6958-9CC9-48FB-8B48-0BC42AED7619}"/>
                </a:ext>
              </a:extLst>
            </p:cNvPr>
            <p:cNvSpPr>
              <a:spLocks noChangeArrowheads="1"/>
            </p:cNvSpPr>
            <p:nvPr/>
          </p:nvSpPr>
          <p:spPr bwMode="auto">
            <a:xfrm>
              <a:off x="1926432" y="3377406"/>
              <a:ext cx="95250" cy="98425"/>
            </a:xfrm>
            <a:prstGeom prst="ellipse">
              <a:avLst/>
            </a:prstGeom>
            <a:gradFill flip="none" rotWithShape="1">
              <a:gsLst>
                <a:gs pos="100000">
                  <a:schemeClr val="accent4"/>
                </a:gs>
                <a:gs pos="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grpSp>
        <p:nvGrpSpPr>
          <p:cNvPr id="211" name="Group 210">
            <a:extLst>
              <a:ext uri="{FF2B5EF4-FFF2-40B4-BE49-F238E27FC236}">
                <a16:creationId xmlns:a16="http://schemas.microsoft.com/office/drawing/2014/main" id="{F4896F98-58E2-4D71-9BEB-446E95B44064}"/>
              </a:ext>
            </a:extLst>
          </p:cNvPr>
          <p:cNvGrpSpPr/>
          <p:nvPr/>
        </p:nvGrpSpPr>
        <p:grpSpPr>
          <a:xfrm>
            <a:off x="2713488" y="2059664"/>
            <a:ext cx="214435" cy="214435"/>
            <a:chOff x="1852613" y="3303984"/>
            <a:chExt cx="239316" cy="239316"/>
          </a:xfrm>
        </p:grpSpPr>
        <p:grpSp>
          <p:nvGrpSpPr>
            <p:cNvPr id="212" name="Group 211">
              <a:extLst>
                <a:ext uri="{FF2B5EF4-FFF2-40B4-BE49-F238E27FC236}">
                  <a16:creationId xmlns:a16="http://schemas.microsoft.com/office/drawing/2014/main" id="{5DDE4CFE-F266-4CF5-8872-874A6D2D84CC}"/>
                </a:ext>
              </a:extLst>
            </p:cNvPr>
            <p:cNvGrpSpPr/>
            <p:nvPr/>
          </p:nvGrpSpPr>
          <p:grpSpPr>
            <a:xfrm>
              <a:off x="1852613" y="3303984"/>
              <a:ext cx="239316" cy="239316"/>
              <a:chOff x="1221185" y="3854450"/>
              <a:chExt cx="240506" cy="240506"/>
            </a:xfrm>
          </p:grpSpPr>
          <p:sp>
            <p:nvSpPr>
              <p:cNvPr id="214" name="Oval 213">
                <a:extLst>
                  <a:ext uri="{FF2B5EF4-FFF2-40B4-BE49-F238E27FC236}">
                    <a16:creationId xmlns:a16="http://schemas.microsoft.com/office/drawing/2014/main" id="{E8E46285-7A99-451B-BD9C-2999E1408A56}"/>
                  </a:ext>
                </a:extLst>
              </p:cNvPr>
              <p:cNvSpPr/>
              <p:nvPr/>
            </p:nvSpPr>
            <p:spPr>
              <a:xfrm>
                <a:off x="1221185" y="3854450"/>
                <a:ext cx="240506" cy="240506"/>
              </a:xfrm>
              <a:prstGeom prst="ellipse">
                <a:avLst/>
              </a:prstGeom>
              <a:solidFill>
                <a:schemeClr val="bg2"/>
              </a:solidFill>
              <a:ln>
                <a:noFill/>
              </a:ln>
              <a:effectLst>
                <a:outerShdw blurRad="76200" dist="381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 name="Oval 214">
                <a:extLst>
                  <a:ext uri="{FF2B5EF4-FFF2-40B4-BE49-F238E27FC236}">
                    <a16:creationId xmlns:a16="http://schemas.microsoft.com/office/drawing/2014/main" id="{DAD0B6F5-6767-452E-833E-982254E8F1C6}"/>
                  </a:ext>
                </a:extLst>
              </p:cNvPr>
              <p:cNvSpPr/>
              <p:nvPr/>
            </p:nvSpPr>
            <p:spPr>
              <a:xfrm>
                <a:off x="1221185" y="3854450"/>
                <a:ext cx="240506" cy="240506"/>
              </a:xfrm>
              <a:prstGeom prst="ellipse">
                <a:avLst/>
              </a:prstGeom>
              <a:solidFill>
                <a:schemeClr val="bg2"/>
              </a:solidFill>
              <a:ln>
                <a:noFill/>
              </a:ln>
              <a:effectLst>
                <a:outerShdw blurRad="63500" dist="508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13" name="Oval 9">
              <a:extLst>
                <a:ext uri="{FF2B5EF4-FFF2-40B4-BE49-F238E27FC236}">
                  <a16:creationId xmlns:a16="http://schemas.microsoft.com/office/drawing/2014/main" id="{48454F7E-3588-4655-8287-512CCB9B53DD}"/>
                </a:ext>
              </a:extLst>
            </p:cNvPr>
            <p:cNvSpPr>
              <a:spLocks noChangeArrowheads="1"/>
            </p:cNvSpPr>
            <p:nvPr/>
          </p:nvSpPr>
          <p:spPr bwMode="auto">
            <a:xfrm>
              <a:off x="1926432" y="3377406"/>
              <a:ext cx="95250" cy="98425"/>
            </a:xfrm>
            <a:prstGeom prst="ellipse">
              <a:avLst/>
            </a:prstGeom>
            <a:gradFill flip="none" rotWithShape="1">
              <a:gsLst>
                <a:gs pos="100000">
                  <a:schemeClr val="accent4"/>
                </a:gs>
                <a:gs pos="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grpSp>
        <p:nvGrpSpPr>
          <p:cNvPr id="216" name="Group 215">
            <a:extLst>
              <a:ext uri="{FF2B5EF4-FFF2-40B4-BE49-F238E27FC236}">
                <a16:creationId xmlns:a16="http://schemas.microsoft.com/office/drawing/2014/main" id="{6B554F50-B115-49D6-A351-C0B7D08648C3}"/>
              </a:ext>
            </a:extLst>
          </p:cNvPr>
          <p:cNvGrpSpPr/>
          <p:nvPr/>
        </p:nvGrpSpPr>
        <p:grpSpPr>
          <a:xfrm>
            <a:off x="2783790" y="2825371"/>
            <a:ext cx="214435" cy="214435"/>
            <a:chOff x="1852613" y="3303984"/>
            <a:chExt cx="239316" cy="239316"/>
          </a:xfrm>
        </p:grpSpPr>
        <p:grpSp>
          <p:nvGrpSpPr>
            <p:cNvPr id="217" name="Group 216">
              <a:extLst>
                <a:ext uri="{FF2B5EF4-FFF2-40B4-BE49-F238E27FC236}">
                  <a16:creationId xmlns:a16="http://schemas.microsoft.com/office/drawing/2014/main" id="{F60ADFA0-0B74-4A72-B998-16A62440E42E}"/>
                </a:ext>
              </a:extLst>
            </p:cNvPr>
            <p:cNvGrpSpPr/>
            <p:nvPr/>
          </p:nvGrpSpPr>
          <p:grpSpPr>
            <a:xfrm>
              <a:off x="1852613" y="3303984"/>
              <a:ext cx="239316" cy="239316"/>
              <a:chOff x="1221185" y="3854450"/>
              <a:chExt cx="240506" cy="240506"/>
            </a:xfrm>
          </p:grpSpPr>
          <p:sp>
            <p:nvSpPr>
              <p:cNvPr id="219" name="Oval 218">
                <a:extLst>
                  <a:ext uri="{FF2B5EF4-FFF2-40B4-BE49-F238E27FC236}">
                    <a16:creationId xmlns:a16="http://schemas.microsoft.com/office/drawing/2014/main" id="{E8ECC98A-7F75-4998-9F1C-0C2A4A775B75}"/>
                  </a:ext>
                </a:extLst>
              </p:cNvPr>
              <p:cNvSpPr/>
              <p:nvPr/>
            </p:nvSpPr>
            <p:spPr>
              <a:xfrm>
                <a:off x="1221185" y="3854450"/>
                <a:ext cx="240506" cy="240506"/>
              </a:xfrm>
              <a:prstGeom prst="ellipse">
                <a:avLst/>
              </a:prstGeom>
              <a:solidFill>
                <a:schemeClr val="bg2"/>
              </a:solidFill>
              <a:ln>
                <a:noFill/>
              </a:ln>
              <a:effectLst>
                <a:outerShdw blurRad="76200" dist="381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Oval 219">
                <a:extLst>
                  <a:ext uri="{FF2B5EF4-FFF2-40B4-BE49-F238E27FC236}">
                    <a16:creationId xmlns:a16="http://schemas.microsoft.com/office/drawing/2014/main" id="{05727844-BB78-46B2-BF31-BE33DCDF9F3C}"/>
                  </a:ext>
                </a:extLst>
              </p:cNvPr>
              <p:cNvSpPr/>
              <p:nvPr/>
            </p:nvSpPr>
            <p:spPr>
              <a:xfrm>
                <a:off x="1221185" y="3854450"/>
                <a:ext cx="240506" cy="240506"/>
              </a:xfrm>
              <a:prstGeom prst="ellipse">
                <a:avLst/>
              </a:prstGeom>
              <a:solidFill>
                <a:schemeClr val="bg2"/>
              </a:solidFill>
              <a:ln>
                <a:noFill/>
              </a:ln>
              <a:effectLst>
                <a:outerShdw blurRad="63500" dist="508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18" name="Oval 9">
              <a:extLst>
                <a:ext uri="{FF2B5EF4-FFF2-40B4-BE49-F238E27FC236}">
                  <a16:creationId xmlns:a16="http://schemas.microsoft.com/office/drawing/2014/main" id="{E8AB8803-9F42-4300-A89E-7D4AE511FF1A}"/>
                </a:ext>
              </a:extLst>
            </p:cNvPr>
            <p:cNvSpPr>
              <a:spLocks noChangeArrowheads="1"/>
            </p:cNvSpPr>
            <p:nvPr/>
          </p:nvSpPr>
          <p:spPr bwMode="auto">
            <a:xfrm>
              <a:off x="1926432" y="3377406"/>
              <a:ext cx="95250" cy="98425"/>
            </a:xfrm>
            <a:prstGeom prst="ellipse">
              <a:avLst/>
            </a:prstGeom>
            <a:gradFill flip="none" rotWithShape="1">
              <a:gsLst>
                <a:gs pos="100000">
                  <a:schemeClr val="accent4"/>
                </a:gs>
                <a:gs pos="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grpSp>
        <p:nvGrpSpPr>
          <p:cNvPr id="221" name="Group 220">
            <a:extLst>
              <a:ext uri="{FF2B5EF4-FFF2-40B4-BE49-F238E27FC236}">
                <a16:creationId xmlns:a16="http://schemas.microsoft.com/office/drawing/2014/main" id="{1777D00D-0F72-477C-8701-AF37DE8EDC3E}"/>
              </a:ext>
            </a:extLst>
          </p:cNvPr>
          <p:cNvGrpSpPr/>
          <p:nvPr/>
        </p:nvGrpSpPr>
        <p:grpSpPr>
          <a:xfrm>
            <a:off x="3205158" y="3422939"/>
            <a:ext cx="214435" cy="214435"/>
            <a:chOff x="1852613" y="3303984"/>
            <a:chExt cx="239316" cy="239316"/>
          </a:xfrm>
        </p:grpSpPr>
        <p:grpSp>
          <p:nvGrpSpPr>
            <p:cNvPr id="222" name="Group 221">
              <a:extLst>
                <a:ext uri="{FF2B5EF4-FFF2-40B4-BE49-F238E27FC236}">
                  <a16:creationId xmlns:a16="http://schemas.microsoft.com/office/drawing/2014/main" id="{535558EA-7419-4B57-88E2-96CE75573915}"/>
                </a:ext>
              </a:extLst>
            </p:cNvPr>
            <p:cNvGrpSpPr/>
            <p:nvPr/>
          </p:nvGrpSpPr>
          <p:grpSpPr>
            <a:xfrm>
              <a:off x="1852613" y="3303984"/>
              <a:ext cx="239316" cy="239316"/>
              <a:chOff x="1221185" y="3854450"/>
              <a:chExt cx="240506" cy="240506"/>
            </a:xfrm>
          </p:grpSpPr>
          <p:sp>
            <p:nvSpPr>
              <p:cNvPr id="224" name="Oval 223">
                <a:extLst>
                  <a:ext uri="{FF2B5EF4-FFF2-40B4-BE49-F238E27FC236}">
                    <a16:creationId xmlns:a16="http://schemas.microsoft.com/office/drawing/2014/main" id="{0DA430F5-83C6-4DCA-BED0-176FAC3D1608}"/>
                  </a:ext>
                </a:extLst>
              </p:cNvPr>
              <p:cNvSpPr/>
              <p:nvPr/>
            </p:nvSpPr>
            <p:spPr>
              <a:xfrm>
                <a:off x="1221185" y="3854450"/>
                <a:ext cx="240506" cy="240506"/>
              </a:xfrm>
              <a:prstGeom prst="ellipse">
                <a:avLst/>
              </a:prstGeom>
              <a:solidFill>
                <a:schemeClr val="bg2"/>
              </a:solidFill>
              <a:ln>
                <a:noFill/>
              </a:ln>
              <a:effectLst>
                <a:outerShdw blurRad="76200" dist="38100" dir="2700000" algn="tl"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5" name="Oval 224">
                <a:extLst>
                  <a:ext uri="{FF2B5EF4-FFF2-40B4-BE49-F238E27FC236}">
                    <a16:creationId xmlns:a16="http://schemas.microsoft.com/office/drawing/2014/main" id="{A4FABB95-C089-46D7-8B2B-4853037F344B}"/>
                  </a:ext>
                </a:extLst>
              </p:cNvPr>
              <p:cNvSpPr/>
              <p:nvPr/>
            </p:nvSpPr>
            <p:spPr>
              <a:xfrm>
                <a:off x="1221185" y="3854450"/>
                <a:ext cx="240506" cy="240506"/>
              </a:xfrm>
              <a:prstGeom prst="ellipse">
                <a:avLst/>
              </a:prstGeom>
              <a:solidFill>
                <a:schemeClr val="bg2"/>
              </a:solidFill>
              <a:ln>
                <a:noFill/>
              </a:ln>
              <a:effectLst>
                <a:outerShdw blurRad="63500" dist="50800" dir="13500000" algn="br" rotWithShape="0">
                  <a:schemeClr val="tx2">
                    <a:alpha val="5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3" name="Oval 9">
              <a:extLst>
                <a:ext uri="{FF2B5EF4-FFF2-40B4-BE49-F238E27FC236}">
                  <a16:creationId xmlns:a16="http://schemas.microsoft.com/office/drawing/2014/main" id="{5B18D5F3-5FD1-4AC2-B07E-55E9E2D70B70}"/>
                </a:ext>
              </a:extLst>
            </p:cNvPr>
            <p:cNvSpPr>
              <a:spLocks noChangeArrowheads="1"/>
            </p:cNvSpPr>
            <p:nvPr/>
          </p:nvSpPr>
          <p:spPr bwMode="auto">
            <a:xfrm>
              <a:off x="1926432" y="3377406"/>
              <a:ext cx="95250" cy="98425"/>
            </a:xfrm>
            <a:prstGeom prst="ellipse">
              <a:avLst/>
            </a:prstGeom>
            <a:gradFill flip="none" rotWithShape="1">
              <a:gsLst>
                <a:gs pos="100000">
                  <a:schemeClr val="accent4"/>
                </a:gs>
                <a:gs pos="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grpSp>
      <p:sp>
        <p:nvSpPr>
          <p:cNvPr id="226" name="Rectangle 225">
            <a:extLst>
              <a:ext uri="{FF2B5EF4-FFF2-40B4-BE49-F238E27FC236}">
                <a16:creationId xmlns:a16="http://schemas.microsoft.com/office/drawing/2014/main" id="{837D7816-65CD-4910-9419-5CC47E63FDF9}"/>
              </a:ext>
            </a:extLst>
          </p:cNvPr>
          <p:cNvSpPr>
            <a:spLocks noChangeArrowheads="1"/>
          </p:cNvSpPr>
          <p:nvPr/>
        </p:nvSpPr>
        <p:spPr bwMode="auto">
          <a:xfrm>
            <a:off x="5978422" y="809716"/>
            <a:ext cx="981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Online Gaming</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and Lotteries</a:t>
            </a:r>
          </a:p>
        </p:txBody>
      </p:sp>
      <p:sp>
        <p:nvSpPr>
          <p:cNvPr id="227" name="Rectangle 226">
            <a:extLst>
              <a:ext uri="{FF2B5EF4-FFF2-40B4-BE49-F238E27FC236}">
                <a16:creationId xmlns:a16="http://schemas.microsoft.com/office/drawing/2014/main" id="{F8159C7A-4177-49DD-8597-A9C6C11475BC}"/>
              </a:ext>
            </a:extLst>
          </p:cNvPr>
          <p:cNvSpPr>
            <a:spLocks noChangeArrowheads="1"/>
          </p:cNvSpPr>
          <p:nvPr/>
        </p:nvSpPr>
        <p:spPr bwMode="auto">
          <a:xfrm>
            <a:off x="6637219" y="1829127"/>
            <a:ext cx="17035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Secure Data Storage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and Digital Assets</a:t>
            </a:r>
          </a:p>
        </p:txBody>
      </p:sp>
      <p:sp>
        <p:nvSpPr>
          <p:cNvPr id="228" name="Rectangle 227">
            <a:extLst>
              <a:ext uri="{FF2B5EF4-FFF2-40B4-BE49-F238E27FC236}">
                <a16:creationId xmlns:a16="http://schemas.microsoft.com/office/drawing/2014/main" id="{0B95B4C4-FC63-4426-A5AE-29DBB2733C09}"/>
              </a:ext>
            </a:extLst>
          </p:cNvPr>
          <p:cNvSpPr>
            <a:spLocks noChangeArrowheads="1"/>
          </p:cNvSpPr>
          <p:nvPr/>
        </p:nvSpPr>
        <p:spPr bwMode="auto">
          <a:xfrm>
            <a:off x="6637219" y="3000895"/>
            <a:ext cx="14423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Identity and Access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Management</a:t>
            </a:r>
          </a:p>
        </p:txBody>
      </p:sp>
      <p:sp>
        <p:nvSpPr>
          <p:cNvPr id="229" name="Rectangle 228">
            <a:extLst>
              <a:ext uri="{FF2B5EF4-FFF2-40B4-BE49-F238E27FC236}">
                <a16:creationId xmlns:a16="http://schemas.microsoft.com/office/drawing/2014/main" id="{7C5BFFC2-4871-49B2-B246-F13F549330B7}"/>
              </a:ext>
            </a:extLst>
          </p:cNvPr>
          <p:cNvSpPr>
            <a:spLocks noChangeArrowheads="1"/>
          </p:cNvSpPr>
          <p:nvPr/>
        </p:nvSpPr>
        <p:spPr bwMode="auto">
          <a:xfrm>
            <a:off x="5978422" y="3926561"/>
            <a:ext cx="163982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Secure Token and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OTP Generation for</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Digital Payments</a:t>
            </a:r>
          </a:p>
        </p:txBody>
      </p:sp>
      <p:sp>
        <p:nvSpPr>
          <p:cNvPr id="230" name="Rectangle 229">
            <a:extLst>
              <a:ext uri="{FF2B5EF4-FFF2-40B4-BE49-F238E27FC236}">
                <a16:creationId xmlns:a16="http://schemas.microsoft.com/office/drawing/2014/main" id="{411E8793-4BA1-401E-9BDC-3F5438B36AA5}"/>
              </a:ext>
            </a:extLst>
          </p:cNvPr>
          <p:cNvSpPr>
            <a:spLocks noChangeArrowheads="1"/>
          </p:cNvSpPr>
          <p:nvPr/>
        </p:nvSpPr>
        <p:spPr bwMode="auto">
          <a:xfrm>
            <a:off x="444141" y="1829127"/>
            <a:ext cx="12230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Risk Management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and Option Pricing</a:t>
            </a:r>
          </a:p>
        </p:txBody>
      </p:sp>
      <p:sp>
        <p:nvSpPr>
          <p:cNvPr id="231" name="Rectangle 230">
            <a:extLst>
              <a:ext uri="{FF2B5EF4-FFF2-40B4-BE49-F238E27FC236}">
                <a16:creationId xmlns:a16="http://schemas.microsoft.com/office/drawing/2014/main" id="{36993CEE-110C-4023-9C90-C5E234297FEC}"/>
              </a:ext>
            </a:extLst>
          </p:cNvPr>
          <p:cNvSpPr>
            <a:spLocks noChangeArrowheads="1"/>
          </p:cNvSpPr>
          <p:nvPr/>
        </p:nvSpPr>
        <p:spPr bwMode="auto">
          <a:xfrm>
            <a:off x="1088126" y="809716"/>
            <a:ext cx="129519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Network</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Routing Protocols</a:t>
            </a:r>
          </a:p>
        </p:txBody>
      </p:sp>
      <p:sp>
        <p:nvSpPr>
          <p:cNvPr id="232" name="Rectangle 231">
            <a:extLst>
              <a:ext uri="{FF2B5EF4-FFF2-40B4-BE49-F238E27FC236}">
                <a16:creationId xmlns:a16="http://schemas.microsoft.com/office/drawing/2014/main" id="{FA424E00-1613-407F-BBA2-F9CFE79CAB34}"/>
              </a:ext>
            </a:extLst>
          </p:cNvPr>
          <p:cNvSpPr>
            <a:spLocks noChangeArrowheads="1"/>
          </p:cNvSpPr>
          <p:nvPr/>
        </p:nvSpPr>
        <p:spPr bwMode="auto">
          <a:xfrm>
            <a:off x="463294" y="3884696"/>
            <a:ext cx="192002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Heuristic Algorithm based</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Simulations/ Monte</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Carlo Simulations</a:t>
            </a:r>
          </a:p>
        </p:txBody>
      </p:sp>
      <p:sp>
        <p:nvSpPr>
          <p:cNvPr id="233" name="Rectangle 232">
            <a:extLst>
              <a:ext uri="{FF2B5EF4-FFF2-40B4-BE49-F238E27FC236}">
                <a16:creationId xmlns:a16="http://schemas.microsoft.com/office/drawing/2014/main" id="{1B30E10F-A3C1-4D00-8939-9EDD8EB7FA8E}"/>
              </a:ext>
            </a:extLst>
          </p:cNvPr>
          <p:cNvSpPr>
            <a:spLocks noChangeArrowheads="1"/>
          </p:cNvSpPr>
          <p:nvPr/>
        </p:nvSpPr>
        <p:spPr bwMode="auto">
          <a:xfrm>
            <a:off x="310989" y="3000775"/>
            <a:ext cx="13562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Modeling of</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Financial Systems</a:t>
            </a:r>
          </a:p>
        </p:txBody>
      </p:sp>
      <p:sp>
        <p:nvSpPr>
          <p:cNvPr id="234" name="Google Shape;5967;p96">
            <a:extLst>
              <a:ext uri="{FF2B5EF4-FFF2-40B4-BE49-F238E27FC236}">
                <a16:creationId xmlns:a16="http://schemas.microsoft.com/office/drawing/2014/main" id="{47B0CFBC-4A91-43D9-9E47-AC346A0FD769}"/>
              </a:ext>
            </a:extLst>
          </p:cNvPr>
          <p:cNvSpPr/>
          <p:nvPr/>
        </p:nvSpPr>
        <p:spPr>
          <a:xfrm>
            <a:off x="3383115" y="1612902"/>
            <a:ext cx="1832971" cy="2470479"/>
          </a:xfrm>
          <a:custGeom>
            <a:avLst/>
            <a:gdLst/>
            <a:ahLst/>
            <a:cxnLst/>
            <a:rect l="l" t="t" r="r" b="b"/>
            <a:pathLst>
              <a:path w="1480" h="1995" extrusionOk="0">
                <a:moveTo>
                  <a:pt x="1248" y="211"/>
                </a:moveTo>
                <a:cubicBezTo>
                  <a:pt x="1098" y="70"/>
                  <a:pt x="903" y="0"/>
                  <a:pt x="697" y="13"/>
                </a:cubicBezTo>
                <a:cubicBezTo>
                  <a:pt x="701" y="76"/>
                  <a:pt x="701" y="76"/>
                  <a:pt x="701" y="76"/>
                </a:cubicBezTo>
                <a:cubicBezTo>
                  <a:pt x="889" y="65"/>
                  <a:pt x="1068" y="129"/>
                  <a:pt x="1204" y="257"/>
                </a:cubicBezTo>
                <a:cubicBezTo>
                  <a:pt x="1341" y="386"/>
                  <a:pt x="1416" y="560"/>
                  <a:pt x="1416" y="747"/>
                </a:cubicBezTo>
                <a:cubicBezTo>
                  <a:pt x="1416" y="973"/>
                  <a:pt x="1303" y="1182"/>
                  <a:pt x="1115" y="1307"/>
                </a:cubicBezTo>
                <a:cubicBezTo>
                  <a:pt x="1050" y="1350"/>
                  <a:pt x="1001" y="1412"/>
                  <a:pt x="970" y="1483"/>
                </a:cubicBezTo>
                <a:cubicBezTo>
                  <a:pt x="516" y="1483"/>
                  <a:pt x="516" y="1483"/>
                  <a:pt x="516" y="1483"/>
                </a:cubicBezTo>
                <a:cubicBezTo>
                  <a:pt x="486" y="1411"/>
                  <a:pt x="436" y="1349"/>
                  <a:pt x="371" y="1306"/>
                </a:cubicBezTo>
                <a:cubicBezTo>
                  <a:pt x="177" y="1176"/>
                  <a:pt x="65" y="959"/>
                  <a:pt x="72" y="726"/>
                </a:cubicBezTo>
                <a:cubicBezTo>
                  <a:pt x="8" y="724"/>
                  <a:pt x="8" y="724"/>
                  <a:pt x="8" y="724"/>
                </a:cubicBezTo>
                <a:cubicBezTo>
                  <a:pt x="0" y="979"/>
                  <a:pt x="123" y="1217"/>
                  <a:pt x="336" y="1359"/>
                </a:cubicBezTo>
                <a:cubicBezTo>
                  <a:pt x="383" y="1391"/>
                  <a:pt x="420" y="1433"/>
                  <a:pt x="446" y="1483"/>
                </a:cubicBezTo>
                <a:cubicBezTo>
                  <a:pt x="360" y="1483"/>
                  <a:pt x="360" y="1483"/>
                  <a:pt x="360" y="1483"/>
                </a:cubicBezTo>
                <a:cubicBezTo>
                  <a:pt x="360" y="1547"/>
                  <a:pt x="360" y="1547"/>
                  <a:pt x="360" y="1547"/>
                </a:cubicBezTo>
                <a:cubicBezTo>
                  <a:pt x="472" y="1547"/>
                  <a:pt x="472" y="1547"/>
                  <a:pt x="472" y="1547"/>
                </a:cubicBezTo>
                <a:cubicBezTo>
                  <a:pt x="478" y="1568"/>
                  <a:pt x="483" y="1589"/>
                  <a:pt x="485" y="1611"/>
                </a:cubicBezTo>
                <a:cubicBezTo>
                  <a:pt x="424" y="1611"/>
                  <a:pt x="424" y="1611"/>
                  <a:pt x="424" y="1611"/>
                </a:cubicBezTo>
                <a:cubicBezTo>
                  <a:pt x="424" y="1675"/>
                  <a:pt x="424" y="1675"/>
                  <a:pt x="424" y="1675"/>
                </a:cubicBezTo>
                <a:cubicBezTo>
                  <a:pt x="488" y="1675"/>
                  <a:pt x="488" y="1675"/>
                  <a:pt x="488" y="1675"/>
                </a:cubicBezTo>
                <a:cubicBezTo>
                  <a:pt x="488" y="1771"/>
                  <a:pt x="488" y="1771"/>
                  <a:pt x="488" y="1771"/>
                </a:cubicBezTo>
                <a:cubicBezTo>
                  <a:pt x="488" y="1789"/>
                  <a:pt x="502" y="1803"/>
                  <a:pt x="520" y="1803"/>
                </a:cubicBezTo>
                <a:cubicBezTo>
                  <a:pt x="552" y="1803"/>
                  <a:pt x="552" y="1803"/>
                  <a:pt x="552" y="1803"/>
                </a:cubicBezTo>
                <a:cubicBezTo>
                  <a:pt x="552" y="1909"/>
                  <a:pt x="638" y="1995"/>
                  <a:pt x="744" y="1995"/>
                </a:cubicBezTo>
                <a:cubicBezTo>
                  <a:pt x="850" y="1995"/>
                  <a:pt x="936" y="1909"/>
                  <a:pt x="936" y="1803"/>
                </a:cubicBezTo>
                <a:cubicBezTo>
                  <a:pt x="968" y="1803"/>
                  <a:pt x="968" y="1803"/>
                  <a:pt x="968" y="1803"/>
                </a:cubicBezTo>
                <a:cubicBezTo>
                  <a:pt x="986" y="1803"/>
                  <a:pt x="1000" y="1789"/>
                  <a:pt x="1000" y="1771"/>
                </a:cubicBezTo>
                <a:cubicBezTo>
                  <a:pt x="1000" y="1675"/>
                  <a:pt x="1000" y="1675"/>
                  <a:pt x="1000" y="1675"/>
                </a:cubicBezTo>
                <a:cubicBezTo>
                  <a:pt x="1064" y="1675"/>
                  <a:pt x="1064" y="1675"/>
                  <a:pt x="1064" y="1675"/>
                </a:cubicBezTo>
                <a:cubicBezTo>
                  <a:pt x="1064" y="1611"/>
                  <a:pt x="1064" y="1611"/>
                  <a:pt x="1064" y="1611"/>
                </a:cubicBezTo>
                <a:cubicBezTo>
                  <a:pt x="1002" y="1611"/>
                  <a:pt x="1002" y="1611"/>
                  <a:pt x="1002" y="1611"/>
                </a:cubicBezTo>
                <a:cubicBezTo>
                  <a:pt x="1005" y="1589"/>
                  <a:pt x="1009" y="1568"/>
                  <a:pt x="1015" y="1547"/>
                </a:cubicBezTo>
                <a:cubicBezTo>
                  <a:pt x="1128" y="1547"/>
                  <a:pt x="1128" y="1547"/>
                  <a:pt x="1128" y="1547"/>
                </a:cubicBezTo>
                <a:cubicBezTo>
                  <a:pt x="1128" y="1483"/>
                  <a:pt x="1128" y="1483"/>
                  <a:pt x="1128" y="1483"/>
                </a:cubicBezTo>
                <a:cubicBezTo>
                  <a:pt x="1040" y="1483"/>
                  <a:pt x="1040" y="1483"/>
                  <a:pt x="1040" y="1483"/>
                </a:cubicBezTo>
                <a:cubicBezTo>
                  <a:pt x="1066" y="1434"/>
                  <a:pt x="1103" y="1392"/>
                  <a:pt x="1150" y="1361"/>
                </a:cubicBezTo>
                <a:cubicBezTo>
                  <a:pt x="1357" y="1224"/>
                  <a:pt x="1480" y="994"/>
                  <a:pt x="1480" y="747"/>
                </a:cubicBezTo>
                <a:cubicBezTo>
                  <a:pt x="1480" y="545"/>
                  <a:pt x="1395" y="349"/>
                  <a:pt x="1248" y="211"/>
                </a:cubicBezTo>
                <a:close/>
                <a:moveTo>
                  <a:pt x="744" y="1931"/>
                </a:moveTo>
                <a:cubicBezTo>
                  <a:pt x="673" y="1931"/>
                  <a:pt x="616" y="1874"/>
                  <a:pt x="616" y="1803"/>
                </a:cubicBezTo>
                <a:cubicBezTo>
                  <a:pt x="872" y="1803"/>
                  <a:pt x="872" y="1803"/>
                  <a:pt x="872" y="1803"/>
                </a:cubicBezTo>
                <a:cubicBezTo>
                  <a:pt x="872" y="1874"/>
                  <a:pt x="815" y="1931"/>
                  <a:pt x="744" y="1931"/>
                </a:cubicBezTo>
                <a:close/>
                <a:moveTo>
                  <a:pt x="936" y="1739"/>
                </a:moveTo>
                <a:cubicBezTo>
                  <a:pt x="552" y="1739"/>
                  <a:pt x="552" y="1739"/>
                  <a:pt x="552" y="1739"/>
                </a:cubicBezTo>
                <a:cubicBezTo>
                  <a:pt x="552" y="1675"/>
                  <a:pt x="552" y="1675"/>
                  <a:pt x="552" y="1675"/>
                </a:cubicBezTo>
                <a:cubicBezTo>
                  <a:pt x="936" y="1675"/>
                  <a:pt x="936" y="1675"/>
                  <a:pt x="936" y="1675"/>
                </a:cubicBezTo>
                <a:lnTo>
                  <a:pt x="936" y="1739"/>
                </a:lnTo>
                <a:close/>
                <a:moveTo>
                  <a:pt x="938" y="1611"/>
                </a:moveTo>
                <a:cubicBezTo>
                  <a:pt x="549" y="1611"/>
                  <a:pt x="549" y="1611"/>
                  <a:pt x="549" y="1611"/>
                </a:cubicBezTo>
                <a:cubicBezTo>
                  <a:pt x="547" y="1589"/>
                  <a:pt x="544" y="1568"/>
                  <a:pt x="539" y="1547"/>
                </a:cubicBezTo>
                <a:cubicBezTo>
                  <a:pt x="948" y="1547"/>
                  <a:pt x="948" y="1547"/>
                  <a:pt x="948" y="1547"/>
                </a:cubicBezTo>
                <a:cubicBezTo>
                  <a:pt x="943" y="1568"/>
                  <a:pt x="940" y="1589"/>
                  <a:pt x="938" y="1611"/>
                </a:cubicBezTo>
                <a:close/>
                <a:moveTo>
                  <a:pt x="938" y="1611"/>
                </a:moveTo>
                <a:cubicBezTo>
                  <a:pt x="938" y="1611"/>
                  <a:pt x="938" y="1611"/>
                  <a:pt x="938" y="1611"/>
                </a:cubicBezTo>
              </a:path>
            </a:pathLst>
          </a:custGeom>
          <a:solidFill>
            <a:srgbClr val="EBECF0"/>
          </a:solidFill>
          <a:ln>
            <a:noFill/>
          </a:ln>
          <a:effectLst>
            <a:outerShdw blurRad="50800" dist="38100" dir="13500000" algn="br" rotWithShape="0">
              <a:srgbClr val="7F7F7F">
                <a:alpha val="40000"/>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85A5C1"/>
              </a:solidFill>
              <a:effectLst/>
              <a:uLnTx/>
              <a:uFillTx/>
              <a:latin typeface="Roboto"/>
              <a:ea typeface="Roboto"/>
              <a:cs typeface="Roboto"/>
              <a:sym typeface="Roboto"/>
            </a:endParaRPr>
          </a:p>
        </p:txBody>
      </p:sp>
      <p:sp>
        <p:nvSpPr>
          <p:cNvPr id="235" name="Google Shape;5968;p96">
            <a:extLst>
              <a:ext uri="{FF2B5EF4-FFF2-40B4-BE49-F238E27FC236}">
                <a16:creationId xmlns:a16="http://schemas.microsoft.com/office/drawing/2014/main" id="{FDA6C1D3-441E-4ED0-867D-6F607B424D37}"/>
              </a:ext>
            </a:extLst>
          </p:cNvPr>
          <p:cNvSpPr/>
          <p:nvPr/>
        </p:nvSpPr>
        <p:spPr>
          <a:xfrm>
            <a:off x="3582020" y="1272372"/>
            <a:ext cx="578290" cy="578928"/>
          </a:xfrm>
          <a:custGeom>
            <a:avLst/>
            <a:gdLst/>
            <a:ahLst/>
            <a:cxnLst/>
            <a:rect l="l" t="t" r="r" b="b"/>
            <a:pathLst>
              <a:path w="384" h="384" extrusionOk="0">
                <a:moveTo>
                  <a:pt x="32" y="224"/>
                </a:moveTo>
                <a:cubicBezTo>
                  <a:pt x="103" y="224"/>
                  <a:pt x="160" y="281"/>
                  <a:pt x="160" y="352"/>
                </a:cubicBezTo>
                <a:cubicBezTo>
                  <a:pt x="160" y="370"/>
                  <a:pt x="174" y="384"/>
                  <a:pt x="192" y="384"/>
                </a:cubicBezTo>
                <a:cubicBezTo>
                  <a:pt x="210" y="384"/>
                  <a:pt x="224" y="370"/>
                  <a:pt x="224" y="352"/>
                </a:cubicBezTo>
                <a:cubicBezTo>
                  <a:pt x="224" y="281"/>
                  <a:pt x="281" y="224"/>
                  <a:pt x="352" y="224"/>
                </a:cubicBezTo>
                <a:cubicBezTo>
                  <a:pt x="370" y="224"/>
                  <a:pt x="384" y="210"/>
                  <a:pt x="384" y="192"/>
                </a:cubicBezTo>
                <a:cubicBezTo>
                  <a:pt x="384" y="174"/>
                  <a:pt x="370" y="160"/>
                  <a:pt x="352" y="160"/>
                </a:cubicBezTo>
                <a:cubicBezTo>
                  <a:pt x="281" y="160"/>
                  <a:pt x="224" y="103"/>
                  <a:pt x="224" y="32"/>
                </a:cubicBezTo>
                <a:cubicBezTo>
                  <a:pt x="224" y="14"/>
                  <a:pt x="210" y="0"/>
                  <a:pt x="192" y="0"/>
                </a:cubicBezTo>
                <a:cubicBezTo>
                  <a:pt x="174" y="0"/>
                  <a:pt x="160" y="14"/>
                  <a:pt x="160" y="32"/>
                </a:cubicBezTo>
                <a:cubicBezTo>
                  <a:pt x="160" y="103"/>
                  <a:pt x="103" y="160"/>
                  <a:pt x="32" y="160"/>
                </a:cubicBezTo>
                <a:cubicBezTo>
                  <a:pt x="14" y="160"/>
                  <a:pt x="0" y="174"/>
                  <a:pt x="0" y="192"/>
                </a:cubicBezTo>
                <a:cubicBezTo>
                  <a:pt x="0" y="210"/>
                  <a:pt x="14" y="224"/>
                  <a:pt x="32" y="224"/>
                </a:cubicBezTo>
                <a:close/>
                <a:moveTo>
                  <a:pt x="192" y="138"/>
                </a:moveTo>
                <a:cubicBezTo>
                  <a:pt x="206" y="159"/>
                  <a:pt x="225" y="178"/>
                  <a:pt x="246" y="192"/>
                </a:cubicBezTo>
                <a:cubicBezTo>
                  <a:pt x="225" y="206"/>
                  <a:pt x="206" y="225"/>
                  <a:pt x="192" y="246"/>
                </a:cubicBezTo>
                <a:cubicBezTo>
                  <a:pt x="178" y="225"/>
                  <a:pt x="159" y="206"/>
                  <a:pt x="138" y="192"/>
                </a:cubicBezTo>
                <a:cubicBezTo>
                  <a:pt x="159" y="178"/>
                  <a:pt x="178" y="159"/>
                  <a:pt x="192" y="138"/>
                </a:cubicBezTo>
                <a:close/>
                <a:moveTo>
                  <a:pt x="192" y="138"/>
                </a:moveTo>
                <a:cubicBezTo>
                  <a:pt x="192" y="138"/>
                  <a:pt x="192" y="138"/>
                  <a:pt x="192" y="138"/>
                </a:cubicBezTo>
              </a:path>
            </a:pathLst>
          </a:custGeom>
          <a:solidFill>
            <a:srgbClr val="EBECF0"/>
          </a:solidFill>
          <a:ln>
            <a:noFill/>
          </a:ln>
          <a:effectLst>
            <a:outerShdw blurRad="50800" dist="38100" dir="13500000" algn="br" rotWithShape="0">
              <a:srgbClr val="7F7F7F">
                <a:alpha val="40000"/>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85A5C1"/>
              </a:solidFill>
              <a:effectLst/>
              <a:uLnTx/>
              <a:uFillTx/>
              <a:latin typeface="Roboto"/>
              <a:ea typeface="Roboto"/>
              <a:cs typeface="Roboto"/>
              <a:sym typeface="Roboto"/>
            </a:endParaRPr>
          </a:p>
        </p:txBody>
      </p:sp>
      <p:sp>
        <p:nvSpPr>
          <p:cNvPr id="236" name="Google Shape;5969;p96">
            <a:extLst>
              <a:ext uri="{FF2B5EF4-FFF2-40B4-BE49-F238E27FC236}">
                <a16:creationId xmlns:a16="http://schemas.microsoft.com/office/drawing/2014/main" id="{89460177-8298-4533-9F2C-9DBC9240A91F}"/>
              </a:ext>
            </a:extLst>
          </p:cNvPr>
          <p:cNvSpPr/>
          <p:nvPr/>
        </p:nvSpPr>
        <p:spPr>
          <a:xfrm>
            <a:off x="3176555" y="1788023"/>
            <a:ext cx="578928" cy="578928"/>
          </a:xfrm>
          <a:custGeom>
            <a:avLst/>
            <a:gdLst/>
            <a:ahLst/>
            <a:cxnLst/>
            <a:rect l="l" t="t" r="r" b="b"/>
            <a:pathLst>
              <a:path w="384" h="384" extrusionOk="0">
                <a:moveTo>
                  <a:pt x="352" y="224"/>
                </a:moveTo>
                <a:cubicBezTo>
                  <a:pt x="370" y="224"/>
                  <a:pt x="384" y="210"/>
                  <a:pt x="384" y="192"/>
                </a:cubicBezTo>
                <a:cubicBezTo>
                  <a:pt x="384" y="174"/>
                  <a:pt x="370" y="160"/>
                  <a:pt x="352" y="160"/>
                </a:cubicBezTo>
                <a:cubicBezTo>
                  <a:pt x="281" y="160"/>
                  <a:pt x="224" y="103"/>
                  <a:pt x="224" y="32"/>
                </a:cubicBezTo>
                <a:cubicBezTo>
                  <a:pt x="224" y="14"/>
                  <a:pt x="210" y="0"/>
                  <a:pt x="192" y="0"/>
                </a:cubicBezTo>
                <a:cubicBezTo>
                  <a:pt x="174" y="0"/>
                  <a:pt x="160" y="14"/>
                  <a:pt x="160" y="32"/>
                </a:cubicBezTo>
                <a:cubicBezTo>
                  <a:pt x="160" y="103"/>
                  <a:pt x="103" y="160"/>
                  <a:pt x="32" y="160"/>
                </a:cubicBezTo>
                <a:cubicBezTo>
                  <a:pt x="14" y="160"/>
                  <a:pt x="0" y="174"/>
                  <a:pt x="0" y="192"/>
                </a:cubicBezTo>
                <a:cubicBezTo>
                  <a:pt x="0" y="210"/>
                  <a:pt x="14" y="224"/>
                  <a:pt x="32" y="224"/>
                </a:cubicBezTo>
                <a:cubicBezTo>
                  <a:pt x="103" y="224"/>
                  <a:pt x="160" y="281"/>
                  <a:pt x="160" y="352"/>
                </a:cubicBezTo>
                <a:cubicBezTo>
                  <a:pt x="160" y="370"/>
                  <a:pt x="174" y="384"/>
                  <a:pt x="192" y="384"/>
                </a:cubicBezTo>
                <a:cubicBezTo>
                  <a:pt x="210" y="384"/>
                  <a:pt x="224" y="370"/>
                  <a:pt x="224" y="352"/>
                </a:cubicBezTo>
                <a:cubicBezTo>
                  <a:pt x="224" y="281"/>
                  <a:pt x="281" y="224"/>
                  <a:pt x="352" y="224"/>
                </a:cubicBezTo>
                <a:close/>
                <a:moveTo>
                  <a:pt x="192" y="246"/>
                </a:moveTo>
                <a:cubicBezTo>
                  <a:pt x="178" y="225"/>
                  <a:pt x="159" y="206"/>
                  <a:pt x="138" y="192"/>
                </a:cubicBezTo>
                <a:cubicBezTo>
                  <a:pt x="159" y="178"/>
                  <a:pt x="178" y="159"/>
                  <a:pt x="192" y="138"/>
                </a:cubicBezTo>
                <a:cubicBezTo>
                  <a:pt x="206" y="159"/>
                  <a:pt x="225" y="178"/>
                  <a:pt x="246" y="192"/>
                </a:cubicBezTo>
                <a:cubicBezTo>
                  <a:pt x="225" y="206"/>
                  <a:pt x="206" y="225"/>
                  <a:pt x="192" y="246"/>
                </a:cubicBezTo>
                <a:close/>
                <a:moveTo>
                  <a:pt x="192" y="246"/>
                </a:moveTo>
                <a:cubicBezTo>
                  <a:pt x="192" y="246"/>
                  <a:pt x="192" y="246"/>
                  <a:pt x="192" y="246"/>
                </a:cubicBezTo>
              </a:path>
            </a:pathLst>
          </a:custGeom>
          <a:solidFill>
            <a:srgbClr val="EBECF0"/>
          </a:solidFill>
          <a:ln>
            <a:noFill/>
          </a:ln>
          <a:effectLst>
            <a:outerShdw blurRad="50800" dist="38100" dir="13500000" algn="br" rotWithShape="0">
              <a:srgbClr val="7F7F7F">
                <a:alpha val="40000"/>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srgbClr val="85A5C1"/>
              </a:solidFill>
              <a:effectLst/>
              <a:uLnTx/>
              <a:uFillTx/>
              <a:latin typeface="Roboto"/>
              <a:ea typeface="Roboto"/>
              <a:cs typeface="Roboto"/>
              <a:sym typeface="Roboto"/>
            </a:endParaRPr>
          </a:p>
        </p:txBody>
      </p:sp>
      <p:sp>
        <p:nvSpPr>
          <p:cNvPr id="237" name="Freeform 67">
            <a:extLst>
              <a:ext uri="{FF2B5EF4-FFF2-40B4-BE49-F238E27FC236}">
                <a16:creationId xmlns:a16="http://schemas.microsoft.com/office/drawing/2014/main" id="{107AD0A0-FA86-48F0-92C4-19999A62AA7B}"/>
              </a:ext>
            </a:extLst>
          </p:cNvPr>
          <p:cNvSpPr>
            <a:spLocks noEditPoints="1"/>
          </p:cNvSpPr>
          <p:nvPr/>
        </p:nvSpPr>
        <p:spPr bwMode="auto">
          <a:xfrm>
            <a:off x="5266258" y="3959159"/>
            <a:ext cx="357188" cy="312738"/>
          </a:xfrm>
          <a:custGeom>
            <a:avLst/>
            <a:gdLst>
              <a:gd name="T0" fmla="*/ 91 w 94"/>
              <a:gd name="T1" fmla="*/ 0 h 82"/>
              <a:gd name="T2" fmla="*/ 2 w 94"/>
              <a:gd name="T3" fmla="*/ 0 h 82"/>
              <a:gd name="T4" fmla="*/ 0 w 94"/>
              <a:gd name="T5" fmla="*/ 2 h 82"/>
              <a:gd name="T6" fmla="*/ 0 w 94"/>
              <a:gd name="T7" fmla="*/ 63 h 82"/>
              <a:gd name="T8" fmla="*/ 2 w 94"/>
              <a:gd name="T9" fmla="*/ 66 h 82"/>
              <a:gd name="T10" fmla="*/ 12 w 94"/>
              <a:gd name="T11" fmla="*/ 66 h 82"/>
              <a:gd name="T12" fmla="*/ 12 w 94"/>
              <a:gd name="T13" fmla="*/ 80 h 82"/>
              <a:gd name="T14" fmla="*/ 13 w 94"/>
              <a:gd name="T15" fmla="*/ 82 h 82"/>
              <a:gd name="T16" fmla="*/ 14 w 94"/>
              <a:gd name="T17" fmla="*/ 82 h 82"/>
              <a:gd name="T18" fmla="*/ 16 w 94"/>
              <a:gd name="T19" fmla="*/ 82 h 82"/>
              <a:gd name="T20" fmla="*/ 34 w 94"/>
              <a:gd name="T21" fmla="*/ 66 h 82"/>
              <a:gd name="T22" fmla="*/ 91 w 94"/>
              <a:gd name="T23" fmla="*/ 66 h 82"/>
              <a:gd name="T24" fmla="*/ 94 w 94"/>
              <a:gd name="T25" fmla="*/ 63 h 82"/>
              <a:gd name="T26" fmla="*/ 94 w 94"/>
              <a:gd name="T27" fmla="*/ 2 h 82"/>
              <a:gd name="T28" fmla="*/ 91 w 94"/>
              <a:gd name="T29" fmla="*/ 0 h 82"/>
              <a:gd name="T30" fmla="*/ 89 w 94"/>
              <a:gd name="T31" fmla="*/ 61 h 82"/>
              <a:gd name="T32" fmla="*/ 33 w 94"/>
              <a:gd name="T33" fmla="*/ 61 h 82"/>
              <a:gd name="T34" fmla="*/ 31 w 94"/>
              <a:gd name="T35" fmla="*/ 61 h 82"/>
              <a:gd name="T36" fmla="*/ 16 w 94"/>
              <a:gd name="T37" fmla="*/ 75 h 82"/>
              <a:gd name="T38" fmla="*/ 16 w 94"/>
              <a:gd name="T39" fmla="*/ 63 h 82"/>
              <a:gd name="T40" fmla="*/ 14 w 94"/>
              <a:gd name="T41" fmla="*/ 61 h 82"/>
              <a:gd name="T42" fmla="*/ 5 w 94"/>
              <a:gd name="T43" fmla="*/ 61 h 82"/>
              <a:gd name="T44" fmla="*/ 5 w 94"/>
              <a:gd name="T45" fmla="*/ 4 h 82"/>
              <a:gd name="T46" fmla="*/ 89 w 94"/>
              <a:gd name="T47" fmla="*/ 4 h 82"/>
              <a:gd name="T48" fmla="*/ 89 w 94"/>
              <a:gd name="T49" fmla="*/ 61 h 82"/>
              <a:gd name="T50" fmla="*/ 75 w 94"/>
              <a:gd name="T51" fmla="*/ 20 h 82"/>
              <a:gd name="T52" fmla="*/ 19 w 94"/>
              <a:gd name="T53" fmla="*/ 20 h 82"/>
              <a:gd name="T54" fmla="*/ 19 w 94"/>
              <a:gd name="T55" fmla="*/ 15 h 82"/>
              <a:gd name="T56" fmla="*/ 75 w 94"/>
              <a:gd name="T57" fmla="*/ 15 h 82"/>
              <a:gd name="T58" fmla="*/ 75 w 94"/>
              <a:gd name="T59" fmla="*/ 20 h 82"/>
              <a:gd name="T60" fmla="*/ 75 w 94"/>
              <a:gd name="T61" fmla="*/ 33 h 82"/>
              <a:gd name="T62" fmla="*/ 19 w 94"/>
              <a:gd name="T63" fmla="*/ 33 h 82"/>
              <a:gd name="T64" fmla="*/ 19 w 94"/>
              <a:gd name="T65" fmla="*/ 28 h 82"/>
              <a:gd name="T66" fmla="*/ 75 w 94"/>
              <a:gd name="T67" fmla="*/ 28 h 82"/>
              <a:gd name="T68" fmla="*/ 75 w 94"/>
              <a:gd name="T69" fmla="*/ 33 h 82"/>
              <a:gd name="T70" fmla="*/ 75 w 94"/>
              <a:gd name="T71" fmla="*/ 45 h 82"/>
              <a:gd name="T72" fmla="*/ 19 w 94"/>
              <a:gd name="T73" fmla="*/ 45 h 82"/>
              <a:gd name="T74" fmla="*/ 19 w 94"/>
              <a:gd name="T75" fmla="*/ 40 h 82"/>
              <a:gd name="T76" fmla="*/ 75 w 94"/>
              <a:gd name="T77" fmla="*/ 40 h 82"/>
              <a:gd name="T78" fmla="*/ 75 w 94"/>
              <a:gd name="T79" fmla="*/ 4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4" h="82">
                <a:moveTo>
                  <a:pt x="91" y="0"/>
                </a:moveTo>
                <a:cubicBezTo>
                  <a:pt x="2" y="0"/>
                  <a:pt x="2" y="0"/>
                  <a:pt x="2" y="0"/>
                </a:cubicBezTo>
                <a:cubicBezTo>
                  <a:pt x="1" y="0"/>
                  <a:pt x="0" y="1"/>
                  <a:pt x="0" y="2"/>
                </a:cubicBezTo>
                <a:cubicBezTo>
                  <a:pt x="0" y="63"/>
                  <a:pt x="0" y="63"/>
                  <a:pt x="0" y="63"/>
                </a:cubicBezTo>
                <a:cubicBezTo>
                  <a:pt x="0" y="65"/>
                  <a:pt x="1" y="66"/>
                  <a:pt x="2" y="66"/>
                </a:cubicBezTo>
                <a:cubicBezTo>
                  <a:pt x="12" y="66"/>
                  <a:pt x="12" y="66"/>
                  <a:pt x="12" y="66"/>
                </a:cubicBezTo>
                <a:cubicBezTo>
                  <a:pt x="12" y="80"/>
                  <a:pt x="12" y="80"/>
                  <a:pt x="12" y="80"/>
                </a:cubicBezTo>
                <a:cubicBezTo>
                  <a:pt x="12" y="81"/>
                  <a:pt x="12" y="82"/>
                  <a:pt x="13" y="82"/>
                </a:cubicBezTo>
                <a:cubicBezTo>
                  <a:pt x="13" y="82"/>
                  <a:pt x="14" y="82"/>
                  <a:pt x="14" y="82"/>
                </a:cubicBezTo>
                <a:cubicBezTo>
                  <a:pt x="15" y="82"/>
                  <a:pt x="15" y="82"/>
                  <a:pt x="16" y="82"/>
                </a:cubicBezTo>
                <a:cubicBezTo>
                  <a:pt x="34" y="66"/>
                  <a:pt x="34" y="66"/>
                  <a:pt x="34" y="66"/>
                </a:cubicBezTo>
                <a:cubicBezTo>
                  <a:pt x="91" y="66"/>
                  <a:pt x="91" y="66"/>
                  <a:pt x="91" y="66"/>
                </a:cubicBezTo>
                <a:cubicBezTo>
                  <a:pt x="93" y="66"/>
                  <a:pt x="94" y="65"/>
                  <a:pt x="94" y="63"/>
                </a:cubicBezTo>
                <a:cubicBezTo>
                  <a:pt x="94" y="2"/>
                  <a:pt x="94" y="2"/>
                  <a:pt x="94" y="2"/>
                </a:cubicBezTo>
                <a:cubicBezTo>
                  <a:pt x="94" y="1"/>
                  <a:pt x="93" y="0"/>
                  <a:pt x="91" y="0"/>
                </a:cubicBezTo>
                <a:close/>
                <a:moveTo>
                  <a:pt x="89" y="61"/>
                </a:moveTo>
                <a:cubicBezTo>
                  <a:pt x="33" y="61"/>
                  <a:pt x="33" y="61"/>
                  <a:pt x="33" y="61"/>
                </a:cubicBezTo>
                <a:cubicBezTo>
                  <a:pt x="32" y="61"/>
                  <a:pt x="32" y="61"/>
                  <a:pt x="31" y="61"/>
                </a:cubicBezTo>
                <a:cubicBezTo>
                  <a:pt x="16" y="75"/>
                  <a:pt x="16" y="75"/>
                  <a:pt x="16" y="75"/>
                </a:cubicBezTo>
                <a:cubicBezTo>
                  <a:pt x="16" y="63"/>
                  <a:pt x="16" y="63"/>
                  <a:pt x="16" y="63"/>
                </a:cubicBezTo>
                <a:cubicBezTo>
                  <a:pt x="16" y="62"/>
                  <a:pt x="15" y="61"/>
                  <a:pt x="14" y="61"/>
                </a:cubicBezTo>
                <a:cubicBezTo>
                  <a:pt x="5" y="61"/>
                  <a:pt x="5" y="61"/>
                  <a:pt x="5" y="61"/>
                </a:cubicBezTo>
                <a:cubicBezTo>
                  <a:pt x="5" y="4"/>
                  <a:pt x="5" y="4"/>
                  <a:pt x="5" y="4"/>
                </a:cubicBezTo>
                <a:cubicBezTo>
                  <a:pt x="89" y="4"/>
                  <a:pt x="89" y="4"/>
                  <a:pt x="89" y="4"/>
                </a:cubicBezTo>
                <a:lnTo>
                  <a:pt x="89" y="61"/>
                </a:lnTo>
                <a:close/>
                <a:moveTo>
                  <a:pt x="75" y="20"/>
                </a:moveTo>
                <a:cubicBezTo>
                  <a:pt x="19" y="20"/>
                  <a:pt x="19" y="20"/>
                  <a:pt x="19" y="20"/>
                </a:cubicBezTo>
                <a:cubicBezTo>
                  <a:pt x="19" y="15"/>
                  <a:pt x="19" y="15"/>
                  <a:pt x="19" y="15"/>
                </a:cubicBezTo>
                <a:cubicBezTo>
                  <a:pt x="75" y="15"/>
                  <a:pt x="75" y="15"/>
                  <a:pt x="75" y="15"/>
                </a:cubicBezTo>
                <a:lnTo>
                  <a:pt x="75" y="20"/>
                </a:lnTo>
                <a:close/>
                <a:moveTo>
                  <a:pt x="75" y="33"/>
                </a:moveTo>
                <a:cubicBezTo>
                  <a:pt x="19" y="33"/>
                  <a:pt x="19" y="33"/>
                  <a:pt x="19" y="33"/>
                </a:cubicBezTo>
                <a:cubicBezTo>
                  <a:pt x="19" y="28"/>
                  <a:pt x="19" y="28"/>
                  <a:pt x="19" y="28"/>
                </a:cubicBezTo>
                <a:cubicBezTo>
                  <a:pt x="75" y="28"/>
                  <a:pt x="75" y="28"/>
                  <a:pt x="75" y="28"/>
                </a:cubicBezTo>
                <a:lnTo>
                  <a:pt x="75" y="33"/>
                </a:lnTo>
                <a:close/>
                <a:moveTo>
                  <a:pt x="75" y="45"/>
                </a:moveTo>
                <a:cubicBezTo>
                  <a:pt x="19" y="45"/>
                  <a:pt x="19" y="45"/>
                  <a:pt x="19" y="45"/>
                </a:cubicBezTo>
                <a:cubicBezTo>
                  <a:pt x="19" y="40"/>
                  <a:pt x="19" y="40"/>
                  <a:pt x="19" y="40"/>
                </a:cubicBezTo>
                <a:cubicBezTo>
                  <a:pt x="75" y="40"/>
                  <a:pt x="75" y="40"/>
                  <a:pt x="75" y="40"/>
                </a:cubicBezTo>
                <a:lnTo>
                  <a:pt x="75" y="45"/>
                </a:lnTo>
                <a:close/>
              </a:path>
            </a:pathLst>
          </a:custGeom>
          <a:gradFill flip="none" rotWithShape="1">
            <a:gsLst>
              <a:gs pos="0">
                <a:schemeClr val="accent4"/>
              </a:gs>
              <a:gs pos="10000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sp>
        <p:nvSpPr>
          <p:cNvPr id="238" name="Freeform 47">
            <a:extLst>
              <a:ext uri="{FF2B5EF4-FFF2-40B4-BE49-F238E27FC236}">
                <a16:creationId xmlns:a16="http://schemas.microsoft.com/office/drawing/2014/main" id="{8088C68D-98BE-45B3-8755-3C79D89703E0}"/>
              </a:ext>
            </a:extLst>
          </p:cNvPr>
          <p:cNvSpPr>
            <a:spLocks noEditPoints="1"/>
          </p:cNvSpPr>
          <p:nvPr/>
        </p:nvSpPr>
        <p:spPr bwMode="auto">
          <a:xfrm>
            <a:off x="5261290" y="811285"/>
            <a:ext cx="351745" cy="324134"/>
          </a:xfrm>
          <a:custGeom>
            <a:avLst/>
            <a:gdLst>
              <a:gd name="T0" fmla="*/ 62 w 122"/>
              <a:gd name="T1" fmla="*/ 42 h 112"/>
              <a:gd name="T2" fmla="*/ 54 w 122"/>
              <a:gd name="T3" fmla="*/ 33 h 112"/>
              <a:gd name="T4" fmla="*/ 75 w 122"/>
              <a:gd name="T5" fmla="*/ 31 h 112"/>
              <a:gd name="T6" fmla="*/ 51 w 122"/>
              <a:gd name="T7" fmla="*/ 14 h 112"/>
              <a:gd name="T8" fmla="*/ 62 w 122"/>
              <a:gd name="T9" fmla="*/ 0 h 112"/>
              <a:gd name="T10" fmla="*/ 67 w 122"/>
              <a:gd name="T11" fmla="*/ 4 h 112"/>
              <a:gd name="T12" fmla="*/ 72 w 122"/>
              <a:gd name="T13" fmla="*/ 11 h 112"/>
              <a:gd name="T14" fmla="*/ 56 w 122"/>
              <a:gd name="T15" fmla="*/ 14 h 112"/>
              <a:gd name="T16" fmla="*/ 79 w 122"/>
              <a:gd name="T17" fmla="*/ 31 h 112"/>
              <a:gd name="T18" fmla="*/ 67 w 122"/>
              <a:gd name="T19" fmla="*/ 46 h 112"/>
              <a:gd name="T20" fmla="*/ 0 w 122"/>
              <a:gd name="T21" fmla="*/ 107 h 112"/>
              <a:gd name="T22" fmla="*/ 5 w 122"/>
              <a:gd name="T23" fmla="*/ 63 h 112"/>
              <a:gd name="T24" fmla="*/ 25 w 122"/>
              <a:gd name="T25" fmla="*/ 68 h 112"/>
              <a:gd name="T26" fmla="*/ 34 w 122"/>
              <a:gd name="T27" fmla="*/ 60 h 112"/>
              <a:gd name="T28" fmla="*/ 70 w 122"/>
              <a:gd name="T29" fmla="*/ 56 h 112"/>
              <a:gd name="T30" fmla="*/ 79 w 122"/>
              <a:gd name="T31" fmla="*/ 71 h 112"/>
              <a:gd name="T32" fmla="*/ 105 w 122"/>
              <a:gd name="T33" fmla="*/ 48 h 112"/>
              <a:gd name="T34" fmla="*/ 112 w 122"/>
              <a:gd name="T35" fmla="*/ 45 h 112"/>
              <a:gd name="T36" fmla="*/ 122 w 122"/>
              <a:gd name="T37" fmla="*/ 55 h 112"/>
              <a:gd name="T38" fmla="*/ 94 w 122"/>
              <a:gd name="T39" fmla="*/ 89 h 112"/>
              <a:gd name="T40" fmla="*/ 44 w 122"/>
              <a:gd name="T41" fmla="*/ 95 h 112"/>
              <a:gd name="T42" fmla="*/ 32 w 122"/>
              <a:gd name="T43" fmla="*/ 104 h 112"/>
              <a:gd name="T44" fmla="*/ 25 w 122"/>
              <a:gd name="T45" fmla="*/ 107 h 112"/>
              <a:gd name="T46" fmla="*/ 5 w 122"/>
              <a:gd name="T47" fmla="*/ 112 h 112"/>
              <a:gd name="T48" fmla="*/ 25 w 122"/>
              <a:gd name="T49" fmla="*/ 76 h 112"/>
              <a:gd name="T50" fmla="*/ 30 w 122"/>
              <a:gd name="T51" fmla="*/ 99 h 112"/>
              <a:gd name="T52" fmla="*/ 44 w 122"/>
              <a:gd name="T53" fmla="*/ 91 h 112"/>
              <a:gd name="T54" fmla="*/ 91 w 122"/>
              <a:gd name="T55" fmla="*/ 86 h 112"/>
              <a:gd name="T56" fmla="*/ 117 w 122"/>
              <a:gd name="T57" fmla="*/ 55 h 112"/>
              <a:gd name="T58" fmla="*/ 112 w 122"/>
              <a:gd name="T59" fmla="*/ 50 h 112"/>
              <a:gd name="T60" fmla="*/ 109 w 122"/>
              <a:gd name="T61" fmla="*/ 52 h 112"/>
              <a:gd name="T62" fmla="*/ 46 w 122"/>
              <a:gd name="T63" fmla="*/ 76 h 112"/>
              <a:gd name="T64" fmla="*/ 71 w 122"/>
              <a:gd name="T65" fmla="*/ 71 h 112"/>
              <a:gd name="T66" fmla="*/ 76 w 122"/>
              <a:gd name="T67" fmla="*/ 65 h 112"/>
              <a:gd name="T68" fmla="*/ 45 w 122"/>
              <a:gd name="T69" fmla="*/ 60 h 112"/>
              <a:gd name="T70" fmla="*/ 25 w 122"/>
              <a:gd name="T71" fmla="*/ 76 h 112"/>
              <a:gd name="T72" fmla="*/ 20 w 122"/>
              <a:gd name="T73" fmla="*/ 107 h 112"/>
              <a:gd name="T74" fmla="*/ 20 w 122"/>
              <a:gd name="T75" fmla="*/ 74 h 112"/>
              <a:gd name="T76" fmla="*/ 5 w 122"/>
              <a:gd name="T77" fmla="*/ 6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2" h="112">
                <a:moveTo>
                  <a:pt x="62" y="46"/>
                </a:moveTo>
                <a:cubicBezTo>
                  <a:pt x="62" y="42"/>
                  <a:pt x="62" y="42"/>
                  <a:pt x="62" y="42"/>
                </a:cubicBezTo>
                <a:cubicBezTo>
                  <a:pt x="56" y="41"/>
                  <a:pt x="53" y="40"/>
                  <a:pt x="50" y="36"/>
                </a:cubicBezTo>
                <a:cubicBezTo>
                  <a:pt x="54" y="33"/>
                  <a:pt x="54" y="33"/>
                  <a:pt x="54" y="33"/>
                </a:cubicBezTo>
                <a:cubicBezTo>
                  <a:pt x="56" y="36"/>
                  <a:pt x="59" y="37"/>
                  <a:pt x="64" y="37"/>
                </a:cubicBezTo>
                <a:cubicBezTo>
                  <a:pt x="67" y="37"/>
                  <a:pt x="75" y="37"/>
                  <a:pt x="75" y="31"/>
                </a:cubicBezTo>
                <a:cubicBezTo>
                  <a:pt x="75" y="28"/>
                  <a:pt x="74" y="25"/>
                  <a:pt x="64" y="24"/>
                </a:cubicBezTo>
                <a:cubicBezTo>
                  <a:pt x="61" y="24"/>
                  <a:pt x="51" y="23"/>
                  <a:pt x="51" y="14"/>
                </a:cubicBezTo>
                <a:cubicBezTo>
                  <a:pt x="51" y="9"/>
                  <a:pt x="55" y="5"/>
                  <a:pt x="62" y="4"/>
                </a:cubicBezTo>
                <a:cubicBezTo>
                  <a:pt x="62" y="0"/>
                  <a:pt x="62" y="0"/>
                  <a:pt x="62" y="0"/>
                </a:cubicBezTo>
                <a:cubicBezTo>
                  <a:pt x="67" y="0"/>
                  <a:pt x="67" y="0"/>
                  <a:pt x="67" y="0"/>
                </a:cubicBezTo>
                <a:cubicBezTo>
                  <a:pt x="67" y="4"/>
                  <a:pt x="67" y="4"/>
                  <a:pt x="67" y="4"/>
                </a:cubicBezTo>
                <a:cubicBezTo>
                  <a:pt x="70" y="4"/>
                  <a:pt x="73" y="6"/>
                  <a:pt x="76" y="8"/>
                </a:cubicBezTo>
                <a:cubicBezTo>
                  <a:pt x="72" y="11"/>
                  <a:pt x="72" y="11"/>
                  <a:pt x="72" y="11"/>
                </a:cubicBezTo>
                <a:cubicBezTo>
                  <a:pt x="70" y="10"/>
                  <a:pt x="67" y="8"/>
                  <a:pt x="64" y="8"/>
                </a:cubicBezTo>
                <a:cubicBezTo>
                  <a:pt x="58" y="8"/>
                  <a:pt x="56" y="11"/>
                  <a:pt x="56" y="14"/>
                </a:cubicBezTo>
                <a:cubicBezTo>
                  <a:pt x="56" y="17"/>
                  <a:pt x="59" y="19"/>
                  <a:pt x="65" y="19"/>
                </a:cubicBezTo>
                <a:cubicBezTo>
                  <a:pt x="74" y="20"/>
                  <a:pt x="79" y="23"/>
                  <a:pt x="79" y="31"/>
                </a:cubicBezTo>
                <a:cubicBezTo>
                  <a:pt x="79" y="38"/>
                  <a:pt x="73" y="41"/>
                  <a:pt x="67" y="42"/>
                </a:cubicBezTo>
                <a:cubicBezTo>
                  <a:pt x="67" y="46"/>
                  <a:pt x="67" y="46"/>
                  <a:pt x="67" y="46"/>
                </a:cubicBezTo>
                <a:lnTo>
                  <a:pt x="62" y="46"/>
                </a:lnTo>
                <a:close/>
                <a:moveTo>
                  <a:pt x="0" y="107"/>
                </a:moveTo>
                <a:cubicBezTo>
                  <a:pt x="0" y="68"/>
                  <a:pt x="0" y="68"/>
                  <a:pt x="0" y="68"/>
                </a:cubicBezTo>
                <a:cubicBezTo>
                  <a:pt x="0" y="65"/>
                  <a:pt x="2" y="63"/>
                  <a:pt x="5" y="63"/>
                </a:cubicBezTo>
                <a:cubicBezTo>
                  <a:pt x="20" y="63"/>
                  <a:pt x="20" y="63"/>
                  <a:pt x="20" y="63"/>
                </a:cubicBezTo>
                <a:cubicBezTo>
                  <a:pt x="23" y="63"/>
                  <a:pt x="25" y="65"/>
                  <a:pt x="25" y="68"/>
                </a:cubicBezTo>
                <a:cubicBezTo>
                  <a:pt x="25" y="70"/>
                  <a:pt x="25" y="70"/>
                  <a:pt x="25" y="70"/>
                </a:cubicBezTo>
                <a:cubicBezTo>
                  <a:pt x="34" y="60"/>
                  <a:pt x="34" y="60"/>
                  <a:pt x="34" y="60"/>
                </a:cubicBezTo>
                <a:cubicBezTo>
                  <a:pt x="37" y="57"/>
                  <a:pt x="41" y="56"/>
                  <a:pt x="45" y="56"/>
                </a:cubicBezTo>
                <a:cubicBezTo>
                  <a:pt x="70" y="56"/>
                  <a:pt x="70" y="56"/>
                  <a:pt x="70" y="56"/>
                </a:cubicBezTo>
                <a:cubicBezTo>
                  <a:pt x="76" y="56"/>
                  <a:pt x="80" y="59"/>
                  <a:pt x="81" y="64"/>
                </a:cubicBezTo>
                <a:cubicBezTo>
                  <a:pt x="81" y="66"/>
                  <a:pt x="81" y="69"/>
                  <a:pt x="79" y="71"/>
                </a:cubicBezTo>
                <a:cubicBezTo>
                  <a:pt x="83" y="71"/>
                  <a:pt x="83" y="71"/>
                  <a:pt x="83" y="71"/>
                </a:cubicBezTo>
                <a:cubicBezTo>
                  <a:pt x="105" y="48"/>
                  <a:pt x="105" y="48"/>
                  <a:pt x="105" y="48"/>
                </a:cubicBezTo>
                <a:cubicBezTo>
                  <a:pt x="107" y="46"/>
                  <a:pt x="110" y="45"/>
                  <a:pt x="112" y="45"/>
                </a:cubicBezTo>
                <a:cubicBezTo>
                  <a:pt x="112" y="45"/>
                  <a:pt x="112" y="45"/>
                  <a:pt x="112" y="45"/>
                </a:cubicBezTo>
                <a:cubicBezTo>
                  <a:pt x="115" y="45"/>
                  <a:pt x="117" y="46"/>
                  <a:pt x="119" y="48"/>
                </a:cubicBezTo>
                <a:cubicBezTo>
                  <a:pt x="121" y="50"/>
                  <a:pt x="122" y="53"/>
                  <a:pt x="122" y="55"/>
                </a:cubicBezTo>
                <a:cubicBezTo>
                  <a:pt x="122" y="58"/>
                  <a:pt x="121" y="61"/>
                  <a:pt x="119" y="63"/>
                </a:cubicBezTo>
                <a:cubicBezTo>
                  <a:pt x="94" y="89"/>
                  <a:pt x="94" y="89"/>
                  <a:pt x="94" y="89"/>
                </a:cubicBezTo>
                <a:cubicBezTo>
                  <a:pt x="91" y="93"/>
                  <a:pt x="86" y="95"/>
                  <a:pt x="80" y="95"/>
                </a:cubicBezTo>
                <a:cubicBezTo>
                  <a:pt x="44" y="95"/>
                  <a:pt x="44" y="95"/>
                  <a:pt x="44" y="95"/>
                </a:cubicBezTo>
                <a:cubicBezTo>
                  <a:pt x="42" y="95"/>
                  <a:pt x="40" y="96"/>
                  <a:pt x="38" y="98"/>
                </a:cubicBezTo>
                <a:cubicBezTo>
                  <a:pt x="32" y="104"/>
                  <a:pt x="32" y="104"/>
                  <a:pt x="32" y="104"/>
                </a:cubicBezTo>
                <a:cubicBezTo>
                  <a:pt x="25" y="104"/>
                  <a:pt x="25" y="104"/>
                  <a:pt x="25" y="104"/>
                </a:cubicBezTo>
                <a:cubicBezTo>
                  <a:pt x="25" y="107"/>
                  <a:pt x="25" y="107"/>
                  <a:pt x="25" y="107"/>
                </a:cubicBezTo>
                <a:cubicBezTo>
                  <a:pt x="25" y="110"/>
                  <a:pt x="23" y="112"/>
                  <a:pt x="20" y="112"/>
                </a:cubicBezTo>
                <a:cubicBezTo>
                  <a:pt x="5" y="112"/>
                  <a:pt x="5" y="112"/>
                  <a:pt x="5" y="112"/>
                </a:cubicBezTo>
                <a:cubicBezTo>
                  <a:pt x="2" y="112"/>
                  <a:pt x="0" y="110"/>
                  <a:pt x="0" y="107"/>
                </a:cubicBezTo>
                <a:close/>
                <a:moveTo>
                  <a:pt x="25" y="76"/>
                </a:moveTo>
                <a:cubicBezTo>
                  <a:pt x="25" y="99"/>
                  <a:pt x="25" y="99"/>
                  <a:pt x="25" y="99"/>
                </a:cubicBezTo>
                <a:cubicBezTo>
                  <a:pt x="30" y="99"/>
                  <a:pt x="30" y="99"/>
                  <a:pt x="30" y="99"/>
                </a:cubicBezTo>
                <a:cubicBezTo>
                  <a:pt x="35" y="94"/>
                  <a:pt x="35" y="94"/>
                  <a:pt x="35" y="94"/>
                </a:cubicBezTo>
                <a:cubicBezTo>
                  <a:pt x="37" y="92"/>
                  <a:pt x="40" y="91"/>
                  <a:pt x="44" y="91"/>
                </a:cubicBezTo>
                <a:cubicBezTo>
                  <a:pt x="80" y="91"/>
                  <a:pt x="80" y="91"/>
                  <a:pt x="80" y="91"/>
                </a:cubicBezTo>
                <a:cubicBezTo>
                  <a:pt x="84" y="91"/>
                  <a:pt x="88" y="89"/>
                  <a:pt x="91" y="86"/>
                </a:cubicBezTo>
                <a:cubicBezTo>
                  <a:pt x="116" y="59"/>
                  <a:pt x="116" y="59"/>
                  <a:pt x="116" y="59"/>
                </a:cubicBezTo>
                <a:cubicBezTo>
                  <a:pt x="117" y="58"/>
                  <a:pt x="117" y="57"/>
                  <a:pt x="117" y="55"/>
                </a:cubicBezTo>
                <a:cubicBezTo>
                  <a:pt x="117" y="54"/>
                  <a:pt x="117" y="53"/>
                  <a:pt x="116" y="52"/>
                </a:cubicBezTo>
                <a:cubicBezTo>
                  <a:pt x="115" y="51"/>
                  <a:pt x="114" y="50"/>
                  <a:pt x="112" y="50"/>
                </a:cubicBezTo>
                <a:cubicBezTo>
                  <a:pt x="112" y="50"/>
                  <a:pt x="112" y="50"/>
                  <a:pt x="112" y="50"/>
                </a:cubicBezTo>
                <a:cubicBezTo>
                  <a:pt x="111" y="50"/>
                  <a:pt x="110" y="51"/>
                  <a:pt x="109" y="52"/>
                </a:cubicBezTo>
                <a:cubicBezTo>
                  <a:pt x="85" y="76"/>
                  <a:pt x="85" y="76"/>
                  <a:pt x="85" y="76"/>
                </a:cubicBezTo>
                <a:cubicBezTo>
                  <a:pt x="46" y="76"/>
                  <a:pt x="46" y="76"/>
                  <a:pt x="46" y="76"/>
                </a:cubicBezTo>
                <a:cubicBezTo>
                  <a:pt x="46" y="71"/>
                  <a:pt x="46" y="71"/>
                  <a:pt x="46" y="71"/>
                </a:cubicBezTo>
                <a:cubicBezTo>
                  <a:pt x="71" y="71"/>
                  <a:pt x="71" y="71"/>
                  <a:pt x="71" y="71"/>
                </a:cubicBezTo>
                <a:cubicBezTo>
                  <a:pt x="72" y="71"/>
                  <a:pt x="74" y="70"/>
                  <a:pt x="75" y="69"/>
                </a:cubicBezTo>
                <a:cubicBezTo>
                  <a:pt x="76" y="68"/>
                  <a:pt x="76" y="66"/>
                  <a:pt x="76" y="65"/>
                </a:cubicBezTo>
                <a:cubicBezTo>
                  <a:pt x="76" y="62"/>
                  <a:pt x="73" y="60"/>
                  <a:pt x="70" y="60"/>
                </a:cubicBezTo>
                <a:cubicBezTo>
                  <a:pt x="45" y="60"/>
                  <a:pt x="45" y="60"/>
                  <a:pt x="45" y="60"/>
                </a:cubicBezTo>
                <a:cubicBezTo>
                  <a:pt x="42" y="60"/>
                  <a:pt x="39" y="62"/>
                  <a:pt x="37" y="64"/>
                </a:cubicBezTo>
                <a:lnTo>
                  <a:pt x="25" y="76"/>
                </a:lnTo>
                <a:close/>
                <a:moveTo>
                  <a:pt x="5" y="107"/>
                </a:moveTo>
                <a:cubicBezTo>
                  <a:pt x="20" y="107"/>
                  <a:pt x="20" y="107"/>
                  <a:pt x="20" y="107"/>
                </a:cubicBezTo>
                <a:cubicBezTo>
                  <a:pt x="20" y="104"/>
                  <a:pt x="20" y="104"/>
                  <a:pt x="20" y="104"/>
                </a:cubicBezTo>
                <a:cubicBezTo>
                  <a:pt x="20" y="74"/>
                  <a:pt x="20" y="74"/>
                  <a:pt x="20" y="74"/>
                </a:cubicBezTo>
                <a:cubicBezTo>
                  <a:pt x="20" y="68"/>
                  <a:pt x="20" y="68"/>
                  <a:pt x="20" y="68"/>
                </a:cubicBezTo>
                <a:cubicBezTo>
                  <a:pt x="5" y="68"/>
                  <a:pt x="5" y="68"/>
                  <a:pt x="5" y="68"/>
                </a:cubicBezTo>
                <a:lnTo>
                  <a:pt x="5" y="107"/>
                </a:lnTo>
                <a:close/>
              </a:path>
            </a:pathLst>
          </a:custGeom>
          <a:gradFill flip="none" rotWithShape="1">
            <a:gsLst>
              <a:gs pos="0">
                <a:schemeClr val="accent4"/>
              </a:gs>
              <a:gs pos="10000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sp>
        <p:nvSpPr>
          <p:cNvPr id="239" name="Freeform 52">
            <a:extLst>
              <a:ext uri="{FF2B5EF4-FFF2-40B4-BE49-F238E27FC236}">
                <a16:creationId xmlns:a16="http://schemas.microsoft.com/office/drawing/2014/main" id="{3F4E2BA4-6391-435B-BFB4-D82E8077624C}"/>
              </a:ext>
            </a:extLst>
          </p:cNvPr>
          <p:cNvSpPr>
            <a:spLocks noEditPoints="1"/>
          </p:cNvSpPr>
          <p:nvPr/>
        </p:nvSpPr>
        <p:spPr bwMode="auto">
          <a:xfrm>
            <a:off x="2030719" y="1831637"/>
            <a:ext cx="336344" cy="263584"/>
          </a:xfrm>
          <a:custGeom>
            <a:avLst/>
            <a:gdLst>
              <a:gd name="T0" fmla="*/ 226 w 245"/>
              <a:gd name="T1" fmla="*/ 151 h 192"/>
              <a:gd name="T2" fmla="*/ 226 w 245"/>
              <a:gd name="T3" fmla="*/ 12 h 192"/>
              <a:gd name="T4" fmla="*/ 245 w 245"/>
              <a:gd name="T5" fmla="*/ 12 h 192"/>
              <a:gd name="T6" fmla="*/ 245 w 245"/>
              <a:gd name="T7" fmla="*/ 0 h 192"/>
              <a:gd name="T8" fmla="*/ 226 w 245"/>
              <a:gd name="T9" fmla="*/ 0 h 192"/>
              <a:gd name="T10" fmla="*/ 17 w 245"/>
              <a:gd name="T11" fmla="*/ 0 h 192"/>
              <a:gd name="T12" fmla="*/ 0 w 245"/>
              <a:gd name="T13" fmla="*/ 0 h 192"/>
              <a:gd name="T14" fmla="*/ 0 w 245"/>
              <a:gd name="T15" fmla="*/ 12 h 192"/>
              <a:gd name="T16" fmla="*/ 17 w 245"/>
              <a:gd name="T17" fmla="*/ 12 h 192"/>
              <a:gd name="T18" fmla="*/ 17 w 245"/>
              <a:gd name="T19" fmla="*/ 151 h 192"/>
              <a:gd name="T20" fmla="*/ 115 w 245"/>
              <a:gd name="T21" fmla="*/ 151 h 192"/>
              <a:gd name="T22" fmla="*/ 115 w 245"/>
              <a:gd name="T23" fmla="*/ 180 h 192"/>
              <a:gd name="T24" fmla="*/ 91 w 245"/>
              <a:gd name="T25" fmla="*/ 180 h 192"/>
              <a:gd name="T26" fmla="*/ 91 w 245"/>
              <a:gd name="T27" fmla="*/ 192 h 192"/>
              <a:gd name="T28" fmla="*/ 151 w 245"/>
              <a:gd name="T29" fmla="*/ 192 h 192"/>
              <a:gd name="T30" fmla="*/ 151 w 245"/>
              <a:gd name="T31" fmla="*/ 180 h 192"/>
              <a:gd name="T32" fmla="*/ 127 w 245"/>
              <a:gd name="T33" fmla="*/ 180 h 192"/>
              <a:gd name="T34" fmla="*/ 127 w 245"/>
              <a:gd name="T35" fmla="*/ 151 h 192"/>
              <a:gd name="T36" fmla="*/ 226 w 245"/>
              <a:gd name="T37" fmla="*/ 151 h 192"/>
              <a:gd name="T38" fmla="*/ 29 w 245"/>
              <a:gd name="T39" fmla="*/ 12 h 192"/>
              <a:gd name="T40" fmla="*/ 214 w 245"/>
              <a:gd name="T41" fmla="*/ 12 h 192"/>
              <a:gd name="T42" fmla="*/ 214 w 245"/>
              <a:gd name="T43" fmla="*/ 139 h 192"/>
              <a:gd name="T44" fmla="*/ 29 w 245"/>
              <a:gd name="T45" fmla="*/ 139 h 192"/>
              <a:gd name="T46" fmla="*/ 29 w 245"/>
              <a:gd name="T47" fmla="*/ 12 h 192"/>
              <a:gd name="T48" fmla="*/ 159 w 245"/>
              <a:gd name="T49" fmla="*/ 45 h 192"/>
              <a:gd name="T50" fmla="*/ 195 w 245"/>
              <a:gd name="T51" fmla="*/ 45 h 192"/>
              <a:gd name="T52" fmla="*/ 190 w 245"/>
              <a:gd name="T53" fmla="*/ 82 h 192"/>
              <a:gd name="T54" fmla="*/ 178 w 245"/>
              <a:gd name="T55" fmla="*/ 82 h 192"/>
              <a:gd name="T56" fmla="*/ 180 w 245"/>
              <a:gd name="T57" fmla="*/ 65 h 192"/>
              <a:gd name="T58" fmla="*/ 137 w 245"/>
              <a:gd name="T59" fmla="*/ 106 h 192"/>
              <a:gd name="T60" fmla="*/ 94 w 245"/>
              <a:gd name="T61" fmla="*/ 70 h 192"/>
              <a:gd name="T62" fmla="*/ 53 w 245"/>
              <a:gd name="T63" fmla="*/ 106 h 192"/>
              <a:gd name="T64" fmla="*/ 43 w 245"/>
              <a:gd name="T65" fmla="*/ 98 h 192"/>
              <a:gd name="T66" fmla="*/ 94 w 245"/>
              <a:gd name="T67" fmla="*/ 55 h 192"/>
              <a:gd name="T68" fmla="*/ 137 w 245"/>
              <a:gd name="T69" fmla="*/ 91 h 192"/>
              <a:gd name="T70" fmla="*/ 173 w 245"/>
              <a:gd name="T71" fmla="*/ 58 h 192"/>
              <a:gd name="T72" fmla="*/ 159 w 245"/>
              <a:gd name="T73" fmla="*/ 58 h 192"/>
              <a:gd name="T74" fmla="*/ 159 w 245"/>
              <a:gd name="T75" fmla="*/ 4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45" h="192">
                <a:moveTo>
                  <a:pt x="226" y="151"/>
                </a:moveTo>
                <a:lnTo>
                  <a:pt x="226" y="12"/>
                </a:lnTo>
                <a:lnTo>
                  <a:pt x="245" y="12"/>
                </a:lnTo>
                <a:lnTo>
                  <a:pt x="245" y="0"/>
                </a:lnTo>
                <a:lnTo>
                  <a:pt x="226" y="0"/>
                </a:lnTo>
                <a:lnTo>
                  <a:pt x="17" y="0"/>
                </a:lnTo>
                <a:lnTo>
                  <a:pt x="0" y="0"/>
                </a:lnTo>
                <a:lnTo>
                  <a:pt x="0" y="12"/>
                </a:lnTo>
                <a:lnTo>
                  <a:pt x="17" y="12"/>
                </a:lnTo>
                <a:lnTo>
                  <a:pt x="17" y="151"/>
                </a:lnTo>
                <a:lnTo>
                  <a:pt x="115" y="151"/>
                </a:lnTo>
                <a:lnTo>
                  <a:pt x="115" y="180"/>
                </a:lnTo>
                <a:lnTo>
                  <a:pt x="91" y="180"/>
                </a:lnTo>
                <a:lnTo>
                  <a:pt x="91" y="192"/>
                </a:lnTo>
                <a:lnTo>
                  <a:pt x="151" y="192"/>
                </a:lnTo>
                <a:lnTo>
                  <a:pt x="151" y="180"/>
                </a:lnTo>
                <a:lnTo>
                  <a:pt x="127" y="180"/>
                </a:lnTo>
                <a:lnTo>
                  <a:pt x="127" y="151"/>
                </a:lnTo>
                <a:lnTo>
                  <a:pt x="226" y="151"/>
                </a:lnTo>
                <a:close/>
                <a:moveTo>
                  <a:pt x="29" y="12"/>
                </a:moveTo>
                <a:lnTo>
                  <a:pt x="214" y="12"/>
                </a:lnTo>
                <a:lnTo>
                  <a:pt x="214" y="139"/>
                </a:lnTo>
                <a:lnTo>
                  <a:pt x="29" y="139"/>
                </a:lnTo>
                <a:lnTo>
                  <a:pt x="29" y="12"/>
                </a:lnTo>
                <a:close/>
                <a:moveTo>
                  <a:pt x="159" y="45"/>
                </a:moveTo>
                <a:lnTo>
                  <a:pt x="195" y="45"/>
                </a:lnTo>
                <a:lnTo>
                  <a:pt x="190" y="82"/>
                </a:lnTo>
                <a:lnTo>
                  <a:pt x="178" y="82"/>
                </a:lnTo>
                <a:lnTo>
                  <a:pt x="180" y="65"/>
                </a:lnTo>
                <a:lnTo>
                  <a:pt x="137" y="106"/>
                </a:lnTo>
                <a:lnTo>
                  <a:pt x="94" y="70"/>
                </a:lnTo>
                <a:lnTo>
                  <a:pt x="53" y="106"/>
                </a:lnTo>
                <a:lnTo>
                  <a:pt x="43" y="98"/>
                </a:lnTo>
                <a:lnTo>
                  <a:pt x="94" y="55"/>
                </a:lnTo>
                <a:lnTo>
                  <a:pt x="137" y="91"/>
                </a:lnTo>
                <a:lnTo>
                  <a:pt x="173" y="58"/>
                </a:lnTo>
                <a:lnTo>
                  <a:pt x="159" y="58"/>
                </a:lnTo>
                <a:lnTo>
                  <a:pt x="159" y="45"/>
                </a:lnTo>
                <a:close/>
              </a:path>
            </a:pathLst>
          </a:custGeom>
          <a:gradFill flip="none" rotWithShape="1">
            <a:gsLst>
              <a:gs pos="0">
                <a:schemeClr val="accent4"/>
              </a:gs>
              <a:gs pos="10000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sp>
        <p:nvSpPr>
          <p:cNvPr id="240" name="Freeform 51">
            <a:extLst>
              <a:ext uri="{FF2B5EF4-FFF2-40B4-BE49-F238E27FC236}">
                <a16:creationId xmlns:a16="http://schemas.microsoft.com/office/drawing/2014/main" id="{94162C57-5DE2-4FA0-BD34-60C116576FC2}"/>
              </a:ext>
            </a:extLst>
          </p:cNvPr>
          <p:cNvSpPr>
            <a:spLocks noEditPoints="1"/>
          </p:cNvSpPr>
          <p:nvPr/>
        </p:nvSpPr>
        <p:spPr bwMode="auto">
          <a:xfrm>
            <a:off x="2021774" y="2985165"/>
            <a:ext cx="323060" cy="275590"/>
          </a:xfrm>
          <a:custGeom>
            <a:avLst/>
            <a:gdLst>
              <a:gd name="T0" fmla="*/ 99 w 102"/>
              <a:gd name="T1" fmla="*/ 0 h 87"/>
              <a:gd name="T2" fmla="*/ 2 w 102"/>
              <a:gd name="T3" fmla="*/ 0 h 87"/>
              <a:gd name="T4" fmla="*/ 0 w 102"/>
              <a:gd name="T5" fmla="*/ 2 h 87"/>
              <a:gd name="T6" fmla="*/ 0 w 102"/>
              <a:gd name="T7" fmla="*/ 65 h 87"/>
              <a:gd name="T8" fmla="*/ 2 w 102"/>
              <a:gd name="T9" fmla="*/ 67 h 87"/>
              <a:gd name="T10" fmla="*/ 36 w 102"/>
              <a:gd name="T11" fmla="*/ 67 h 87"/>
              <a:gd name="T12" fmla="*/ 36 w 102"/>
              <a:gd name="T13" fmla="*/ 82 h 87"/>
              <a:gd name="T14" fmla="*/ 24 w 102"/>
              <a:gd name="T15" fmla="*/ 82 h 87"/>
              <a:gd name="T16" fmla="*/ 24 w 102"/>
              <a:gd name="T17" fmla="*/ 87 h 87"/>
              <a:gd name="T18" fmla="*/ 39 w 102"/>
              <a:gd name="T19" fmla="*/ 87 h 87"/>
              <a:gd name="T20" fmla="*/ 63 w 102"/>
              <a:gd name="T21" fmla="*/ 87 h 87"/>
              <a:gd name="T22" fmla="*/ 78 w 102"/>
              <a:gd name="T23" fmla="*/ 87 h 87"/>
              <a:gd name="T24" fmla="*/ 78 w 102"/>
              <a:gd name="T25" fmla="*/ 82 h 87"/>
              <a:gd name="T26" fmla="*/ 65 w 102"/>
              <a:gd name="T27" fmla="*/ 82 h 87"/>
              <a:gd name="T28" fmla="*/ 65 w 102"/>
              <a:gd name="T29" fmla="*/ 67 h 87"/>
              <a:gd name="T30" fmla="*/ 99 w 102"/>
              <a:gd name="T31" fmla="*/ 67 h 87"/>
              <a:gd name="T32" fmla="*/ 102 w 102"/>
              <a:gd name="T33" fmla="*/ 65 h 87"/>
              <a:gd name="T34" fmla="*/ 102 w 102"/>
              <a:gd name="T35" fmla="*/ 2 h 87"/>
              <a:gd name="T36" fmla="*/ 99 w 102"/>
              <a:gd name="T37" fmla="*/ 0 h 87"/>
              <a:gd name="T38" fmla="*/ 60 w 102"/>
              <a:gd name="T39" fmla="*/ 82 h 87"/>
              <a:gd name="T40" fmla="*/ 41 w 102"/>
              <a:gd name="T41" fmla="*/ 82 h 87"/>
              <a:gd name="T42" fmla="*/ 41 w 102"/>
              <a:gd name="T43" fmla="*/ 67 h 87"/>
              <a:gd name="T44" fmla="*/ 60 w 102"/>
              <a:gd name="T45" fmla="*/ 67 h 87"/>
              <a:gd name="T46" fmla="*/ 60 w 102"/>
              <a:gd name="T47" fmla="*/ 82 h 87"/>
              <a:gd name="T48" fmla="*/ 97 w 102"/>
              <a:gd name="T49" fmla="*/ 63 h 87"/>
              <a:gd name="T50" fmla="*/ 63 w 102"/>
              <a:gd name="T51" fmla="*/ 63 h 87"/>
              <a:gd name="T52" fmla="*/ 39 w 102"/>
              <a:gd name="T53" fmla="*/ 63 h 87"/>
              <a:gd name="T54" fmla="*/ 5 w 102"/>
              <a:gd name="T55" fmla="*/ 63 h 87"/>
              <a:gd name="T56" fmla="*/ 5 w 102"/>
              <a:gd name="T57" fmla="*/ 5 h 87"/>
              <a:gd name="T58" fmla="*/ 97 w 102"/>
              <a:gd name="T59" fmla="*/ 5 h 87"/>
              <a:gd name="T60" fmla="*/ 97 w 102"/>
              <a:gd name="T61" fmla="*/ 6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2" h="87">
                <a:moveTo>
                  <a:pt x="99" y="0"/>
                </a:moveTo>
                <a:cubicBezTo>
                  <a:pt x="2" y="0"/>
                  <a:pt x="2" y="0"/>
                  <a:pt x="2" y="0"/>
                </a:cubicBezTo>
                <a:cubicBezTo>
                  <a:pt x="1" y="0"/>
                  <a:pt x="0" y="1"/>
                  <a:pt x="0" y="2"/>
                </a:cubicBezTo>
                <a:cubicBezTo>
                  <a:pt x="0" y="65"/>
                  <a:pt x="0" y="65"/>
                  <a:pt x="0" y="65"/>
                </a:cubicBezTo>
                <a:cubicBezTo>
                  <a:pt x="0" y="66"/>
                  <a:pt x="1" y="67"/>
                  <a:pt x="2" y="67"/>
                </a:cubicBezTo>
                <a:cubicBezTo>
                  <a:pt x="36" y="67"/>
                  <a:pt x="36" y="67"/>
                  <a:pt x="36" y="67"/>
                </a:cubicBezTo>
                <a:cubicBezTo>
                  <a:pt x="36" y="82"/>
                  <a:pt x="36" y="82"/>
                  <a:pt x="36" y="82"/>
                </a:cubicBezTo>
                <a:cubicBezTo>
                  <a:pt x="24" y="82"/>
                  <a:pt x="24" y="82"/>
                  <a:pt x="24" y="82"/>
                </a:cubicBezTo>
                <a:cubicBezTo>
                  <a:pt x="24" y="87"/>
                  <a:pt x="24" y="87"/>
                  <a:pt x="24" y="87"/>
                </a:cubicBezTo>
                <a:cubicBezTo>
                  <a:pt x="39" y="87"/>
                  <a:pt x="39" y="87"/>
                  <a:pt x="39" y="87"/>
                </a:cubicBezTo>
                <a:cubicBezTo>
                  <a:pt x="63" y="87"/>
                  <a:pt x="63" y="87"/>
                  <a:pt x="63" y="87"/>
                </a:cubicBezTo>
                <a:cubicBezTo>
                  <a:pt x="78" y="87"/>
                  <a:pt x="78" y="87"/>
                  <a:pt x="78" y="87"/>
                </a:cubicBezTo>
                <a:cubicBezTo>
                  <a:pt x="78" y="82"/>
                  <a:pt x="78" y="82"/>
                  <a:pt x="78" y="82"/>
                </a:cubicBezTo>
                <a:cubicBezTo>
                  <a:pt x="65" y="82"/>
                  <a:pt x="65" y="82"/>
                  <a:pt x="65" y="82"/>
                </a:cubicBezTo>
                <a:cubicBezTo>
                  <a:pt x="65" y="67"/>
                  <a:pt x="65" y="67"/>
                  <a:pt x="65" y="67"/>
                </a:cubicBezTo>
                <a:cubicBezTo>
                  <a:pt x="99" y="67"/>
                  <a:pt x="99" y="67"/>
                  <a:pt x="99" y="67"/>
                </a:cubicBezTo>
                <a:cubicBezTo>
                  <a:pt x="100" y="67"/>
                  <a:pt x="102" y="66"/>
                  <a:pt x="102" y="65"/>
                </a:cubicBezTo>
                <a:cubicBezTo>
                  <a:pt x="102" y="2"/>
                  <a:pt x="102" y="2"/>
                  <a:pt x="102" y="2"/>
                </a:cubicBezTo>
                <a:cubicBezTo>
                  <a:pt x="102" y="1"/>
                  <a:pt x="100" y="0"/>
                  <a:pt x="99" y="0"/>
                </a:cubicBezTo>
                <a:close/>
                <a:moveTo>
                  <a:pt x="60" y="82"/>
                </a:moveTo>
                <a:cubicBezTo>
                  <a:pt x="41" y="82"/>
                  <a:pt x="41" y="82"/>
                  <a:pt x="41" y="82"/>
                </a:cubicBezTo>
                <a:cubicBezTo>
                  <a:pt x="41" y="67"/>
                  <a:pt x="41" y="67"/>
                  <a:pt x="41" y="67"/>
                </a:cubicBezTo>
                <a:cubicBezTo>
                  <a:pt x="60" y="67"/>
                  <a:pt x="60" y="67"/>
                  <a:pt x="60" y="67"/>
                </a:cubicBezTo>
                <a:lnTo>
                  <a:pt x="60" y="82"/>
                </a:lnTo>
                <a:close/>
                <a:moveTo>
                  <a:pt x="97" y="63"/>
                </a:moveTo>
                <a:cubicBezTo>
                  <a:pt x="63" y="63"/>
                  <a:pt x="63" y="63"/>
                  <a:pt x="63" y="63"/>
                </a:cubicBezTo>
                <a:cubicBezTo>
                  <a:pt x="39" y="63"/>
                  <a:pt x="39" y="63"/>
                  <a:pt x="39" y="63"/>
                </a:cubicBezTo>
                <a:cubicBezTo>
                  <a:pt x="5" y="63"/>
                  <a:pt x="5" y="63"/>
                  <a:pt x="5" y="63"/>
                </a:cubicBezTo>
                <a:cubicBezTo>
                  <a:pt x="5" y="5"/>
                  <a:pt x="5" y="5"/>
                  <a:pt x="5" y="5"/>
                </a:cubicBezTo>
                <a:cubicBezTo>
                  <a:pt x="97" y="5"/>
                  <a:pt x="97" y="5"/>
                  <a:pt x="97" y="5"/>
                </a:cubicBezTo>
                <a:lnTo>
                  <a:pt x="97" y="63"/>
                </a:lnTo>
                <a:close/>
              </a:path>
            </a:pathLst>
          </a:custGeom>
          <a:gradFill flip="none" rotWithShape="1">
            <a:gsLst>
              <a:gs pos="0">
                <a:schemeClr val="accent4"/>
              </a:gs>
              <a:gs pos="10000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sp>
        <p:nvSpPr>
          <p:cNvPr id="241" name="Freeform 57">
            <a:extLst>
              <a:ext uri="{FF2B5EF4-FFF2-40B4-BE49-F238E27FC236}">
                <a16:creationId xmlns:a16="http://schemas.microsoft.com/office/drawing/2014/main" id="{51F7CA00-315A-42CB-8C1D-70796BEF5441}"/>
              </a:ext>
            </a:extLst>
          </p:cNvPr>
          <p:cNvSpPr>
            <a:spLocks noEditPoints="1"/>
          </p:cNvSpPr>
          <p:nvPr/>
        </p:nvSpPr>
        <p:spPr bwMode="auto">
          <a:xfrm>
            <a:off x="2742625" y="858677"/>
            <a:ext cx="313223" cy="275469"/>
          </a:xfrm>
          <a:custGeom>
            <a:avLst/>
            <a:gdLst>
              <a:gd name="T0" fmla="*/ 25 w 93"/>
              <a:gd name="T1" fmla="*/ 82 h 82"/>
              <a:gd name="T2" fmla="*/ 25 w 93"/>
              <a:gd name="T3" fmla="*/ 82 h 82"/>
              <a:gd name="T4" fmla="*/ 27 w 93"/>
              <a:gd name="T5" fmla="*/ 81 h 82"/>
              <a:gd name="T6" fmla="*/ 39 w 93"/>
              <a:gd name="T7" fmla="*/ 62 h 82"/>
              <a:gd name="T8" fmla="*/ 62 w 93"/>
              <a:gd name="T9" fmla="*/ 80 h 82"/>
              <a:gd name="T10" fmla="*/ 63 w 93"/>
              <a:gd name="T11" fmla="*/ 80 h 82"/>
              <a:gd name="T12" fmla="*/ 64 w 93"/>
              <a:gd name="T13" fmla="*/ 80 h 82"/>
              <a:gd name="T14" fmla="*/ 65 w 93"/>
              <a:gd name="T15" fmla="*/ 79 h 82"/>
              <a:gd name="T16" fmla="*/ 93 w 93"/>
              <a:gd name="T17" fmla="*/ 3 h 82"/>
              <a:gd name="T18" fmla="*/ 93 w 93"/>
              <a:gd name="T19" fmla="*/ 3 h 82"/>
              <a:gd name="T20" fmla="*/ 93 w 93"/>
              <a:gd name="T21" fmla="*/ 3 h 82"/>
              <a:gd name="T22" fmla="*/ 93 w 93"/>
              <a:gd name="T23" fmla="*/ 2 h 82"/>
              <a:gd name="T24" fmla="*/ 93 w 93"/>
              <a:gd name="T25" fmla="*/ 2 h 82"/>
              <a:gd name="T26" fmla="*/ 93 w 93"/>
              <a:gd name="T27" fmla="*/ 2 h 82"/>
              <a:gd name="T28" fmla="*/ 93 w 93"/>
              <a:gd name="T29" fmla="*/ 1 h 82"/>
              <a:gd name="T30" fmla="*/ 93 w 93"/>
              <a:gd name="T31" fmla="*/ 1 h 82"/>
              <a:gd name="T32" fmla="*/ 92 w 93"/>
              <a:gd name="T33" fmla="*/ 1 h 82"/>
              <a:gd name="T34" fmla="*/ 92 w 93"/>
              <a:gd name="T35" fmla="*/ 1 h 82"/>
              <a:gd name="T36" fmla="*/ 92 w 93"/>
              <a:gd name="T37" fmla="*/ 1 h 82"/>
              <a:gd name="T38" fmla="*/ 92 w 93"/>
              <a:gd name="T39" fmla="*/ 0 h 82"/>
              <a:gd name="T40" fmla="*/ 91 w 93"/>
              <a:gd name="T41" fmla="*/ 0 h 82"/>
              <a:gd name="T42" fmla="*/ 91 w 93"/>
              <a:gd name="T43" fmla="*/ 0 h 82"/>
              <a:gd name="T44" fmla="*/ 91 w 93"/>
              <a:gd name="T45" fmla="*/ 0 h 82"/>
              <a:gd name="T46" fmla="*/ 90 w 93"/>
              <a:gd name="T47" fmla="*/ 0 h 82"/>
              <a:gd name="T48" fmla="*/ 90 w 93"/>
              <a:gd name="T49" fmla="*/ 0 h 82"/>
              <a:gd name="T50" fmla="*/ 2 w 93"/>
              <a:gd name="T51" fmla="*/ 35 h 82"/>
              <a:gd name="T52" fmla="*/ 0 w 93"/>
              <a:gd name="T53" fmla="*/ 37 h 82"/>
              <a:gd name="T54" fmla="*/ 1 w 93"/>
              <a:gd name="T55" fmla="*/ 39 h 82"/>
              <a:gd name="T56" fmla="*/ 23 w 93"/>
              <a:gd name="T57" fmla="*/ 52 h 82"/>
              <a:gd name="T58" fmla="*/ 23 w 93"/>
              <a:gd name="T59" fmla="*/ 80 h 82"/>
              <a:gd name="T60" fmla="*/ 25 w 93"/>
              <a:gd name="T61" fmla="*/ 82 h 82"/>
              <a:gd name="T62" fmla="*/ 28 w 93"/>
              <a:gd name="T63" fmla="*/ 52 h 82"/>
              <a:gd name="T64" fmla="*/ 71 w 93"/>
              <a:gd name="T65" fmla="*/ 20 h 82"/>
              <a:gd name="T66" fmla="*/ 36 w 93"/>
              <a:gd name="T67" fmla="*/ 57 h 82"/>
              <a:gd name="T68" fmla="*/ 36 w 93"/>
              <a:gd name="T69" fmla="*/ 57 h 82"/>
              <a:gd name="T70" fmla="*/ 36 w 93"/>
              <a:gd name="T71" fmla="*/ 57 h 82"/>
              <a:gd name="T72" fmla="*/ 28 w 93"/>
              <a:gd name="T73" fmla="*/ 71 h 82"/>
              <a:gd name="T74" fmla="*/ 28 w 93"/>
              <a:gd name="T75" fmla="*/ 52 h 82"/>
              <a:gd name="T76" fmla="*/ 62 w 93"/>
              <a:gd name="T77" fmla="*/ 74 h 82"/>
              <a:gd name="T78" fmla="*/ 41 w 93"/>
              <a:gd name="T79" fmla="*/ 58 h 82"/>
              <a:gd name="T80" fmla="*/ 85 w 93"/>
              <a:gd name="T81" fmla="*/ 13 h 82"/>
              <a:gd name="T82" fmla="*/ 62 w 93"/>
              <a:gd name="T83" fmla="*/ 74 h 82"/>
              <a:gd name="T84" fmla="*/ 75 w 93"/>
              <a:gd name="T85" fmla="*/ 11 h 82"/>
              <a:gd name="T86" fmla="*/ 25 w 93"/>
              <a:gd name="T87" fmla="*/ 48 h 82"/>
              <a:gd name="T88" fmla="*/ 8 w 93"/>
              <a:gd name="T89" fmla="*/ 37 h 82"/>
              <a:gd name="T90" fmla="*/ 75 w 93"/>
              <a:gd name="T91" fmla="*/ 1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3" h="82">
                <a:moveTo>
                  <a:pt x="25" y="82"/>
                </a:moveTo>
                <a:cubicBezTo>
                  <a:pt x="25" y="82"/>
                  <a:pt x="25" y="82"/>
                  <a:pt x="25" y="82"/>
                </a:cubicBezTo>
                <a:cubicBezTo>
                  <a:pt x="26" y="82"/>
                  <a:pt x="27" y="82"/>
                  <a:pt x="27" y="81"/>
                </a:cubicBezTo>
                <a:cubicBezTo>
                  <a:pt x="39" y="62"/>
                  <a:pt x="39" y="62"/>
                  <a:pt x="39" y="62"/>
                </a:cubicBezTo>
                <a:cubicBezTo>
                  <a:pt x="62" y="80"/>
                  <a:pt x="62" y="80"/>
                  <a:pt x="62" y="80"/>
                </a:cubicBezTo>
                <a:cubicBezTo>
                  <a:pt x="62" y="80"/>
                  <a:pt x="63" y="80"/>
                  <a:pt x="63" y="80"/>
                </a:cubicBezTo>
                <a:cubicBezTo>
                  <a:pt x="63" y="80"/>
                  <a:pt x="64" y="80"/>
                  <a:pt x="64" y="80"/>
                </a:cubicBezTo>
                <a:cubicBezTo>
                  <a:pt x="65" y="80"/>
                  <a:pt x="65" y="79"/>
                  <a:pt x="65" y="79"/>
                </a:cubicBezTo>
                <a:cubicBezTo>
                  <a:pt x="93" y="3"/>
                  <a:pt x="93" y="3"/>
                  <a:pt x="93" y="3"/>
                </a:cubicBezTo>
                <a:cubicBezTo>
                  <a:pt x="93" y="3"/>
                  <a:pt x="93" y="3"/>
                  <a:pt x="93" y="3"/>
                </a:cubicBezTo>
                <a:cubicBezTo>
                  <a:pt x="93" y="3"/>
                  <a:pt x="93" y="3"/>
                  <a:pt x="93" y="3"/>
                </a:cubicBezTo>
                <a:cubicBezTo>
                  <a:pt x="93" y="3"/>
                  <a:pt x="93" y="3"/>
                  <a:pt x="93" y="2"/>
                </a:cubicBezTo>
                <a:cubicBezTo>
                  <a:pt x="93" y="2"/>
                  <a:pt x="93" y="2"/>
                  <a:pt x="93" y="2"/>
                </a:cubicBezTo>
                <a:cubicBezTo>
                  <a:pt x="93" y="2"/>
                  <a:pt x="93" y="2"/>
                  <a:pt x="93" y="2"/>
                </a:cubicBezTo>
                <a:cubicBezTo>
                  <a:pt x="93" y="2"/>
                  <a:pt x="93" y="2"/>
                  <a:pt x="93" y="1"/>
                </a:cubicBezTo>
                <a:cubicBezTo>
                  <a:pt x="93" y="1"/>
                  <a:pt x="93" y="1"/>
                  <a:pt x="93" y="1"/>
                </a:cubicBezTo>
                <a:cubicBezTo>
                  <a:pt x="93" y="1"/>
                  <a:pt x="93" y="1"/>
                  <a:pt x="92" y="1"/>
                </a:cubicBezTo>
                <a:cubicBezTo>
                  <a:pt x="92" y="1"/>
                  <a:pt x="92" y="1"/>
                  <a:pt x="92" y="1"/>
                </a:cubicBezTo>
                <a:cubicBezTo>
                  <a:pt x="92" y="1"/>
                  <a:pt x="92" y="1"/>
                  <a:pt x="92" y="1"/>
                </a:cubicBezTo>
                <a:cubicBezTo>
                  <a:pt x="92" y="1"/>
                  <a:pt x="92" y="1"/>
                  <a:pt x="92" y="0"/>
                </a:cubicBezTo>
                <a:cubicBezTo>
                  <a:pt x="92" y="0"/>
                  <a:pt x="92" y="0"/>
                  <a:pt x="91" y="0"/>
                </a:cubicBezTo>
                <a:cubicBezTo>
                  <a:pt x="91" y="0"/>
                  <a:pt x="91" y="0"/>
                  <a:pt x="91" y="0"/>
                </a:cubicBezTo>
                <a:cubicBezTo>
                  <a:pt x="91" y="0"/>
                  <a:pt x="91" y="0"/>
                  <a:pt x="91" y="0"/>
                </a:cubicBezTo>
                <a:cubicBezTo>
                  <a:pt x="90" y="0"/>
                  <a:pt x="90" y="0"/>
                  <a:pt x="90" y="0"/>
                </a:cubicBezTo>
                <a:cubicBezTo>
                  <a:pt x="90" y="0"/>
                  <a:pt x="90" y="0"/>
                  <a:pt x="90" y="0"/>
                </a:cubicBezTo>
                <a:cubicBezTo>
                  <a:pt x="2" y="35"/>
                  <a:pt x="2" y="35"/>
                  <a:pt x="2" y="35"/>
                </a:cubicBezTo>
                <a:cubicBezTo>
                  <a:pt x="1" y="35"/>
                  <a:pt x="0" y="36"/>
                  <a:pt x="0" y="37"/>
                </a:cubicBezTo>
                <a:cubicBezTo>
                  <a:pt x="0" y="38"/>
                  <a:pt x="1" y="39"/>
                  <a:pt x="1" y="39"/>
                </a:cubicBezTo>
                <a:cubicBezTo>
                  <a:pt x="23" y="52"/>
                  <a:pt x="23" y="52"/>
                  <a:pt x="23" y="52"/>
                </a:cubicBezTo>
                <a:cubicBezTo>
                  <a:pt x="23" y="80"/>
                  <a:pt x="23" y="80"/>
                  <a:pt x="23" y="80"/>
                </a:cubicBezTo>
                <a:cubicBezTo>
                  <a:pt x="23" y="81"/>
                  <a:pt x="24" y="82"/>
                  <a:pt x="25" y="82"/>
                </a:cubicBezTo>
                <a:close/>
                <a:moveTo>
                  <a:pt x="28" y="52"/>
                </a:moveTo>
                <a:cubicBezTo>
                  <a:pt x="71" y="20"/>
                  <a:pt x="71" y="20"/>
                  <a:pt x="71" y="20"/>
                </a:cubicBezTo>
                <a:cubicBezTo>
                  <a:pt x="36" y="57"/>
                  <a:pt x="36" y="57"/>
                  <a:pt x="36" y="57"/>
                </a:cubicBezTo>
                <a:cubicBezTo>
                  <a:pt x="36" y="57"/>
                  <a:pt x="36" y="57"/>
                  <a:pt x="36" y="57"/>
                </a:cubicBezTo>
                <a:cubicBezTo>
                  <a:pt x="36" y="57"/>
                  <a:pt x="36" y="57"/>
                  <a:pt x="36" y="57"/>
                </a:cubicBezTo>
                <a:cubicBezTo>
                  <a:pt x="28" y="71"/>
                  <a:pt x="28" y="71"/>
                  <a:pt x="28" y="71"/>
                </a:cubicBezTo>
                <a:lnTo>
                  <a:pt x="28" y="52"/>
                </a:lnTo>
                <a:close/>
                <a:moveTo>
                  <a:pt x="62" y="74"/>
                </a:moveTo>
                <a:cubicBezTo>
                  <a:pt x="41" y="58"/>
                  <a:pt x="41" y="58"/>
                  <a:pt x="41" y="58"/>
                </a:cubicBezTo>
                <a:cubicBezTo>
                  <a:pt x="85" y="13"/>
                  <a:pt x="85" y="13"/>
                  <a:pt x="85" y="13"/>
                </a:cubicBezTo>
                <a:lnTo>
                  <a:pt x="62" y="74"/>
                </a:lnTo>
                <a:close/>
                <a:moveTo>
                  <a:pt x="75" y="11"/>
                </a:moveTo>
                <a:cubicBezTo>
                  <a:pt x="25" y="48"/>
                  <a:pt x="25" y="48"/>
                  <a:pt x="25" y="48"/>
                </a:cubicBezTo>
                <a:cubicBezTo>
                  <a:pt x="8" y="37"/>
                  <a:pt x="8" y="37"/>
                  <a:pt x="8" y="37"/>
                </a:cubicBezTo>
                <a:lnTo>
                  <a:pt x="75" y="11"/>
                </a:lnTo>
                <a:close/>
              </a:path>
            </a:pathLst>
          </a:custGeom>
          <a:gradFill flip="none" rotWithShape="1">
            <a:gsLst>
              <a:gs pos="0">
                <a:schemeClr val="accent4"/>
              </a:gs>
              <a:gs pos="100000">
                <a:schemeClr val="accent3"/>
              </a:gs>
            </a:gsLst>
            <a:lin ang="135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1200" cap="none" spc="0" normalizeH="0" baseline="0" noProof="0">
              <a:ln>
                <a:noFill/>
              </a:ln>
              <a:solidFill>
                <a:srgbClr val="ACB0C0"/>
              </a:solidFill>
              <a:effectLst/>
              <a:uLnTx/>
              <a:uFillTx/>
              <a:latin typeface="Calibri" panose="020F0502020204030204"/>
              <a:ea typeface="+mn-ea"/>
              <a:cs typeface="+mn-cs"/>
            </a:endParaRPr>
          </a:p>
        </p:txBody>
      </p:sp>
      <p:sp>
        <p:nvSpPr>
          <p:cNvPr id="242" name="Rectangle 22">
            <a:extLst>
              <a:ext uri="{FF2B5EF4-FFF2-40B4-BE49-F238E27FC236}">
                <a16:creationId xmlns:a16="http://schemas.microsoft.com/office/drawing/2014/main" id="{F3D68F68-3FAB-4C88-AA0A-5C2A9ADA0FCA}"/>
              </a:ext>
            </a:extLst>
          </p:cNvPr>
          <p:cNvSpPr>
            <a:spLocks noChangeArrowheads="1"/>
          </p:cNvSpPr>
          <p:nvPr/>
        </p:nvSpPr>
        <p:spPr bwMode="auto">
          <a:xfrm>
            <a:off x="8806052" y="1837492"/>
            <a:ext cx="170389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Transparent Design</a:t>
            </a:r>
          </a:p>
        </p:txBody>
      </p:sp>
      <p:sp>
        <p:nvSpPr>
          <p:cNvPr id="243" name="Rectangle 22">
            <a:extLst>
              <a:ext uri="{FF2B5EF4-FFF2-40B4-BE49-F238E27FC236}">
                <a16:creationId xmlns:a16="http://schemas.microsoft.com/office/drawing/2014/main" id="{3A1BF74A-3AC9-4141-B7E0-7047B5086EDA}"/>
              </a:ext>
            </a:extLst>
          </p:cNvPr>
          <p:cNvSpPr>
            <a:spLocks noChangeArrowheads="1"/>
          </p:cNvSpPr>
          <p:nvPr/>
        </p:nvSpPr>
        <p:spPr bwMode="auto">
          <a:xfrm>
            <a:off x="8806052" y="2405572"/>
            <a:ext cx="31473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Symmetric Key Generation Derived from Quantum Randomness</a:t>
            </a:r>
          </a:p>
        </p:txBody>
      </p:sp>
      <p:sp>
        <p:nvSpPr>
          <p:cNvPr id="244" name="Rectangle 22">
            <a:extLst>
              <a:ext uri="{FF2B5EF4-FFF2-40B4-BE49-F238E27FC236}">
                <a16:creationId xmlns:a16="http://schemas.microsoft.com/office/drawing/2014/main" id="{60FAD666-011D-4CC6-B584-0C86E893448A}"/>
              </a:ext>
            </a:extLst>
          </p:cNvPr>
          <p:cNvSpPr>
            <a:spLocks noChangeArrowheads="1"/>
          </p:cNvSpPr>
          <p:nvPr/>
        </p:nvSpPr>
        <p:spPr bwMode="auto">
          <a:xfrm>
            <a:off x="8806051" y="2992915"/>
            <a:ext cx="215262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Flexible and Integratable</a:t>
            </a:r>
          </a:p>
        </p:txBody>
      </p:sp>
      <p:sp>
        <p:nvSpPr>
          <p:cNvPr id="246" name="Rectangle 22">
            <a:extLst>
              <a:ext uri="{FF2B5EF4-FFF2-40B4-BE49-F238E27FC236}">
                <a16:creationId xmlns:a16="http://schemas.microsoft.com/office/drawing/2014/main" id="{36C5F1E7-A399-40F6-BE6D-957E27E13060}"/>
              </a:ext>
            </a:extLst>
          </p:cNvPr>
          <p:cNvSpPr>
            <a:spLocks noChangeArrowheads="1"/>
          </p:cNvSpPr>
          <p:nvPr/>
        </p:nvSpPr>
        <p:spPr bwMode="auto">
          <a:xfrm>
            <a:off x="8806051" y="3554269"/>
            <a:ext cx="176795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Test Suites Qualified</a:t>
            </a:r>
          </a:p>
        </p:txBody>
      </p:sp>
      <p:sp>
        <p:nvSpPr>
          <p:cNvPr id="247" name="Rectangle 22">
            <a:extLst>
              <a:ext uri="{FF2B5EF4-FFF2-40B4-BE49-F238E27FC236}">
                <a16:creationId xmlns:a16="http://schemas.microsoft.com/office/drawing/2014/main" id="{BCC38493-41B6-4731-932C-B4F11404C34E}"/>
              </a:ext>
            </a:extLst>
          </p:cNvPr>
          <p:cNvSpPr>
            <a:spLocks noChangeArrowheads="1"/>
          </p:cNvSpPr>
          <p:nvPr/>
        </p:nvSpPr>
        <p:spPr bwMode="auto">
          <a:xfrm>
            <a:off x="8806052" y="4125504"/>
            <a:ext cx="254003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Quantum Hardware Agnostic</a:t>
            </a:r>
          </a:p>
        </p:txBody>
      </p:sp>
      <p:sp>
        <p:nvSpPr>
          <p:cNvPr id="248" name="Rectangle 22">
            <a:extLst>
              <a:ext uri="{FF2B5EF4-FFF2-40B4-BE49-F238E27FC236}">
                <a16:creationId xmlns:a16="http://schemas.microsoft.com/office/drawing/2014/main" id="{E6EE3CA7-06A2-4AF9-B3E5-ABBDFF386501}"/>
              </a:ext>
            </a:extLst>
          </p:cNvPr>
          <p:cNvSpPr>
            <a:spLocks noChangeArrowheads="1"/>
          </p:cNvSpPr>
          <p:nvPr/>
        </p:nvSpPr>
        <p:spPr bwMode="auto">
          <a:xfrm>
            <a:off x="8806051" y="4709951"/>
            <a:ext cx="287921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Accessible with any Smart Device</a:t>
            </a:r>
          </a:p>
        </p:txBody>
      </p:sp>
      <p:sp>
        <p:nvSpPr>
          <p:cNvPr id="249" name="Rectangle 22">
            <a:extLst>
              <a:ext uri="{FF2B5EF4-FFF2-40B4-BE49-F238E27FC236}">
                <a16:creationId xmlns:a16="http://schemas.microsoft.com/office/drawing/2014/main" id="{80DA55BE-F5FE-41E4-A7D0-00294390AD4D}"/>
              </a:ext>
            </a:extLst>
          </p:cNvPr>
          <p:cNvSpPr>
            <a:spLocks noChangeArrowheads="1"/>
          </p:cNvSpPr>
          <p:nvPr/>
        </p:nvSpPr>
        <p:spPr bwMode="auto">
          <a:xfrm>
            <a:off x="8806052" y="5286738"/>
            <a:ext cx="224231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Adaptable to Applications</a:t>
            </a:r>
          </a:p>
        </p:txBody>
      </p:sp>
      <p:sp>
        <p:nvSpPr>
          <p:cNvPr id="250" name="Rectangle 22">
            <a:extLst>
              <a:ext uri="{FF2B5EF4-FFF2-40B4-BE49-F238E27FC236}">
                <a16:creationId xmlns:a16="http://schemas.microsoft.com/office/drawing/2014/main" id="{CCC91883-7EB1-435B-AA6B-E094F3F54E21}"/>
              </a:ext>
            </a:extLst>
          </p:cNvPr>
          <p:cNvSpPr>
            <a:spLocks noChangeArrowheads="1"/>
          </p:cNvSpPr>
          <p:nvPr/>
        </p:nvSpPr>
        <p:spPr bwMode="auto">
          <a:xfrm>
            <a:off x="8806051" y="5862551"/>
            <a:ext cx="230765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Truly Scalable Architecture</a:t>
            </a:r>
          </a:p>
        </p:txBody>
      </p:sp>
      <p:grpSp>
        <p:nvGrpSpPr>
          <p:cNvPr id="2" name="Group 1">
            <a:extLst>
              <a:ext uri="{FF2B5EF4-FFF2-40B4-BE49-F238E27FC236}">
                <a16:creationId xmlns:a16="http://schemas.microsoft.com/office/drawing/2014/main" id="{56DAD638-D80A-84DD-904C-55F1CBAF2F84}"/>
              </a:ext>
            </a:extLst>
          </p:cNvPr>
          <p:cNvGrpSpPr/>
          <p:nvPr/>
        </p:nvGrpSpPr>
        <p:grpSpPr>
          <a:xfrm>
            <a:off x="8200130" y="1709620"/>
            <a:ext cx="438984" cy="438982"/>
            <a:chOff x="8438745" y="1802197"/>
            <a:chExt cx="438984" cy="438982"/>
          </a:xfrm>
        </p:grpSpPr>
        <p:grpSp>
          <p:nvGrpSpPr>
            <p:cNvPr id="251" name="Google Shape;9939;p168">
              <a:extLst>
                <a:ext uri="{FF2B5EF4-FFF2-40B4-BE49-F238E27FC236}">
                  <a16:creationId xmlns:a16="http://schemas.microsoft.com/office/drawing/2014/main" id="{5EAFFB98-DE41-4F64-871E-C07907AC91E9}"/>
                </a:ext>
              </a:extLst>
            </p:cNvPr>
            <p:cNvGrpSpPr/>
            <p:nvPr/>
          </p:nvGrpSpPr>
          <p:grpSpPr>
            <a:xfrm>
              <a:off x="8438745" y="1802197"/>
              <a:ext cx="438984" cy="438982"/>
              <a:chOff x="1008863" y="1676245"/>
              <a:chExt cx="2304892" cy="2304888"/>
            </a:xfrm>
          </p:grpSpPr>
          <p:grpSp>
            <p:nvGrpSpPr>
              <p:cNvPr id="252" name="Google Shape;9940;p168">
                <a:extLst>
                  <a:ext uri="{FF2B5EF4-FFF2-40B4-BE49-F238E27FC236}">
                    <a16:creationId xmlns:a16="http://schemas.microsoft.com/office/drawing/2014/main" id="{7A1C2BD2-FE71-460D-9EA3-582FA00BB258}"/>
                  </a:ext>
                </a:extLst>
              </p:cNvPr>
              <p:cNvGrpSpPr/>
              <p:nvPr/>
            </p:nvGrpSpPr>
            <p:grpSpPr>
              <a:xfrm>
                <a:off x="1008863" y="1676245"/>
                <a:ext cx="2304892" cy="2304888"/>
                <a:chOff x="3419554" y="1419306"/>
                <a:chExt cx="2304892" cy="2304888"/>
              </a:xfrm>
            </p:grpSpPr>
            <p:sp>
              <p:nvSpPr>
                <p:cNvPr id="254" name="Google Shape;9941;p168">
                  <a:extLst>
                    <a:ext uri="{FF2B5EF4-FFF2-40B4-BE49-F238E27FC236}">
                      <a16:creationId xmlns:a16="http://schemas.microsoft.com/office/drawing/2014/main" id="{F0E0F91B-2239-4123-8D1D-EE92B22B6675}"/>
                    </a:ext>
                  </a:extLst>
                </p:cNvPr>
                <p:cNvSpPr/>
                <p:nvPr/>
              </p:nvSpPr>
              <p:spPr>
                <a:xfrm>
                  <a:off x="3419554" y="1419306"/>
                  <a:ext cx="2304892" cy="2304888"/>
                </a:xfrm>
                <a:prstGeom prst="ellipse">
                  <a:avLst/>
                </a:prstGeom>
                <a:solidFill>
                  <a:srgbClr val="EBECF0"/>
                </a:solidFill>
                <a:ln>
                  <a:noFill/>
                </a:ln>
                <a:effectLst>
                  <a:outerShdw blurRad="254000" dist="190500" dir="2700000" algn="tl" rotWithShape="0">
                    <a:srgbClr val="BFBFBF">
                      <a:alpha val="4000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sp>
              <p:nvSpPr>
                <p:cNvPr id="255" name="Google Shape;9942;p168">
                  <a:extLst>
                    <a:ext uri="{FF2B5EF4-FFF2-40B4-BE49-F238E27FC236}">
                      <a16:creationId xmlns:a16="http://schemas.microsoft.com/office/drawing/2014/main" id="{0DBC6D50-10D3-44BD-838F-184A52725BA2}"/>
                    </a:ext>
                  </a:extLst>
                </p:cNvPr>
                <p:cNvSpPr/>
                <p:nvPr/>
              </p:nvSpPr>
              <p:spPr>
                <a:xfrm>
                  <a:off x="3419554" y="1419306"/>
                  <a:ext cx="2304892" cy="2304888"/>
                </a:xfrm>
                <a:prstGeom prst="ellipse">
                  <a:avLst/>
                </a:prstGeom>
                <a:solidFill>
                  <a:srgbClr val="EBECF0">
                    <a:alpha val="73725"/>
                  </a:srgbClr>
                </a:solidFill>
                <a:ln>
                  <a:noFill/>
                </a:ln>
                <a:effectLst>
                  <a:outerShdw blurRad="254000" dist="190500" dir="13500000" algn="tl" rotWithShape="0">
                    <a:schemeClr val="lt1">
                      <a:alpha val="64705"/>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53" name="Google Shape;9943;p168">
                <a:extLst>
                  <a:ext uri="{FF2B5EF4-FFF2-40B4-BE49-F238E27FC236}">
                    <a16:creationId xmlns:a16="http://schemas.microsoft.com/office/drawing/2014/main" id="{B694DA1E-8A1A-4A38-8AC5-23C658AF5DEC}"/>
                  </a:ext>
                </a:extLst>
              </p:cNvPr>
              <p:cNvSpPr/>
              <p:nvPr/>
            </p:nvSpPr>
            <p:spPr>
              <a:xfrm>
                <a:off x="1299808" y="1967189"/>
                <a:ext cx="1723002" cy="1723000"/>
              </a:xfrm>
              <a:prstGeom prst="ellipse">
                <a:avLst/>
              </a:prstGeom>
              <a:gradFill>
                <a:gsLst>
                  <a:gs pos="0">
                    <a:srgbClr val="EBECF0"/>
                  </a:gs>
                  <a:gs pos="50000">
                    <a:srgbClr val="EBECF0"/>
                  </a:gs>
                  <a:gs pos="100000">
                    <a:schemeClr val="l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56" name="Google Shape;9944;p168">
              <a:extLst>
                <a:ext uri="{FF2B5EF4-FFF2-40B4-BE49-F238E27FC236}">
                  <a16:creationId xmlns:a16="http://schemas.microsoft.com/office/drawing/2014/main" id="{B434A538-F94D-4288-ABD0-C543D8811D65}"/>
                </a:ext>
              </a:extLst>
            </p:cNvPr>
            <p:cNvSpPr/>
            <p:nvPr/>
          </p:nvSpPr>
          <p:spPr>
            <a:xfrm>
              <a:off x="8578087" y="1944279"/>
              <a:ext cx="160300" cy="169277"/>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
                  <a:srgbClr val="85A5C1"/>
                </a:buClr>
                <a:buSzPts val="1100"/>
                <a:buFont typeface="Roboto"/>
                <a:buNone/>
                <a:tabLst/>
                <a:defRPr/>
              </a:pPr>
              <a:r>
                <a:rPr kumimoji="0" lang="en-US" sz="1100" b="1" i="0" u="none" strike="noStrike" kern="1200" cap="none" spc="0" normalizeH="0" baseline="0" noProof="0">
                  <a:ln>
                    <a:noFill/>
                  </a:ln>
                  <a:solidFill>
                    <a:srgbClr val="00B0F0"/>
                  </a:solidFill>
                  <a:effectLst/>
                  <a:uLnTx/>
                  <a:uFillTx/>
                  <a:latin typeface="Roboto"/>
                  <a:ea typeface="Roboto"/>
                  <a:cs typeface="Roboto"/>
                  <a:sym typeface="Roboto"/>
                </a:rPr>
                <a:t>1</a:t>
              </a:r>
              <a:endParaRPr kumimoji="0" sz="1100" b="0" i="0" u="none" strike="noStrike" kern="1200" cap="none" spc="0" normalizeH="0" baseline="0" noProof="0">
                <a:ln>
                  <a:noFill/>
                </a:ln>
                <a:solidFill>
                  <a:srgbClr val="00B0F0"/>
                </a:solidFill>
                <a:effectLst/>
                <a:uLnTx/>
                <a:uFillTx/>
                <a:latin typeface="Roboto"/>
                <a:ea typeface="Roboto"/>
                <a:cs typeface="Roboto"/>
                <a:sym typeface="Roboto"/>
              </a:endParaRPr>
            </a:p>
          </p:txBody>
        </p:sp>
      </p:grpSp>
      <p:grpSp>
        <p:nvGrpSpPr>
          <p:cNvPr id="257" name="Google Shape;9939;p168">
            <a:extLst>
              <a:ext uri="{FF2B5EF4-FFF2-40B4-BE49-F238E27FC236}">
                <a16:creationId xmlns:a16="http://schemas.microsoft.com/office/drawing/2014/main" id="{89CE8BBA-3DDE-4FDB-8864-897FA592E674}"/>
              </a:ext>
            </a:extLst>
          </p:cNvPr>
          <p:cNvGrpSpPr/>
          <p:nvPr/>
        </p:nvGrpSpPr>
        <p:grpSpPr>
          <a:xfrm>
            <a:off x="8200130" y="2284930"/>
            <a:ext cx="438984" cy="438982"/>
            <a:chOff x="1008863" y="1676245"/>
            <a:chExt cx="2304892" cy="2304888"/>
          </a:xfrm>
        </p:grpSpPr>
        <p:grpSp>
          <p:nvGrpSpPr>
            <p:cNvPr id="258" name="Google Shape;9940;p168">
              <a:extLst>
                <a:ext uri="{FF2B5EF4-FFF2-40B4-BE49-F238E27FC236}">
                  <a16:creationId xmlns:a16="http://schemas.microsoft.com/office/drawing/2014/main" id="{754D1826-23E2-422B-9BA1-95EDC7628F88}"/>
                </a:ext>
              </a:extLst>
            </p:cNvPr>
            <p:cNvGrpSpPr/>
            <p:nvPr/>
          </p:nvGrpSpPr>
          <p:grpSpPr>
            <a:xfrm>
              <a:off x="1008863" y="1676245"/>
              <a:ext cx="2304892" cy="2304888"/>
              <a:chOff x="3419554" y="1419306"/>
              <a:chExt cx="2304892" cy="2304888"/>
            </a:xfrm>
          </p:grpSpPr>
          <p:sp>
            <p:nvSpPr>
              <p:cNvPr id="260" name="Google Shape;9941;p168">
                <a:extLst>
                  <a:ext uri="{FF2B5EF4-FFF2-40B4-BE49-F238E27FC236}">
                    <a16:creationId xmlns:a16="http://schemas.microsoft.com/office/drawing/2014/main" id="{29C7D7B0-885D-4AFA-9D8A-A4F9543615CA}"/>
                  </a:ext>
                </a:extLst>
              </p:cNvPr>
              <p:cNvSpPr/>
              <p:nvPr/>
            </p:nvSpPr>
            <p:spPr>
              <a:xfrm>
                <a:off x="3419554" y="1419306"/>
                <a:ext cx="2304892" cy="2304888"/>
              </a:xfrm>
              <a:prstGeom prst="ellipse">
                <a:avLst/>
              </a:prstGeom>
              <a:solidFill>
                <a:srgbClr val="EBECF0"/>
              </a:solidFill>
              <a:ln>
                <a:noFill/>
              </a:ln>
              <a:effectLst>
                <a:outerShdw blurRad="254000" dist="190500" dir="2700000" algn="tl" rotWithShape="0">
                  <a:srgbClr val="BFBFBF">
                    <a:alpha val="4000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sp>
            <p:nvSpPr>
              <p:cNvPr id="261" name="Google Shape;9942;p168">
                <a:extLst>
                  <a:ext uri="{FF2B5EF4-FFF2-40B4-BE49-F238E27FC236}">
                    <a16:creationId xmlns:a16="http://schemas.microsoft.com/office/drawing/2014/main" id="{86C78FA5-588D-4348-9E36-5D2974FC0AA5}"/>
                  </a:ext>
                </a:extLst>
              </p:cNvPr>
              <p:cNvSpPr/>
              <p:nvPr/>
            </p:nvSpPr>
            <p:spPr>
              <a:xfrm>
                <a:off x="3419554" y="1419306"/>
                <a:ext cx="2304892" cy="2304888"/>
              </a:xfrm>
              <a:prstGeom prst="ellipse">
                <a:avLst/>
              </a:prstGeom>
              <a:solidFill>
                <a:srgbClr val="EBECF0">
                  <a:alpha val="73725"/>
                </a:srgbClr>
              </a:solidFill>
              <a:ln>
                <a:noFill/>
              </a:ln>
              <a:effectLst>
                <a:outerShdw blurRad="254000" dist="190500" dir="13500000" algn="tl" rotWithShape="0">
                  <a:schemeClr val="lt1">
                    <a:alpha val="64705"/>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59" name="Google Shape;9943;p168">
              <a:extLst>
                <a:ext uri="{FF2B5EF4-FFF2-40B4-BE49-F238E27FC236}">
                  <a16:creationId xmlns:a16="http://schemas.microsoft.com/office/drawing/2014/main" id="{37C24862-CF55-4710-95A9-93C9E940E027}"/>
                </a:ext>
              </a:extLst>
            </p:cNvPr>
            <p:cNvSpPr/>
            <p:nvPr/>
          </p:nvSpPr>
          <p:spPr>
            <a:xfrm>
              <a:off x="1299808" y="1967189"/>
              <a:ext cx="1723002" cy="1723000"/>
            </a:xfrm>
            <a:prstGeom prst="ellipse">
              <a:avLst/>
            </a:prstGeom>
            <a:gradFill>
              <a:gsLst>
                <a:gs pos="0">
                  <a:srgbClr val="EBECF0"/>
                </a:gs>
                <a:gs pos="50000">
                  <a:srgbClr val="EBECF0"/>
                </a:gs>
                <a:gs pos="100000">
                  <a:schemeClr val="l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62" name="Google Shape;9944;p168">
            <a:extLst>
              <a:ext uri="{FF2B5EF4-FFF2-40B4-BE49-F238E27FC236}">
                <a16:creationId xmlns:a16="http://schemas.microsoft.com/office/drawing/2014/main" id="{096BB40B-334F-4117-A474-A6B5E3C6B9CD}"/>
              </a:ext>
            </a:extLst>
          </p:cNvPr>
          <p:cNvSpPr/>
          <p:nvPr/>
        </p:nvSpPr>
        <p:spPr>
          <a:xfrm>
            <a:off x="8339472" y="2427012"/>
            <a:ext cx="160300" cy="169277"/>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
                <a:srgbClr val="85A5C1"/>
              </a:buClr>
              <a:buSzPts val="1100"/>
              <a:buFont typeface="Roboto"/>
              <a:buNone/>
              <a:tabLst/>
              <a:defRPr/>
            </a:pPr>
            <a:r>
              <a:rPr kumimoji="0" lang="en-US" sz="1100" b="1" i="0" u="none" strike="noStrike" kern="1200" cap="none" spc="0" normalizeH="0" baseline="0" noProof="0">
                <a:ln>
                  <a:noFill/>
                </a:ln>
                <a:solidFill>
                  <a:srgbClr val="00B0F0"/>
                </a:solidFill>
                <a:effectLst/>
                <a:uLnTx/>
                <a:uFillTx/>
                <a:latin typeface="Roboto"/>
                <a:ea typeface="Roboto"/>
                <a:cs typeface="Roboto"/>
                <a:sym typeface="Roboto"/>
              </a:rPr>
              <a:t>2</a:t>
            </a:r>
            <a:endParaRPr kumimoji="0" sz="1100" b="0" i="0" u="none" strike="noStrike" kern="1200" cap="none" spc="0" normalizeH="0" baseline="0" noProof="0">
              <a:ln>
                <a:noFill/>
              </a:ln>
              <a:solidFill>
                <a:srgbClr val="00B0F0"/>
              </a:solidFill>
              <a:effectLst/>
              <a:uLnTx/>
              <a:uFillTx/>
              <a:latin typeface="Roboto"/>
              <a:ea typeface="Roboto"/>
              <a:cs typeface="Roboto"/>
              <a:sym typeface="Roboto"/>
            </a:endParaRPr>
          </a:p>
        </p:txBody>
      </p:sp>
      <p:grpSp>
        <p:nvGrpSpPr>
          <p:cNvPr id="263" name="Google Shape;9939;p168">
            <a:extLst>
              <a:ext uri="{FF2B5EF4-FFF2-40B4-BE49-F238E27FC236}">
                <a16:creationId xmlns:a16="http://schemas.microsoft.com/office/drawing/2014/main" id="{13EF3490-3BFA-4055-BD3F-3EF5CA0661AD}"/>
              </a:ext>
            </a:extLst>
          </p:cNvPr>
          <p:cNvGrpSpPr/>
          <p:nvPr/>
        </p:nvGrpSpPr>
        <p:grpSpPr>
          <a:xfrm>
            <a:off x="8200130" y="2863395"/>
            <a:ext cx="438984" cy="438982"/>
            <a:chOff x="1008863" y="1676245"/>
            <a:chExt cx="2304892" cy="2304888"/>
          </a:xfrm>
        </p:grpSpPr>
        <p:grpSp>
          <p:nvGrpSpPr>
            <p:cNvPr id="264" name="Google Shape;9940;p168">
              <a:extLst>
                <a:ext uri="{FF2B5EF4-FFF2-40B4-BE49-F238E27FC236}">
                  <a16:creationId xmlns:a16="http://schemas.microsoft.com/office/drawing/2014/main" id="{B5A05689-61FC-429C-86B3-BEB307EAD92D}"/>
                </a:ext>
              </a:extLst>
            </p:cNvPr>
            <p:cNvGrpSpPr/>
            <p:nvPr/>
          </p:nvGrpSpPr>
          <p:grpSpPr>
            <a:xfrm>
              <a:off x="1008863" y="1676245"/>
              <a:ext cx="2304892" cy="2304888"/>
              <a:chOff x="3419554" y="1419306"/>
              <a:chExt cx="2304892" cy="2304888"/>
            </a:xfrm>
          </p:grpSpPr>
          <p:sp>
            <p:nvSpPr>
              <p:cNvPr id="266" name="Google Shape;9941;p168">
                <a:extLst>
                  <a:ext uri="{FF2B5EF4-FFF2-40B4-BE49-F238E27FC236}">
                    <a16:creationId xmlns:a16="http://schemas.microsoft.com/office/drawing/2014/main" id="{81E9995E-4F39-47B6-A4DC-944A257521D6}"/>
                  </a:ext>
                </a:extLst>
              </p:cNvPr>
              <p:cNvSpPr/>
              <p:nvPr/>
            </p:nvSpPr>
            <p:spPr>
              <a:xfrm>
                <a:off x="3419554" y="1419306"/>
                <a:ext cx="2304892" cy="2304888"/>
              </a:xfrm>
              <a:prstGeom prst="ellipse">
                <a:avLst/>
              </a:prstGeom>
              <a:solidFill>
                <a:srgbClr val="EBECF0"/>
              </a:solidFill>
              <a:ln>
                <a:noFill/>
              </a:ln>
              <a:effectLst>
                <a:outerShdw blurRad="254000" dist="190500" dir="2700000" algn="tl" rotWithShape="0">
                  <a:srgbClr val="BFBFBF">
                    <a:alpha val="4000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sp>
            <p:nvSpPr>
              <p:cNvPr id="267" name="Google Shape;9942;p168">
                <a:extLst>
                  <a:ext uri="{FF2B5EF4-FFF2-40B4-BE49-F238E27FC236}">
                    <a16:creationId xmlns:a16="http://schemas.microsoft.com/office/drawing/2014/main" id="{08FA78EB-A5D5-42F1-875F-779A0A85BEE0}"/>
                  </a:ext>
                </a:extLst>
              </p:cNvPr>
              <p:cNvSpPr/>
              <p:nvPr/>
            </p:nvSpPr>
            <p:spPr>
              <a:xfrm>
                <a:off x="3419554" y="1419306"/>
                <a:ext cx="2304892" cy="2304888"/>
              </a:xfrm>
              <a:prstGeom prst="ellipse">
                <a:avLst/>
              </a:prstGeom>
              <a:solidFill>
                <a:srgbClr val="EBECF0">
                  <a:alpha val="73725"/>
                </a:srgbClr>
              </a:solidFill>
              <a:ln>
                <a:noFill/>
              </a:ln>
              <a:effectLst>
                <a:outerShdw blurRad="254000" dist="190500" dir="13500000" algn="tl" rotWithShape="0">
                  <a:schemeClr val="lt1">
                    <a:alpha val="64705"/>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65" name="Google Shape;9943;p168">
              <a:extLst>
                <a:ext uri="{FF2B5EF4-FFF2-40B4-BE49-F238E27FC236}">
                  <a16:creationId xmlns:a16="http://schemas.microsoft.com/office/drawing/2014/main" id="{E82943DC-CE75-4B32-BD40-F59D503E2DA1}"/>
                </a:ext>
              </a:extLst>
            </p:cNvPr>
            <p:cNvSpPr/>
            <p:nvPr/>
          </p:nvSpPr>
          <p:spPr>
            <a:xfrm>
              <a:off x="1299808" y="1967189"/>
              <a:ext cx="1723002" cy="1723000"/>
            </a:xfrm>
            <a:prstGeom prst="ellipse">
              <a:avLst/>
            </a:prstGeom>
            <a:gradFill>
              <a:gsLst>
                <a:gs pos="0">
                  <a:srgbClr val="EBECF0"/>
                </a:gs>
                <a:gs pos="50000">
                  <a:srgbClr val="EBECF0"/>
                </a:gs>
                <a:gs pos="100000">
                  <a:schemeClr val="l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68" name="Google Shape;9944;p168">
            <a:extLst>
              <a:ext uri="{FF2B5EF4-FFF2-40B4-BE49-F238E27FC236}">
                <a16:creationId xmlns:a16="http://schemas.microsoft.com/office/drawing/2014/main" id="{2E796FF9-6A81-45FB-9AE4-270B5C74435B}"/>
              </a:ext>
            </a:extLst>
          </p:cNvPr>
          <p:cNvSpPr/>
          <p:nvPr/>
        </p:nvSpPr>
        <p:spPr>
          <a:xfrm>
            <a:off x="8339472" y="3005477"/>
            <a:ext cx="160300" cy="169277"/>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
                <a:srgbClr val="85A5C1"/>
              </a:buClr>
              <a:buSzPts val="1100"/>
              <a:buFont typeface="Roboto"/>
              <a:buNone/>
              <a:tabLst/>
              <a:defRPr/>
            </a:pPr>
            <a:r>
              <a:rPr kumimoji="0" lang="en-US" sz="1100" b="1" i="0" u="none" strike="noStrike" kern="1200" cap="none" spc="0" normalizeH="0" baseline="0" noProof="0">
                <a:ln>
                  <a:noFill/>
                </a:ln>
                <a:solidFill>
                  <a:srgbClr val="00B0F0"/>
                </a:solidFill>
                <a:effectLst/>
                <a:uLnTx/>
                <a:uFillTx/>
                <a:latin typeface="Roboto"/>
                <a:ea typeface="Roboto"/>
                <a:cs typeface="Roboto"/>
                <a:sym typeface="Roboto"/>
              </a:rPr>
              <a:t>3</a:t>
            </a:r>
            <a:endParaRPr kumimoji="0" sz="1100" b="0" i="0" u="none" strike="noStrike" kern="1200" cap="none" spc="0" normalizeH="0" baseline="0" noProof="0">
              <a:ln>
                <a:noFill/>
              </a:ln>
              <a:solidFill>
                <a:srgbClr val="00B0F0"/>
              </a:solidFill>
              <a:effectLst/>
              <a:uLnTx/>
              <a:uFillTx/>
              <a:latin typeface="Roboto"/>
              <a:ea typeface="Roboto"/>
              <a:cs typeface="Roboto"/>
              <a:sym typeface="Roboto"/>
            </a:endParaRPr>
          </a:p>
        </p:txBody>
      </p:sp>
      <p:grpSp>
        <p:nvGrpSpPr>
          <p:cNvPr id="269" name="Google Shape;9939;p168">
            <a:extLst>
              <a:ext uri="{FF2B5EF4-FFF2-40B4-BE49-F238E27FC236}">
                <a16:creationId xmlns:a16="http://schemas.microsoft.com/office/drawing/2014/main" id="{38CD9984-237F-424D-AA1E-8480255F3D61}"/>
              </a:ext>
            </a:extLst>
          </p:cNvPr>
          <p:cNvGrpSpPr/>
          <p:nvPr/>
        </p:nvGrpSpPr>
        <p:grpSpPr>
          <a:xfrm>
            <a:off x="8200130" y="3427231"/>
            <a:ext cx="438984" cy="438982"/>
            <a:chOff x="1008863" y="1676245"/>
            <a:chExt cx="2304892" cy="2304888"/>
          </a:xfrm>
        </p:grpSpPr>
        <p:grpSp>
          <p:nvGrpSpPr>
            <p:cNvPr id="270" name="Google Shape;9940;p168">
              <a:extLst>
                <a:ext uri="{FF2B5EF4-FFF2-40B4-BE49-F238E27FC236}">
                  <a16:creationId xmlns:a16="http://schemas.microsoft.com/office/drawing/2014/main" id="{E54EF8F3-5B4C-49CC-B7B4-71D3B8B00517}"/>
                </a:ext>
              </a:extLst>
            </p:cNvPr>
            <p:cNvGrpSpPr/>
            <p:nvPr/>
          </p:nvGrpSpPr>
          <p:grpSpPr>
            <a:xfrm>
              <a:off x="1008863" y="1676245"/>
              <a:ext cx="2304892" cy="2304888"/>
              <a:chOff x="3419554" y="1419306"/>
              <a:chExt cx="2304892" cy="2304888"/>
            </a:xfrm>
          </p:grpSpPr>
          <p:sp>
            <p:nvSpPr>
              <p:cNvPr id="272" name="Google Shape;9941;p168">
                <a:extLst>
                  <a:ext uri="{FF2B5EF4-FFF2-40B4-BE49-F238E27FC236}">
                    <a16:creationId xmlns:a16="http://schemas.microsoft.com/office/drawing/2014/main" id="{DCA2428B-0DBB-452F-A4E1-1DDE3F0BCE50}"/>
                  </a:ext>
                </a:extLst>
              </p:cNvPr>
              <p:cNvSpPr/>
              <p:nvPr/>
            </p:nvSpPr>
            <p:spPr>
              <a:xfrm>
                <a:off x="3419554" y="1419306"/>
                <a:ext cx="2304892" cy="2304888"/>
              </a:xfrm>
              <a:prstGeom prst="ellipse">
                <a:avLst/>
              </a:prstGeom>
              <a:solidFill>
                <a:srgbClr val="EBECF0"/>
              </a:solidFill>
              <a:ln>
                <a:noFill/>
              </a:ln>
              <a:effectLst>
                <a:outerShdw blurRad="254000" dist="190500" dir="2700000" algn="tl" rotWithShape="0">
                  <a:srgbClr val="BFBFBF">
                    <a:alpha val="4000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sp>
            <p:nvSpPr>
              <p:cNvPr id="273" name="Google Shape;9942;p168">
                <a:extLst>
                  <a:ext uri="{FF2B5EF4-FFF2-40B4-BE49-F238E27FC236}">
                    <a16:creationId xmlns:a16="http://schemas.microsoft.com/office/drawing/2014/main" id="{4000DB26-6CAD-4C96-8D3C-6CF482DF7AB3}"/>
                  </a:ext>
                </a:extLst>
              </p:cNvPr>
              <p:cNvSpPr/>
              <p:nvPr/>
            </p:nvSpPr>
            <p:spPr>
              <a:xfrm>
                <a:off x="3419554" y="1419306"/>
                <a:ext cx="2304892" cy="2304888"/>
              </a:xfrm>
              <a:prstGeom prst="ellipse">
                <a:avLst/>
              </a:prstGeom>
              <a:solidFill>
                <a:srgbClr val="EBECF0">
                  <a:alpha val="73725"/>
                </a:srgbClr>
              </a:solidFill>
              <a:ln>
                <a:noFill/>
              </a:ln>
              <a:effectLst>
                <a:outerShdw blurRad="254000" dist="190500" dir="13500000" algn="tl" rotWithShape="0">
                  <a:schemeClr val="lt1">
                    <a:alpha val="64705"/>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71" name="Google Shape;9943;p168">
              <a:extLst>
                <a:ext uri="{FF2B5EF4-FFF2-40B4-BE49-F238E27FC236}">
                  <a16:creationId xmlns:a16="http://schemas.microsoft.com/office/drawing/2014/main" id="{E1C80354-D289-47B9-BA73-E9672912A576}"/>
                </a:ext>
              </a:extLst>
            </p:cNvPr>
            <p:cNvSpPr/>
            <p:nvPr/>
          </p:nvSpPr>
          <p:spPr>
            <a:xfrm>
              <a:off x="1299808" y="1967189"/>
              <a:ext cx="1723002" cy="1723000"/>
            </a:xfrm>
            <a:prstGeom prst="ellipse">
              <a:avLst/>
            </a:prstGeom>
            <a:gradFill>
              <a:gsLst>
                <a:gs pos="0">
                  <a:srgbClr val="EBECF0"/>
                </a:gs>
                <a:gs pos="50000">
                  <a:srgbClr val="EBECF0"/>
                </a:gs>
                <a:gs pos="100000">
                  <a:schemeClr val="l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74" name="Google Shape;9944;p168">
            <a:extLst>
              <a:ext uri="{FF2B5EF4-FFF2-40B4-BE49-F238E27FC236}">
                <a16:creationId xmlns:a16="http://schemas.microsoft.com/office/drawing/2014/main" id="{AF1FF240-980D-46ED-B95C-EEB4790FC362}"/>
              </a:ext>
            </a:extLst>
          </p:cNvPr>
          <p:cNvSpPr/>
          <p:nvPr/>
        </p:nvSpPr>
        <p:spPr>
          <a:xfrm>
            <a:off x="8339472" y="3569313"/>
            <a:ext cx="160300" cy="169277"/>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
                <a:srgbClr val="85A5C1"/>
              </a:buClr>
              <a:buSzPts val="1100"/>
              <a:buFont typeface="Roboto"/>
              <a:buNone/>
              <a:tabLst/>
              <a:defRPr/>
            </a:pPr>
            <a:r>
              <a:rPr kumimoji="0" lang="en-US" sz="1100" b="1" i="0" u="none" strike="noStrike" kern="1200" cap="none" spc="0" normalizeH="0" baseline="0" noProof="0">
                <a:ln>
                  <a:noFill/>
                </a:ln>
                <a:solidFill>
                  <a:srgbClr val="00B0F0"/>
                </a:solidFill>
                <a:effectLst/>
                <a:uLnTx/>
                <a:uFillTx/>
                <a:latin typeface="Roboto"/>
                <a:ea typeface="Roboto"/>
                <a:cs typeface="Roboto"/>
                <a:sym typeface="Roboto"/>
              </a:rPr>
              <a:t>4</a:t>
            </a:r>
            <a:endParaRPr kumimoji="0" sz="1100" b="0" i="0" u="none" strike="noStrike" kern="1200" cap="none" spc="0" normalizeH="0" baseline="0" noProof="0">
              <a:ln>
                <a:noFill/>
              </a:ln>
              <a:solidFill>
                <a:srgbClr val="00B0F0"/>
              </a:solidFill>
              <a:effectLst/>
              <a:uLnTx/>
              <a:uFillTx/>
              <a:latin typeface="Roboto"/>
              <a:ea typeface="Roboto"/>
              <a:cs typeface="Roboto"/>
              <a:sym typeface="Roboto"/>
            </a:endParaRPr>
          </a:p>
        </p:txBody>
      </p:sp>
      <p:grpSp>
        <p:nvGrpSpPr>
          <p:cNvPr id="275" name="Google Shape;9939;p168">
            <a:extLst>
              <a:ext uri="{FF2B5EF4-FFF2-40B4-BE49-F238E27FC236}">
                <a16:creationId xmlns:a16="http://schemas.microsoft.com/office/drawing/2014/main" id="{1D19A459-6F21-4D05-BE5B-C6952CB041C2}"/>
              </a:ext>
            </a:extLst>
          </p:cNvPr>
          <p:cNvGrpSpPr/>
          <p:nvPr/>
        </p:nvGrpSpPr>
        <p:grpSpPr>
          <a:xfrm>
            <a:off x="8200130" y="4005696"/>
            <a:ext cx="438984" cy="438982"/>
            <a:chOff x="1008863" y="1676245"/>
            <a:chExt cx="2304892" cy="2304888"/>
          </a:xfrm>
        </p:grpSpPr>
        <p:grpSp>
          <p:nvGrpSpPr>
            <p:cNvPr id="276" name="Google Shape;9940;p168">
              <a:extLst>
                <a:ext uri="{FF2B5EF4-FFF2-40B4-BE49-F238E27FC236}">
                  <a16:creationId xmlns:a16="http://schemas.microsoft.com/office/drawing/2014/main" id="{061FCBB3-636D-4AAE-A4BF-978C1F0AE99A}"/>
                </a:ext>
              </a:extLst>
            </p:cNvPr>
            <p:cNvGrpSpPr/>
            <p:nvPr/>
          </p:nvGrpSpPr>
          <p:grpSpPr>
            <a:xfrm>
              <a:off x="1008863" y="1676245"/>
              <a:ext cx="2304892" cy="2304888"/>
              <a:chOff x="3419554" y="1419306"/>
              <a:chExt cx="2304892" cy="2304888"/>
            </a:xfrm>
          </p:grpSpPr>
          <p:sp>
            <p:nvSpPr>
              <p:cNvPr id="278" name="Google Shape;9941;p168">
                <a:extLst>
                  <a:ext uri="{FF2B5EF4-FFF2-40B4-BE49-F238E27FC236}">
                    <a16:creationId xmlns:a16="http://schemas.microsoft.com/office/drawing/2014/main" id="{43585CAD-A92D-4573-82E3-A17DF6A013A6}"/>
                  </a:ext>
                </a:extLst>
              </p:cNvPr>
              <p:cNvSpPr/>
              <p:nvPr/>
            </p:nvSpPr>
            <p:spPr>
              <a:xfrm>
                <a:off x="3419554" y="1419306"/>
                <a:ext cx="2304892" cy="2304888"/>
              </a:xfrm>
              <a:prstGeom prst="ellipse">
                <a:avLst/>
              </a:prstGeom>
              <a:solidFill>
                <a:srgbClr val="EBECF0"/>
              </a:solidFill>
              <a:ln>
                <a:noFill/>
              </a:ln>
              <a:effectLst>
                <a:outerShdw blurRad="254000" dist="190500" dir="2700000" algn="tl" rotWithShape="0">
                  <a:srgbClr val="BFBFBF">
                    <a:alpha val="4000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sp>
            <p:nvSpPr>
              <p:cNvPr id="279" name="Google Shape;9942;p168">
                <a:extLst>
                  <a:ext uri="{FF2B5EF4-FFF2-40B4-BE49-F238E27FC236}">
                    <a16:creationId xmlns:a16="http://schemas.microsoft.com/office/drawing/2014/main" id="{3A9CC58D-7FB6-4075-AB1D-CF2600C404D6}"/>
                  </a:ext>
                </a:extLst>
              </p:cNvPr>
              <p:cNvSpPr/>
              <p:nvPr/>
            </p:nvSpPr>
            <p:spPr>
              <a:xfrm>
                <a:off x="3419554" y="1419306"/>
                <a:ext cx="2304892" cy="2304888"/>
              </a:xfrm>
              <a:prstGeom prst="ellipse">
                <a:avLst/>
              </a:prstGeom>
              <a:solidFill>
                <a:srgbClr val="EBECF0">
                  <a:alpha val="73725"/>
                </a:srgbClr>
              </a:solidFill>
              <a:ln>
                <a:noFill/>
              </a:ln>
              <a:effectLst>
                <a:outerShdw blurRad="254000" dist="190500" dir="13500000" algn="tl" rotWithShape="0">
                  <a:schemeClr val="lt1">
                    <a:alpha val="64705"/>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77" name="Google Shape;9943;p168">
              <a:extLst>
                <a:ext uri="{FF2B5EF4-FFF2-40B4-BE49-F238E27FC236}">
                  <a16:creationId xmlns:a16="http://schemas.microsoft.com/office/drawing/2014/main" id="{DD857272-B54C-4006-AA6F-751A09C2FB9A}"/>
                </a:ext>
              </a:extLst>
            </p:cNvPr>
            <p:cNvSpPr/>
            <p:nvPr/>
          </p:nvSpPr>
          <p:spPr>
            <a:xfrm>
              <a:off x="1299808" y="1967189"/>
              <a:ext cx="1723002" cy="1723000"/>
            </a:xfrm>
            <a:prstGeom prst="ellipse">
              <a:avLst/>
            </a:prstGeom>
            <a:gradFill>
              <a:gsLst>
                <a:gs pos="0">
                  <a:srgbClr val="EBECF0"/>
                </a:gs>
                <a:gs pos="50000">
                  <a:srgbClr val="EBECF0"/>
                </a:gs>
                <a:gs pos="100000">
                  <a:schemeClr val="l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80" name="Google Shape;9944;p168">
            <a:extLst>
              <a:ext uri="{FF2B5EF4-FFF2-40B4-BE49-F238E27FC236}">
                <a16:creationId xmlns:a16="http://schemas.microsoft.com/office/drawing/2014/main" id="{536315D7-B912-450E-B5AE-8D1D045639FC}"/>
              </a:ext>
            </a:extLst>
          </p:cNvPr>
          <p:cNvSpPr/>
          <p:nvPr/>
        </p:nvSpPr>
        <p:spPr>
          <a:xfrm>
            <a:off x="8339472" y="4147778"/>
            <a:ext cx="160300" cy="169277"/>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
                <a:srgbClr val="85A5C1"/>
              </a:buClr>
              <a:buSzPts val="1100"/>
              <a:buFont typeface="Roboto"/>
              <a:buNone/>
              <a:tabLst/>
              <a:defRPr/>
            </a:pPr>
            <a:r>
              <a:rPr kumimoji="0" lang="en-US" sz="1100" b="1" i="0" u="none" strike="noStrike" kern="1200" cap="none" spc="0" normalizeH="0" baseline="0" noProof="0">
                <a:ln>
                  <a:noFill/>
                </a:ln>
                <a:solidFill>
                  <a:srgbClr val="00B0F0"/>
                </a:solidFill>
                <a:effectLst/>
                <a:uLnTx/>
                <a:uFillTx/>
                <a:latin typeface="Roboto"/>
                <a:ea typeface="Roboto"/>
                <a:cs typeface="Roboto"/>
                <a:sym typeface="Roboto"/>
              </a:rPr>
              <a:t>5</a:t>
            </a:r>
            <a:endParaRPr kumimoji="0" sz="1100" b="0" i="0" u="none" strike="noStrike" kern="1200" cap="none" spc="0" normalizeH="0" baseline="0" noProof="0">
              <a:ln>
                <a:noFill/>
              </a:ln>
              <a:solidFill>
                <a:srgbClr val="00B0F0"/>
              </a:solidFill>
              <a:effectLst/>
              <a:uLnTx/>
              <a:uFillTx/>
              <a:latin typeface="Roboto"/>
              <a:ea typeface="Roboto"/>
              <a:cs typeface="Roboto"/>
              <a:sym typeface="Roboto"/>
            </a:endParaRPr>
          </a:p>
        </p:txBody>
      </p:sp>
      <p:grpSp>
        <p:nvGrpSpPr>
          <p:cNvPr id="281" name="Google Shape;9939;p168">
            <a:extLst>
              <a:ext uri="{FF2B5EF4-FFF2-40B4-BE49-F238E27FC236}">
                <a16:creationId xmlns:a16="http://schemas.microsoft.com/office/drawing/2014/main" id="{69423F69-B964-4E02-9406-8DB8A4626105}"/>
              </a:ext>
            </a:extLst>
          </p:cNvPr>
          <p:cNvGrpSpPr/>
          <p:nvPr/>
        </p:nvGrpSpPr>
        <p:grpSpPr>
          <a:xfrm>
            <a:off x="8200130" y="4584161"/>
            <a:ext cx="438984" cy="438982"/>
            <a:chOff x="1008863" y="1676245"/>
            <a:chExt cx="2304892" cy="2304888"/>
          </a:xfrm>
        </p:grpSpPr>
        <p:grpSp>
          <p:nvGrpSpPr>
            <p:cNvPr id="282" name="Google Shape;9940;p168">
              <a:extLst>
                <a:ext uri="{FF2B5EF4-FFF2-40B4-BE49-F238E27FC236}">
                  <a16:creationId xmlns:a16="http://schemas.microsoft.com/office/drawing/2014/main" id="{B486CFD1-BDB3-4F44-9144-EAE0533BE445}"/>
                </a:ext>
              </a:extLst>
            </p:cNvPr>
            <p:cNvGrpSpPr/>
            <p:nvPr/>
          </p:nvGrpSpPr>
          <p:grpSpPr>
            <a:xfrm>
              <a:off x="1008863" y="1676245"/>
              <a:ext cx="2304892" cy="2304888"/>
              <a:chOff x="3419554" y="1419306"/>
              <a:chExt cx="2304892" cy="2304888"/>
            </a:xfrm>
          </p:grpSpPr>
          <p:sp>
            <p:nvSpPr>
              <p:cNvPr id="284" name="Google Shape;9941;p168">
                <a:extLst>
                  <a:ext uri="{FF2B5EF4-FFF2-40B4-BE49-F238E27FC236}">
                    <a16:creationId xmlns:a16="http://schemas.microsoft.com/office/drawing/2014/main" id="{6E59247A-D1CE-4FBB-8BC2-27F35F2E10C2}"/>
                  </a:ext>
                </a:extLst>
              </p:cNvPr>
              <p:cNvSpPr/>
              <p:nvPr/>
            </p:nvSpPr>
            <p:spPr>
              <a:xfrm>
                <a:off x="3419554" y="1419306"/>
                <a:ext cx="2304892" cy="2304888"/>
              </a:xfrm>
              <a:prstGeom prst="ellipse">
                <a:avLst/>
              </a:prstGeom>
              <a:solidFill>
                <a:srgbClr val="EBECF0"/>
              </a:solidFill>
              <a:ln>
                <a:noFill/>
              </a:ln>
              <a:effectLst>
                <a:outerShdw blurRad="254000" dist="190500" dir="2700000" algn="tl" rotWithShape="0">
                  <a:srgbClr val="BFBFBF">
                    <a:alpha val="4000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sp>
            <p:nvSpPr>
              <p:cNvPr id="285" name="Google Shape;9942;p168">
                <a:extLst>
                  <a:ext uri="{FF2B5EF4-FFF2-40B4-BE49-F238E27FC236}">
                    <a16:creationId xmlns:a16="http://schemas.microsoft.com/office/drawing/2014/main" id="{B1FBC88F-635F-4D18-B1BF-AA07F42789D0}"/>
                  </a:ext>
                </a:extLst>
              </p:cNvPr>
              <p:cNvSpPr/>
              <p:nvPr/>
            </p:nvSpPr>
            <p:spPr>
              <a:xfrm>
                <a:off x="3419554" y="1419306"/>
                <a:ext cx="2304892" cy="2304888"/>
              </a:xfrm>
              <a:prstGeom prst="ellipse">
                <a:avLst/>
              </a:prstGeom>
              <a:solidFill>
                <a:srgbClr val="EBECF0">
                  <a:alpha val="73725"/>
                </a:srgbClr>
              </a:solidFill>
              <a:ln>
                <a:noFill/>
              </a:ln>
              <a:effectLst>
                <a:outerShdw blurRad="254000" dist="190500" dir="13500000" algn="tl" rotWithShape="0">
                  <a:schemeClr val="lt1">
                    <a:alpha val="64705"/>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83" name="Google Shape;9943;p168">
              <a:extLst>
                <a:ext uri="{FF2B5EF4-FFF2-40B4-BE49-F238E27FC236}">
                  <a16:creationId xmlns:a16="http://schemas.microsoft.com/office/drawing/2014/main" id="{A68F1342-2C42-4510-B3F8-3C52FA06D3DE}"/>
                </a:ext>
              </a:extLst>
            </p:cNvPr>
            <p:cNvSpPr/>
            <p:nvPr/>
          </p:nvSpPr>
          <p:spPr>
            <a:xfrm>
              <a:off x="1299808" y="1967189"/>
              <a:ext cx="1723002" cy="1723000"/>
            </a:xfrm>
            <a:prstGeom prst="ellipse">
              <a:avLst/>
            </a:prstGeom>
            <a:gradFill>
              <a:gsLst>
                <a:gs pos="0">
                  <a:srgbClr val="EBECF0"/>
                </a:gs>
                <a:gs pos="50000">
                  <a:srgbClr val="EBECF0"/>
                </a:gs>
                <a:gs pos="100000">
                  <a:schemeClr val="l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86" name="Google Shape;9944;p168">
            <a:extLst>
              <a:ext uri="{FF2B5EF4-FFF2-40B4-BE49-F238E27FC236}">
                <a16:creationId xmlns:a16="http://schemas.microsoft.com/office/drawing/2014/main" id="{9268A253-8695-431D-8C27-E8585331052E}"/>
              </a:ext>
            </a:extLst>
          </p:cNvPr>
          <p:cNvSpPr/>
          <p:nvPr/>
        </p:nvSpPr>
        <p:spPr>
          <a:xfrm>
            <a:off x="8339472" y="4726243"/>
            <a:ext cx="160300" cy="169277"/>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
                <a:srgbClr val="85A5C1"/>
              </a:buClr>
              <a:buSzPts val="1100"/>
              <a:buFont typeface="Roboto"/>
              <a:buNone/>
              <a:tabLst/>
              <a:defRPr/>
            </a:pPr>
            <a:r>
              <a:rPr kumimoji="0" lang="en-US" sz="1100" b="1" i="0" u="none" strike="noStrike" kern="1200" cap="none" spc="0" normalizeH="0" baseline="0" noProof="0">
                <a:ln>
                  <a:noFill/>
                </a:ln>
                <a:solidFill>
                  <a:srgbClr val="00B0F0"/>
                </a:solidFill>
                <a:effectLst/>
                <a:uLnTx/>
                <a:uFillTx/>
                <a:latin typeface="Roboto"/>
                <a:ea typeface="Roboto"/>
                <a:cs typeface="Roboto"/>
                <a:sym typeface="Roboto"/>
              </a:rPr>
              <a:t>6</a:t>
            </a:r>
            <a:endParaRPr kumimoji="0" sz="1100" b="0" i="0" u="none" strike="noStrike" kern="1200" cap="none" spc="0" normalizeH="0" baseline="0" noProof="0">
              <a:ln>
                <a:noFill/>
              </a:ln>
              <a:solidFill>
                <a:srgbClr val="00B0F0"/>
              </a:solidFill>
              <a:effectLst/>
              <a:uLnTx/>
              <a:uFillTx/>
              <a:latin typeface="Roboto"/>
              <a:ea typeface="Roboto"/>
              <a:cs typeface="Roboto"/>
              <a:sym typeface="Roboto"/>
            </a:endParaRPr>
          </a:p>
        </p:txBody>
      </p:sp>
      <p:grpSp>
        <p:nvGrpSpPr>
          <p:cNvPr id="287" name="Google Shape;9939;p168">
            <a:extLst>
              <a:ext uri="{FF2B5EF4-FFF2-40B4-BE49-F238E27FC236}">
                <a16:creationId xmlns:a16="http://schemas.microsoft.com/office/drawing/2014/main" id="{74FB4866-ACF1-44A8-BFA5-723905AC4CE6}"/>
              </a:ext>
            </a:extLst>
          </p:cNvPr>
          <p:cNvGrpSpPr/>
          <p:nvPr/>
        </p:nvGrpSpPr>
        <p:grpSpPr>
          <a:xfrm>
            <a:off x="8200130" y="5162626"/>
            <a:ext cx="438984" cy="438982"/>
            <a:chOff x="1008863" y="1676245"/>
            <a:chExt cx="2304892" cy="2304888"/>
          </a:xfrm>
        </p:grpSpPr>
        <p:grpSp>
          <p:nvGrpSpPr>
            <p:cNvPr id="288" name="Google Shape;9940;p168">
              <a:extLst>
                <a:ext uri="{FF2B5EF4-FFF2-40B4-BE49-F238E27FC236}">
                  <a16:creationId xmlns:a16="http://schemas.microsoft.com/office/drawing/2014/main" id="{C478B153-4494-451C-BEE5-54052BB6ADE3}"/>
                </a:ext>
              </a:extLst>
            </p:cNvPr>
            <p:cNvGrpSpPr/>
            <p:nvPr/>
          </p:nvGrpSpPr>
          <p:grpSpPr>
            <a:xfrm>
              <a:off x="1008863" y="1676245"/>
              <a:ext cx="2304892" cy="2304888"/>
              <a:chOff x="3419554" y="1419306"/>
              <a:chExt cx="2304892" cy="2304888"/>
            </a:xfrm>
          </p:grpSpPr>
          <p:sp>
            <p:nvSpPr>
              <p:cNvPr id="290" name="Google Shape;9941;p168">
                <a:extLst>
                  <a:ext uri="{FF2B5EF4-FFF2-40B4-BE49-F238E27FC236}">
                    <a16:creationId xmlns:a16="http://schemas.microsoft.com/office/drawing/2014/main" id="{344963E6-E154-4EBA-B0AA-F8605964E5AB}"/>
                  </a:ext>
                </a:extLst>
              </p:cNvPr>
              <p:cNvSpPr/>
              <p:nvPr/>
            </p:nvSpPr>
            <p:spPr>
              <a:xfrm>
                <a:off x="3419554" y="1419306"/>
                <a:ext cx="2304892" cy="2304888"/>
              </a:xfrm>
              <a:prstGeom prst="ellipse">
                <a:avLst/>
              </a:prstGeom>
              <a:solidFill>
                <a:srgbClr val="EBECF0"/>
              </a:solidFill>
              <a:ln>
                <a:noFill/>
              </a:ln>
              <a:effectLst>
                <a:outerShdw blurRad="254000" dist="190500" dir="2700000" algn="tl" rotWithShape="0">
                  <a:srgbClr val="BFBFBF">
                    <a:alpha val="4000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sp>
            <p:nvSpPr>
              <p:cNvPr id="291" name="Google Shape;9942;p168">
                <a:extLst>
                  <a:ext uri="{FF2B5EF4-FFF2-40B4-BE49-F238E27FC236}">
                    <a16:creationId xmlns:a16="http://schemas.microsoft.com/office/drawing/2014/main" id="{7A79B716-06F3-4564-8F84-AD5434D0F13A}"/>
                  </a:ext>
                </a:extLst>
              </p:cNvPr>
              <p:cNvSpPr/>
              <p:nvPr/>
            </p:nvSpPr>
            <p:spPr>
              <a:xfrm>
                <a:off x="3419554" y="1419306"/>
                <a:ext cx="2304892" cy="2304888"/>
              </a:xfrm>
              <a:prstGeom prst="ellipse">
                <a:avLst/>
              </a:prstGeom>
              <a:solidFill>
                <a:srgbClr val="EBECF0">
                  <a:alpha val="73725"/>
                </a:srgbClr>
              </a:solidFill>
              <a:ln>
                <a:noFill/>
              </a:ln>
              <a:effectLst>
                <a:outerShdw blurRad="254000" dist="190500" dir="13500000" algn="tl" rotWithShape="0">
                  <a:schemeClr val="lt1">
                    <a:alpha val="64705"/>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89" name="Google Shape;9943;p168">
              <a:extLst>
                <a:ext uri="{FF2B5EF4-FFF2-40B4-BE49-F238E27FC236}">
                  <a16:creationId xmlns:a16="http://schemas.microsoft.com/office/drawing/2014/main" id="{B0C2DE8A-3756-41EC-8CD7-2BBE72824107}"/>
                </a:ext>
              </a:extLst>
            </p:cNvPr>
            <p:cNvSpPr/>
            <p:nvPr/>
          </p:nvSpPr>
          <p:spPr>
            <a:xfrm>
              <a:off x="1299808" y="1967189"/>
              <a:ext cx="1723002" cy="1723000"/>
            </a:xfrm>
            <a:prstGeom prst="ellipse">
              <a:avLst/>
            </a:prstGeom>
            <a:gradFill>
              <a:gsLst>
                <a:gs pos="0">
                  <a:srgbClr val="EBECF0"/>
                </a:gs>
                <a:gs pos="50000">
                  <a:srgbClr val="EBECF0"/>
                </a:gs>
                <a:gs pos="100000">
                  <a:schemeClr val="l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92" name="Google Shape;9944;p168">
            <a:extLst>
              <a:ext uri="{FF2B5EF4-FFF2-40B4-BE49-F238E27FC236}">
                <a16:creationId xmlns:a16="http://schemas.microsoft.com/office/drawing/2014/main" id="{217B4947-92F7-43FE-9AF5-BC31F7FC76FB}"/>
              </a:ext>
            </a:extLst>
          </p:cNvPr>
          <p:cNvSpPr/>
          <p:nvPr/>
        </p:nvSpPr>
        <p:spPr>
          <a:xfrm>
            <a:off x="8339472" y="5304708"/>
            <a:ext cx="160300" cy="169277"/>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
                <a:srgbClr val="85A5C1"/>
              </a:buClr>
              <a:buSzPts val="1100"/>
              <a:buFont typeface="Roboto"/>
              <a:buNone/>
              <a:tabLst/>
              <a:defRPr/>
            </a:pPr>
            <a:r>
              <a:rPr kumimoji="0" lang="en-US" sz="1100" b="1" i="0" u="none" strike="noStrike" kern="1200" cap="none" spc="0" normalizeH="0" baseline="0" noProof="0">
                <a:ln>
                  <a:noFill/>
                </a:ln>
                <a:solidFill>
                  <a:srgbClr val="00B0F0"/>
                </a:solidFill>
                <a:effectLst/>
                <a:uLnTx/>
                <a:uFillTx/>
                <a:latin typeface="Roboto"/>
                <a:ea typeface="Roboto"/>
                <a:cs typeface="Roboto"/>
                <a:sym typeface="Roboto"/>
              </a:rPr>
              <a:t>7</a:t>
            </a:r>
            <a:endParaRPr kumimoji="0" sz="1100" b="0" i="0" u="none" strike="noStrike" kern="1200" cap="none" spc="0" normalizeH="0" baseline="0" noProof="0">
              <a:ln>
                <a:noFill/>
              </a:ln>
              <a:solidFill>
                <a:srgbClr val="00B0F0"/>
              </a:solidFill>
              <a:effectLst/>
              <a:uLnTx/>
              <a:uFillTx/>
              <a:latin typeface="Roboto"/>
              <a:ea typeface="Roboto"/>
              <a:cs typeface="Roboto"/>
              <a:sym typeface="Roboto"/>
            </a:endParaRPr>
          </a:p>
        </p:txBody>
      </p:sp>
      <p:grpSp>
        <p:nvGrpSpPr>
          <p:cNvPr id="293" name="Google Shape;9939;p168">
            <a:extLst>
              <a:ext uri="{FF2B5EF4-FFF2-40B4-BE49-F238E27FC236}">
                <a16:creationId xmlns:a16="http://schemas.microsoft.com/office/drawing/2014/main" id="{0D1FD701-D8FC-495A-B74E-53855890573F}"/>
              </a:ext>
            </a:extLst>
          </p:cNvPr>
          <p:cNvGrpSpPr/>
          <p:nvPr/>
        </p:nvGrpSpPr>
        <p:grpSpPr>
          <a:xfrm>
            <a:off x="8200130" y="5741091"/>
            <a:ext cx="438984" cy="438982"/>
            <a:chOff x="1008863" y="1676245"/>
            <a:chExt cx="2304892" cy="2304888"/>
          </a:xfrm>
        </p:grpSpPr>
        <p:grpSp>
          <p:nvGrpSpPr>
            <p:cNvPr id="294" name="Google Shape;9940;p168">
              <a:extLst>
                <a:ext uri="{FF2B5EF4-FFF2-40B4-BE49-F238E27FC236}">
                  <a16:creationId xmlns:a16="http://schemas.microsoft.com/office/drawing/2014/main" id="{7CF19386-6A55-4BC2-9AE1-8E68C7BA6474}"/>
                </a:ext>
              </a:extLst>
            </p:cNvPr>
            <p:cNvGrpSpPr/>
            <p:nvPr/>
          </p:nvGrpSpPr>
          <p:grpSpPr>
            <a:xfrm>
              <a:off x="1008863" y="1676245"/>
              <a:ext cx="2304892" cy="2304888"/>
              <a:chOff x="3419554" y="1419306"/>
              <a:chExt cx="2304892" cy="2304888"/>
            </a:xfrm>
          </p:grpSpPr>
          <p:sp>
            <p:nvSpPr>
              <p:cNvPr id="296" name="Google Shape;9941;p168">
                <a:extLst>
                  <a:ext uri="{FF2B5EF4-FFF2-40B4-BE49-F238E27FC236}">
                    <a16:creationId xmlns:a16="http://schemas.microsoft.com/office/drawing/2014/main" id="{87900C74-8E79-4AC9-93F1-A131448274CE}"/>
                  </a:ext>
                </a:extLst>
              </p:cNvPr>
              <p:cNvSpPr/>
              <p:nvPr/>
            </p:nvSpPr>
            <p:spPr>
              <a:xfrm>
                <a:off x="3419554" y="1419306"/>
                <a:ext cx="2304892" cy="2304888"/>
              </a:xfrm>
              <a:prstGeom prst="ellipse">
                <a:avLst/>
              </a:prstGeom>
              <a:solidFill>
                <a:srgbClr val="EBECF0"/>
              </a:solidFill>
              <a:ln>
                <a:noFill/>
              </a:ln>
              <a:effectLst>
                <a:outerShdw blurRad="254000" dist="190500" dir="2700000" algn="tl" rotWithShape="0">
                  <a:srgbClr val="BFBFBF">
                    <a:alpha val="4000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sp>
            <p:nvSpPr>
              <p:cNvPr id="297" name="Google Shape;9942;p168">
                <a:extLst>
                  <a:ext uri="{FF2B5EF4-FFF2-40B4-BE49-F238E27FC236}">
                    <a16:creationId xmlns:a16="http://schemas.microsoft.com/office/drawing/2014/main" id="{60EEDFB2-AAE7-43F0-B440-06165B4B5E43}"/>
                  </a:ext>
                </a:extLst>
              </p:cNvPr>
              <p:cNvSpPr/>
              <p:nvPr/>
            </p:nvSpPr>
            <p:spPr>
              <a:xfrm>
                <a:off x="3419554" y="1419306"/>
                <a:ext cx="2304892" cy="2304888"/>
              </a:xfrm>
              <a:prstGeom prst="ellipse">
                <a:avLst/>
              </a:prstGeom>
              <a:solidFill>
                <a:srgbClr val="EBECF0">
                  <a:alpha val="73725"/>
                </a:srgbClr>
              </a:solidFill>
              <a:ln>
                <a:noFill/>
              </a:ln>
              <a:effectLst>
                <a:outerShdw blurRad="254000" dist="190500" dir="13500000" algn="tl" rotWithShape="0">
                  <a:schemeClr val="lt1">
                    <a:alpha val="64705"/>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95" name="Google Shape;9943;p168">
              <a:extLst>
                <a:ext uri="{FF2B5EF4-FFF2-40B4-BE49-F238E27FC236}">
                  <a16:creationId xmlns:a16="http://schemas.microsoft.com/office/drawing/2014/main" id="{5143AB0D-C9F0-4A3B-8F50-26635B7431F5}"/>
                </a:ext>
              </a:extLst>
            </p:cNvPr>
            <p:cNvSpPr/>
            <p:nvPr/>
          </p:nvSpPr>
          <p:spPr>
            <a:xfrm>
              <a:off x="1299808" y="1967189"/>
              <a:ext cx="1723002" cy="1723000"/>
            </a:xfrm>
            <a:prstGeom prst="ellipse">
              <a:avLst/>
            </a:prstGeom>
            <a:gradFill>
              <a:gsLst>
                <a:gs pos="0">
                  <a:srgbClr val="EBECF0"/>
                </a:gs>
                <a:gs pos="50000">
                  <a:srgbClr val="EBECF0"/>
                </a:gs>
                <a:gs pos="100000">
                  <a:schemeClr val="l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350" b="0" i="0" u="none" strike="noStrike" kern="1200" cap="none" spc="0" normalizeH="0" baseline="0" noProof="0">
                <a:ln>
                  <a:noFill/>
                </a:ln>
                <a:solidFill>
                  <a:prstClr val="white"/>
                </a:solidFill>
                <a:effectLst/>
                <a:uLnTx/>
                <a:uFillTx/>
                <a:latin typeface="Roboto"/>
                <a:ea typeface="Roboto"/>
                <a:cs typeface="Roboto"/>
                <a:sym typeface="Roboto"/>
              </a:endParaRPr>
            </a:p>
          </p:txBody>
        </p:sp>
      </p:grpSp>
      <p:sp>
        <p:nvSpPr>
          <p:cNvPr id="298" name="Google Shape;9944;p168">
            <a:extLst>
              <a:ext uri="{FF2B5EF4-FFF2-40B4-BE49-F238E27FC236}">
                <a16:creationId xmlns:a16="http://schemas.microsoft.com/office/drawing/2014/main" id="{7017A601-42D8-4C89-BDB8-A68A8B4A4FEC}"/>
              </a:ext>
            </a:extLst>
          </p:cNvPr>
          <p:cNvSpPr/>
          <p:nvPr/>
        </p:nvSpPr>
        <p:spPr>
          <a:xfrm>
            <a:off x="8339472" y="5883173"/>
            <a:ext cx="160300" cy="169277"/>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
                <a:srgbClr val="85A5C1"/>
              </a:buClr>
              <a:buSzPts val="1100"/>
              <a:buFont typeface="Roboto"/>
              <a:buNone/>
              <a:tabLst/>
              <a:defRPr/>
            </a:pPr>
            <a:r>
              <a:rPr kumimoji="0" lang="en-US" sz="1100" b="1" i="0" u="none" strike="noStrike" kern="1200" cap="none" spc="0" normalizeH="0" baseline="0" noProof="0">
                <a:ln>
                  <a:noFill/>
                </a:ln>
                <a:solidFill>
                  <a:srgbClr val="00B0F0"/>
                </a:solidFill>
                <a:effectLst/>
                <a:uLnTx/>
                <a:uFillTx/>
                <a:latin typeface="Roboto"/>
                <a:ea typeface="Roboto"/>
                <a:cs typeface="Roboto"/>
                <a:sym typeface="Roboto"/>
              </a:rPr>
              <a:t>8</a:t>
            </a:r>
            <a:endParaRPr kumimoji="0" sz="1100" b="0" i="0" u="none" strike="noStrike" kern="1200" cap="none" spc="0" normalizeH="0" baseline="0" noProof="0">
              <a:ln>
                <a:noFill/>
              </a:ln>
              <a:solidFill>
                <a:srgbClr val="00B0F0"/>
              </a:solidFill>
              <a:effectLst/>
              <a:uLnTx/>
              <a:uFillTx/>
              <a:latin typeface="Roboto"/>
              <a:ea typeface="Roboto"/>
              <a:cs typeface="Roboto"/>
              <a:sym typeface="Roboto"/>
            </a:endParaRPr>
          </a:p>
        </p:txBody>
      </p:sp>
      <p:sp>
        <p:nvSpPr>
          <p:cNvPr id="305" name="TextBox 304">
            <a:extLst>
              <a:ext uri="{FF2B5EF4-FFF2-40B4-BE49-F238E27FC236}">
                <a16:creationId xmlns:a16="http://schemas.microsoft.com/office/drawing/2014/main" id="{26AFA8C0-1AD5-430B-82FD-D3130C8D9DA6}"/>
              </a:ext>
            </a:extLst>
          </p:cNvPr>
          <p:cNvSpPr txBox="1"/>
          <p:nvPr/>
        </p:nvSpPr>
        <p:spPr>
          <a:xfrm>
            <a:off x="973440" y="4782978"/>
            <a:ext cx="632912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0B0F0"/>
                </a:solidFill>
                <a:effectLst/>
                <a:uLnTx/>
                <a:uFillTx/>
                <a:latin typeface="Open Sans" panose="020B0606030504020204" pitchFamily="34" charset="0"/>
                <a:ea typeface="Open Sans" panose="020B0606030504020204" pitchFamily="34" charset="0"/>
                <a:cs typeface="Open Sans" panose="020B0606030504020204" pitchFamily="34" charset="0"/>
              </a:rPr>
              <a:t>A Hardware Agnostic True Random Number Generator</a:t>
            </a:r>
            <a:endParaRPr kumimoji="0" lang="en-IN" sz="1400" b="0" i="0" u="none" strike="noStrike" kern="1200" cap="none" spc="0" normalizeH="0" baseline="0" noProof="0">
              <a:ln>
                <a:noFill/>
              </a:ln>
              <a:solidFill>
                <a:srgbClr val="00B0F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306" name="Picture 305">
            <a:extLst>
              <a:ext uri="{FF2B5EF4-FFF2-40B4-BE49-F238E27FC236}">
                <a16:creationId xmlns:a16="http://schemas.microsoft.com/office/drawing/2014/main" id="{17717514-DEFF-45C5-BA03-A1D04B163A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0528" y="1879164"/>
            <a:ext cx="1204517" cy="1466543"/>
          </a:xfrm>
          <a:prstGeom prst="rect">
            <a:avLst/>
          </a:prstGeom>
        </p:spPr>
      </p:pic>
      <p:sp>
        <p:nvSpPr>
          <p:cNvPr id="307" name="TextBox 306">
            <a:extLst>
              <a:ext uri="{FF2B5EF4-FFF2-40B4-BE49-F238E27FC236}">
                <a16:creationId xmlns:a16="http://schemas.microsoft.com/office/drawing/2014/main" id="{C8A22169-F91E-46FE-B5B1-7BB5A4D4D97A}"/>
              </a:ext>
            </a:extLst>
          </p:cNvPr>
          <p:cNvSpPr txBox="1"/>
          <p:nvPr/>
        </p:nvSpPr>
        <p:spPr>
          <a:xfrm>
            <a:off x="261405" y="5121034"/>
            <a:ext cx="7753199" cy="13849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EBECF0">
                    <a:lumMod val="25000"/>
                  </a:srgbClr>
                </a:solidFill>
                <a:effectLst/>
                <a:uLnTx/>
                <a:uFillTx/>
                <a:latin typeface="Open Sans" panose="020B0606030504020204" pitchFamily="34" charset="0"/>
                <a:ea typeface="Open Sans" panose="020B0606030504020204" pitchFamily="34" charset="0"/>
                <a:cs typeface="Open Sans" panose="020B0606030504020204" pitchFamily="34" charset="0"/>
              </a:rPr>
              <a:t>QuRNG is a state-of-the-art, highly scalable cloud-based Quantum Random Number Generation (QRNG) Service with integrated verification for the user. The application emulates the quantum phenomena on flagship Quantum Computers to generate true maximal randomness or entropy, that can be verified and certified as genuinely quantum. For the first time, the solution offers practically scalable and truly random symmetric key generation, a milestone unattainable with classical computers.</a:t>
            </a:r>
          </a:p>
        </p:txBody>
      </p:sp>
    </p:spTree>
    <p:extLst>
      <p:ext uri="{BB962C8B-B14F-4D97-AF65-F5344CB8AC3E}">
        <p14:creationId xmlns:p14="http://schemas.microsoft.com/office/powerpoint/2010/main" val="859599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8"/>
        <p:cNvGrpSpPr/>
        <p:nvPr/>
      </p:nvGrpSpPr>
      <p:grpSpPr>
        <a:xfrm>
          <a:off x="0" y="0"/>
          <a:ext cx="0" cy="0"/>
          <a:chOff x="0" y="0"/>
          <a:chExt cx="0" cy="0"/>
        </a:xfrm>
      </p:grpSpPr>
      <p:grpSp>
        <p:nvGrpSpPr>
          <p:cNvPr id="41" name="Group 40">
            <a:extLst>
              <a:ext uri="{FF2B5EF4-FFF2-40B4-BE49-F238E27FC236}">
                <a16:creationId xmlns:a16="http://schemas.microsoft.com/office/drawing/2014/main" id="{996A8C84-4856-59DC-1383-A5FEEB75ABE3}"/>
              </a:ext>
            </a:extLst>
          </p:cNvPr>
          <p:cNvGrpSpPr/>
          <p:nvPr/>
        </p:nvGrpSpPr>
        <p:grpSpPr>
          <a:xfrm>
            <a:off x="2854084" y="258308"/>
            <a:ext cx="6496687" cy="610651"/>
            <a:chOff x="2854084" y="82379"/>
            <a:chExt cx="6496687" cy="610651"/>
          </a:xfrm>
        </p:grpSpPr>
        <p:grpSp>
          <p:nvGrpSpPr>
            <p:cNvPr id="42" name="Google Shape;1759;p24">
              <a:extLst>
                <a:ext uri="{FF2B5EF4-FFF2-40B4-BE49-F238E27FC236}">
                  <a16:creationId xmlns:a16="http://schemas.microsoft.com/office/drawing/2014/main" id="{39EA9E9C-AFF7-9EE6-E20B-CE4BED142D6B}"/>
                </a:ext>
              </a:extLst>
            </p:cNvPr>
            <p:cNvGrpSpPr/>
            <p:nvPr/>
          </p:nvGrpSpPr>
          <p:grpSpPr>
            <a:xfrm>
              <a:off x="2854084" y="82379"/>
              <a:ext cx="6483831" cy="610651"/>
              <a:chOff x="5573642" y="2488315"/>
              <a:chExt cx="2748650" cy="2748282"/>
            </a:xfrm>
          </p:grpSpPr>
          <p:sp>
            <p:nvSpPr>
              <p:cNvPr id="44" name="Google Shape;1760;p24">
                <a:extLst>
                  <a:ext uri="{FF2B5EF4-FFF2-40B4-BE49-F238E27FC236}">
                    <a16:creationId xmlns:a16="http://schemas.microsoft.com/office/drawing/2014/main" id="{E3A0608E-9099-0FCE-539F-D521EF9A83F2}"/>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chemeClr val="dk2">
                    <a:alpha val="55686"/>
                  </a:schemeClr>
                </a:outerShdw>
              </a:effectLst>
            </p:spPr>
            <p:txBody>
              <a:bodyPr spcFirstLastPara="1" wrap="square" lIns="137150" tIns="68575" rIns="137150" bIns="68575" anchor="t" anchorCtr="0">
                <a:noAutofit/>
              </a:bodyPr>
              <a:lstStyle/>
              <a:p>
                <a:pPr marL="0" marR="0" lvl="0" indent="0" algn="l" rtl="0">
                  <a:lnSpc>
                    <a:spcPct val="100000"/>
                  </a:lnSpc>
                  <a:spcBef>
                    <a:spcPts val="0"/>
                  </a:spcBef>
                  <a:spcAft>
                    <a:spcPts val="0"/>
                  </a:spcAft>
                  <a:buClr>
                    <a:schemeClr val="dk1"/>
                  </a:buClr>
                  <a:buSzPts val="4050"/>
                  <a:buFont typeface="Calibri"/>
                  <a:buNone/>
                </a:pPr>
                <a:endParaRPr sz="4050" b="0" i="0" u="none" strike="noStrike" cap="none">
                  <a:solidFill>
                    <a:srgbClr val="ACB0C0"/>
                  </a:solidFill>
                  <a:latin typeface="Calibri"/>
                  <a:ea typeface="Calibri"/>
                  <a:cs typeface="Calibri"/>
                  <a:sym typeface="Calibri"/>
                </a:endParaRPr>
              </a:p>
            </p:txBody>
          </p:sp>
          <p:sp>
            <p:nvSpPr>
              <p:cNvPr id="45" name="Google Shape;1761;p24">
                <a:extLst>
                  <a:ext uri="{FF2B5EF4-FFF2-40B4-BE49-F238E27FC236}">
                    <a16:creationId xmlns:a16="http://schemas.microsoft.com/office/drawing/2014/main" id="{BFE2DE02-95B9-3FBD-AD7D-95CA3EFD9EAD}"/>
                  </a:ext>
                </a:extLst>
              </p:cNvPr>
              <p:cNvSpPr/>
              <p:nvPr/>
            </p:nvSpPr>
            <p:spPr>
              <a:xfrm>
                <a:off x="5573642" y="2488315"/>
                <a:ext cx="2743198" cy="2743200"/>
              </a:xfrm>
              <a:prstGeom prst="roundRect">
                <a:avLst>
                  <a:gd name="adj" fmla="val 16667"/>
                </a:avLst>
              </a:prstGeom>
              <a:solidFill>
                <a:srgbClr val="EBECF0"/>
              </a:solidFill>
              <a:ln>
                <a:noFill/>
              </a:ln>
              <a:effectLst>
                <a:outerShdw blurRad="177800" dist="114300" dir="2700000" algn="ctr" rotWithShape="0">
                  <a:schemeClr val="dk1">
                    <a:alpha val="41960"/>
                  </a:schemeClr>
                </a:outerShdw>
              </a:effectLst>
            </p:spPr>
            <p:txBody>
              <a:bodyPr spcFirstLastPara="1" wrap="square" lIns="137150" tIns="68575" rIns="137150" bIns="68575" anchor="t" anchorCtr="0">
                <a:noAutofit/>
              </a:bodyPr>
              <a:lstStyle/>
              <a:p>
                <a:pPr marL="0" marR="0" lvl="0" indent="0" algn="l" rtl="0">
                  <a:lnSpc>
                    <a:spcPct val="100000"/>
                  </a:lnSpc>
                  <a:spcBef>
                    <a:spcPts val="0"/>
                  </a:spcBef>
                  <a:spcAft>
                    <a:spcPts val="0"/>
                  </a:spcAft>
                  <a:buClr>
                    <a:schemeClr val="dk1"/>
                  </a:buClr>
                  <a:buSzPts val="4050"/>
                  <a:buFont typeface="Calibri"/>
                  <a:buNone/>
                </a:pPr>
                <a:endParaRPr sz="4050" b="0" i="0" u="none" strike="noStrike" cap="none">
                  <a:solidFill>
                    <a:srgbClr val="ACB0C0"/>
                  </a:solidFill>
                  <a:latin typeface="Calibri"/>
                  <a:ea typeface="Calibri"/>
                  <a:cs typeface="Calibri"/>
                  <a:sym typeface="Calibri"/>
                </a:endParaRPr>
              </a:p>
            </p:txBody>
          </p:sp>
        </p:grpSp>
        <p:sp>
          <p:nvSpPr>
            <p:cNvPr id="43" name="Google Shape;1299;p19">
              <a:extLst>
                <a:ext uri="{FF2B5EF4-FFF2-40B4-BE49-F238E27FC236}">
                  <a16:creationId xmlns:a16="http://schemas.microsoft.com/office/drawing/2014/main" id="{D689B3A5-6033-2BDA-F66E-242112B09DE9}"/>
                </a:ext>
              </a:extLst>
            </p:cNvPr>
            <p:cNvSpPr/>
            <p:nvPr/>
          </p:nvSpPr>
          <p:spPr>
            <a:xfrm>
              <a:off x="2991160" y="173319"/>
              <a:ext cx="6359611" cy="276999"/>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sz="1800" b="1" kern="100">
                  <a:solidFill>
                    <a:srgbClr val="0070C0"/>
                  </a:solidFill>
                  <a:effectLst/>
                  <a:latin typeface="Open Sans" panose="020B0606030504020204" pitchFamily="34" charset="0"/>
                  <a:ea typeface="Open Sans" panose="020B0606030504020204" pitchFamily="34" charset="0"/>
                  <a:cs typeface="Open Sans" panose="020B0606030504020204" pitchFamily="34" charset="0"/>
                </a:rPr>
                <a:t>Q-Forte: Deployment at Scale</a:t>
              </a:r>
              <a:endParaRPr lang="en-IN" sz="1800" kern="100">
                <a:solidFill>
                  <a:srgbClr val="0070C0"/>
                </a:solidFill>
                <a:effectLst/>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46" name="Group 45">
            <a:extLst>
              <a:ext uri="{FF2B5EF4-FFF2-40B4-BE49-F238E27FC236}">
                <a16:creationId xmlns:a16="http://schemas.microsoft.com/office/drawing/2014/main" id="{BE3FC5F4-32A1-EE44-D136-55C7D1A24B68}"/>
              </a:ext>
            </a:extLst>
          </p:cNvPr>
          <p:cNvGrpSpPr/>
          <p:nvPr/>
        </p:nvGrpSpPr>
        <p:grpSpPr>
          <a:xfrm>
            <a:off x="1505191" y="1105893"/>
            <a:ext cx="9181618" cy="5578128"/>
            <a:chOff x="1650010" y="1105893"/>
            <a:chExt cx="8893125" cy="5402859"/>
          </a:xfrm>
        </p:grpSpPr>
        <p:grpSp>
          <p:nvGrpSpPr>
            <p:cNvPr id="47" name="Group 46">
              <a:extLst>
                <a:ext uri="{FF2B5EF4-FFF2-40B4-BE49-F238E27FC236}">
                  <a16:creationId xmlns:a16="http://schemas.microsoft.com/office/drawing/2014/main" id="{1E1BC7A8-E17A-1925-66BB-3ABABC92D981}"/>
                </a:ext>
              </a:extLst>
            </p:cNvPr>
            <p:cNvGrpSpPr/>
            <p:nvPr/>
          </p:nvGrpSpPr>
          <p:grpSpPr>
            <a:xfrm>
              <a:off x="6154402" y="3873369"/>
              <a:ext cx="4193242" cy="2635383"/>
              <a:chOff x="5573642" y="2488315"/>
              <a:chExt cx="2748650" cy="2748282"/>
            </a:xfrm>
            <a:solidFill>
              <a:srgbClr val="E8EBF2"/>
            </a:solidFill>
          </p:grpSpPr>
          <p:sp>
            <p:nvSpPr>
              <p:cNvPr id="1745" name="Oval 8">
                <a:extLst>
                  <a:ext uri="{FF2B5EF4-FFF2-40B4-BE49-F238E27FC236}">
                    <a16:creationId xmlns:a16="http://schemas.microsoft.com/office/drawing/2014/main" id="{DF9BDEE0-0C50-9197-B9ED-1E5DB3B9A561}"/>
                  </a:ext>
                </a:extLst>
              </p:cNvPr>
              <p:cNvSpPr>
                <a:spLocks/>
              </p:cNvSpPr>
              <p:nvPr/>
            </p:nvSpPr>
            <p:spPr bwMode="auto">
              <a:xfrm>
                <a:off x="5579092" y="2493397"/>
                <a:ext cx="2743200" cy="2743200"/>
              </a:xfrm>
              <a:prstGeom prst="roundRect">
                <a:avLst/>
              </a:prstGeom>
              <a:grpFill/>
              <a:ln w="3175">
                <a:solidFill>
                  <a:srgbClr val="FFFFFF">
                    <a:alpha val="85000"/>
                  </a:srgbClr>
                </a:solidFill>
                <a:round/>
                <a:headEnd/>
                <a:tailEnd/>
              </a:ln>
              <a:effectLst>
                <a:outerShdw blurRad="114300" dist="114300" dir="13500000" algn="ctr" rotWithShape="0">
                  <a:srgbClr val="EBECF0">
                    <a:alpha val="56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cs typeface="Arial"/>
                  <a:sym typeface="Arial"/>
                </a:endParaRPr>
              </a:p>
            </p:txBody>
          </p:sp>
          <p:sp>
            <p:nvSpPr>
              <p:cNvPr id="1746" name="Oval 9">
                <a:extLst>
                  <a:ext uri="{FF2B5EF4-FFF2-40B4-BE49-F238E27FC236}">
                    <a16:creationId xmlns:a16="http://schemas.microsoft.com/office/drawing/2014/main" id="{4808C5FF-324E-E0C4-C17D-DAA1729A65F7}"/>
                  </a:ext>
                </a:extLst>
              </p:cNvPr>
              <p:cNvSpPr>
                <a:spLocks/>
              </p:cNvSpPr>
              <p:nvPr/>
            </p:nvSpPr>
            <p:spPr bwMode="auto">
              <a:xfrm>
                <a:off x="5573642" y="2488315"/>
                <a:ext cx="2743198" cy="2743200"/>
              </a:xfrm>
              <a:prstGeom prst="roundRect">
                <a:avLst>
                  <a:gd name="adj" fmla="val 6823"/>
                </a:avLst>
              </a:prstGeom>
              <a:solidFill>
                <a:srgbClr val="EBECF0"/>
              </a:solidFill>
              <a:ln w="3175">
                <a:solidFill>
                  <a:srgbClr val="FFFFFF">
                    <a:alpha val="85000"/>
                  </a:srgbClr>
                </a:solidFill>
                <a:round/>
                <a:headEnd/>
                <a:tailEnd/>
              </a:ln>
              <a:effectLst>
                <a:outerShdw blurRad="177800" dist="114300" dir="2700000" algn="ctr" rotWithShape="0">
                  <a:srgbClr val="ACB0C0">
                    <a:alpha val="30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cs typeface="Arial"/>
                  <a:sym typeface="Arial"/>
                </a:endParaRPr>
              </a:p>
            </p:txBody>
          </p:sp>
        </p:grpSp>
        <p:grpSp>
          <p:nvGrpSpPr>
            <p:cNvPr id="48" name="Group 47">
              <a:extLst>
                <a:ext uri="{FF2B5EF4-FFF2-40B4-BE49-F238E27FC236}">
                  <a16:creationId xmlns:a16="http://schemas.microsoft.com/office/drawing/2014/main" id="{2AD1DCAF-066D-2756-011E-B3CEAB537CE0}"/>
                </a:ext>
              </a:extLst>
            </p:cNvPr>
            <p:cNvGrpSpPr/>
            <p:nvPr/>
          </p:nvGrpSpPr>
          <p:grpSpPr>
            <a:xfrm>
              <a:off x="1841347" y="3873369"/>
              <a:ext cx="4193242" cy="2635383"/>
              <a:chOff x="5573642" y="2488315"/>
              <a:chExt cx="2748650" cy="2748282"/>
            </a:xfrm>
            <a:solidFill>
              <a:srgbClr val="E8EBF2"/>
            </a:solidFill>
          </p:grpSpPr>
          <p:sp>
            <p:nvSpPr>
              <p:cNvPr id="1743" name="Oval 8">
                <a:extLst>
                  <a:ext uri="{FF2B5EF4-FFF2-40B4-BE49-F238E27FC236}">
                    <a16:creationId xmlns:a16="http://schemas.microsoft.com/office/drawing/2014/main" id="{80054CC9-9DD6-DFC5-8FCC-0CD1B52D26B6}"/>
                  </a:ext>
                </a:extLst>
              </p:cNvPr>
              <p:cNvSpPr>
                <a:spLocks/>
              </p:cNvSpPr>
              <p:nvPr/>
            </p:nvSpPr>
            <p:spPr bwMode="auto">
              <a:xfrm>
                <a:off x="5579092" y="2493397"/>
                <a:ext cx="2743200" cy="2743200"/>
              </a:xfrm>
              <a:prstGeom prst="roundRect">
                <a:avLst/>
              </a:prstGeom>
              <a:grpFill/>
              <a:ln w="3175">
                <a:solidFill>
                  <a:srgbClr val="FFFFFF">
                    <a:alpha val="85000"/>
                  </a:srgbClr>
                </a:solidFill>
                <a:round/>
                <a:headEnd/>
                <a:tailEnd/>
              </a:ln>
              <a:effectLst>
                <a:outerShdw blurRad="114300" dist="114300" dir="13500000" algn="ctr" rotWithShape="0">
                  <a:srgbClr val="EBECF0">
                    <a:alpha val="56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cs typeface="Arial"/>
                  <a:sym typeface="Arial"/>
                </a:endParaRPr>
              </a:p>
            </p:txBody>
          </p:sp>
          <p:sp>
            <p:nvSpPr>
              <p:cNvPr id="1744" name="Oval 9">
                <a:extLst>
                  <a:ext uri="{FF2B5EF4-FFF2-40B4-BE49-F238E27FC236}">
                    <a16:creationId xmlns:a16="http://schemas.microsoft.com/office/drawing/2014/main" id="{67845E06-03AD-CD96-E147-CF45B8CB78A9}"/>
                  </a:ext>
                </a:extLst>
              </p:cNvPr>
              <p:cNvSpPr>
                <a:spLocks/>
              </p:cNvSpPr>
              <p:nvPr/>
            </p:nvSpPr>
            <p:spPr bwMode="auto">
              <a:xfrm>
                <a:off x="5573642" y="2488315"/>
                <a:ext cx="2743198" cy="2743200"/>
              </a:xfrm>
              <a:prstGeom prst="roundRect">
                <a:avLst>
                  <a:gd name="adj" fmla="val 6823"/>
                </a:avLst>
              </a:prstGeom>
              <a:solidFill>
                <a:srgbClr val="EBECF0"/>
              </a:solidFill>
              <a:ln w="3175">
                <a:solidFill>
                  <a:srgbClr val="FFFFFF">
                    <a:alpha val="85000"/>
                  </a:srgbClr>
                </a:solidFill>
                <a:round/>
                <a:headEnd/>
                <a:tailEnd/>
              </a:ln>
              <a:effectLst>
                <a:outerShdw blurRad="177800" dist="114300" dir="2700000" algn="ctr" rotWithShape="0">
                  <a:srgbClr val="ACB0C0">
                    <a:alpha val="30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cs typeface="Arial"/>
                  <a:sym typeface="Arial"/>
                </a:endParaRPr>
              </a:p>
            </p:txBody>
          </p:sp>
        </p:grpSp>
        <p:grpSp>
          <p:nvGrpSpPr>
            <p:cNvPr id="49" name="Group 48">
              <a:extLst>
                <a:ext uri="{FF2B5EF4-FFF2-40B4-BE49-F238E27FC236}">
                  <a16:creationId xmlns:a16="http://schemas.microsoft.com/office/drawing/2014/main" id="{2BB31B4B-8B29-F28F-F73B-6934217AF007}"/>
                </a:ext>
              </a:extLst>
            </p:cNvPr>
            <p:cNvGrpSpPr/>
            <p:nvPr/>
          </p:nvGrpSpPr>
          <p:grpSpPr>
            <a:xfrm>
              <a:off x="6154402" y="1105893"/>
              <a:ext cx="4193242" cy="2635383"/>
              <a:chOff x="5573642" y="2488315"/>
              <a:chExt cx="2748650" cy="2748282"/>
            </a:xfrm>
            <a:solidFill>
              <a:srgbClr val="E8EBF2"/>
            </a:solidFill>
          </p:grpSpPr>
          <p:sp>
            <p:nvSpPr>
              <p:cNvPr id="1741" name="Oval 8">
                <a:extLst>
                  <a:ext uri="{FF2B5EF4-FFF2-40B4-BE49-F238E27FC236}">
                    <a16:creationId xmlns:a16="http://schemas.microsoft.com/office/drawing/2014/main" id="{2921FC15-AC88-D6C5-5A76-42C600472902}"/>
                  </a:ext>
                </a:extLst>
              </p:cNvPr>
              <p:cNvSpPr>
                <a:spLocks/>
              </p:cNvSpPr>
              <p:nvPr/>
            </p:nvSpPr>
            <p:spPr bwMode="auto">
              <a:xfrm>
                <a:off x="5579092" y="2493397"/>
                <a:ext cx="2743200" cy="2743200"/>
              </a:xfrm>
              <a:prstGeom prst="roundRect">
                <a:avLst/>
              </a:prstGeom>
              <a:grpFill/>
              <a:ln w="3175">
                <a:solidFill>
                  <a:srgbClr val="FFFFFF">
                    <a:alpha val="85000"/>
                  </a:srgbClr>
                </a:solidFill>
                <a:round/>
                <a:headEnd/>
                <a:tailEnd/>
              </a:ln>
              <a:effectLst>
                <a:outerShdw blurRad="114300" dist="114300" dir="13500000" algn="ctr" rotWithShape="0">
                  <a:srgbClr val="EBECF0">
                    <a:alpha val="56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cs typeface="Arial"/>
                  <a:sym typeface="Arial"/>
                </a:endParaRPr>
              </a:p>
            </p:txBody>
          </p:sp>
          <p:sp>
            <p:nvSpPr>
              <p:cNvPr id="1742" name="Oval 9">
                <a:extLst>
                  <a:ext uri="{FF2B5EF4-FFF2-40B4-BE49-F238E27FC236}">
                    <a16:creationId xmlns:a16="http://schemas.microsoft.com/office/drawing/2014/main" id="{7A200403-69E6-8958-A400-EE36CCDBC368}"/>
                  </a:ext>
                </a:extLst>
              </p:cNvPr>
              <p:cNvSpPr>
                <a:spLocks/>
              </p:cNvSpPr>
              <p:nvPr/>
            </p:nvSpPr>
            <p:spPr bwMode="auto">
              <a:xfrm>
                <a:off x="5573642" y="2488315"/>
                <a:ext cx="2743198" cy="2743200"/>
              </a:xfrm>
              <a:prstGeom prst="roundRect">
                <a:avLst>
                  <a:gd name="adj" fmla="val 6823"/>
                </a:avLst>
              </a:prstGeom>
              <a:solidFill>
                <a:srgbClr val="EBECF0"/>
              </a:solidFill>
              <a:ln w="3175">
                <a:solidFill>
                  <a:srgbClr val="FFFFFF">
                    <a:alpha val="85000"/>
                  </a:srgbClr>
                </a:solidFill>
                <a:round/>
                <a:headEnd/>
                <a:tailEnd/>
              </a:ln>
              <a:effectLst>
                <a:outerShdw blurRad="177800" dist="114300" dir="2700000" algn="ctr" rotWithShape="0">
                  <a:srgbClr val="ACB0C0">
                    <a:alpha val="30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cs typeface="Arial"/>
                  <a:sym typeface="Arial"/>
                </a:endParaRPr>
              </a:p>
            </p:txBody>
          </p:sp>
        </p:grpSp>
        <p:grpSp>
          <p:nvGrpSpPr>
            <p:cNvPr id="50" name="Group 49">
              <a:extLst>
                <a:ext uri="{FF2B5EF4-FFF2-40B4-BE49-F238E27FC236}">
                  <a16:creationId xmlns:a16="http://schemas.microsoft.com/office/drawing/2014/main" id="{3ED47829-47B3-A86D-6D66-B8B79C3E8B2E}"/>
                </a:ext>
              </a:extLst>
            </p:cNvPr>
            <p:cNvGrpSpPr/>
            <p:nvPr/>
          </p:nvGrpSpPr>
          <p:grpSpPr>
            <a:xfrm>
              <a:off x="1841347" y="1105893"/>
              <a:ext cx="4193242" cy="2635383"/>
              <a:chOff x="5573642" y="2488315"/>
              <a:chExt cx="2748650" cy="2748282"/>
            </a:xfrm>
            <a:solidFill>
              <a:srgbClr val="E8EBF2"/>
            </a:solidFill>
          </p:grpSpPr>
          <p:sp>
            <p:nvSpPr>
              <p:cNvPr id="1739" name="Oval 8">
                <a:extLst>
                  <a:ext uri="{FF2B5EF4-FFF2-40B4-BE49-F238E27FC236}">
                    <a16:creationId xmlns:a16="http://schemas.microsoft.com/office/drawing/2014/main" id="{B13EA221-926B-9563-F720-DC28592C57B2}"/>
                  </a:ext>
                </a:extLst>
              </p:cNvPr>
              <p:cNvSpPr>
                <a:spLocks/>
              </p:cNvSpPr>
              <p:nvPr/>
            </p:nvSpPr>
            <p:spPr bwMode="auto">
              <a:xfrm>
                <a:off x="5579092" y="2493397"/>
                <a:ext cx="2743200" cy="2743200"/>
              </a:xfrm>
              <a:prstGeom prst="roundRect">
                <a:avLst/>
              </a:prstGeom>
              <a:grpFill/>
              <a:ln w="3175">
                <a:solidFill>
                  <a:srgbClr val="FFFFFF">
                    <a:alpha val="85000"/>
                  </a:srgbClr>
                </a:solidFill>
                <a:round/>
                <a:headEnd/>
                <a:tailEnd/>
              </a:ln>
              <a:effectLst>
                <a:outerShdw blurRad="114300" dist="114300" dir="13500000" algn="ctr" rotWithShape="0">
                  <a:srgbClr val="EBECF0">
                    <a:alpha val="56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cs typeface="Arial"/>
                  <a:sym typeface="Arial"/>
                </a:endParaRPr>
              </a:p>
            </p:txBody>
          </p:sp>
          <p:sp>
            <p:nvSpPr>
              <p:cNvPr id="1740" name="Oval 9">
                <a:extLst>
                  <a:ext uri="{FF2B5EF4-FFF2-40B4-BE49-F238E27FC236}">
                    <a16:creationId xmlns:a16="http://schemas.microsoft.com/office/drawing/2014/main" id="{4A417CF6-3791-751B-992F-42D1E2131A37}"/>
                  </a:ext>
                </a:extLst>
              </p:cNvPr>
              <p:cNvSpPr>
                <a:spLocks/>
              </p:cNvSpPr>
              <p:nvPr/>
            </p:nvSpPr>
            <p:spPr bwMode="auto">
              <a:xfrm>
                <a:off x="5573642" y="2488315"/>
                <a:ext cx="2743198" cy="2743200"/>
              </a:xfrm>
              <a:prstGeom prst="roundRect">
                <a:avLst>
                  <a:gd name="adj" fmla="val 6823"/>
                </a:avLst>
              </a:prstGeom>
              <a:solidFill>
                <a:srgbClr val="EBECF0"/>
              </a:solidFill>
              <a:ln w="3175">
                <a:solidFill>
                  <a:srgbClr val="FFFFFF">
                    <a:alpha val="85000"/>
                  </a:srgbClr>
                </a:solidFill>
                <a:round/>
                <a:headEnd/>
                <a:tailEnd/>
              </a:ln>
              <a:effectLst>
                <a:outerShdw blurRad="177800" dist="114300" dir="2700000" algn="ctr" rotWithShape="0">
                  <a:srgbClr val="ACB0C0">
                    <a:alpha val="30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cs typeface="Arial"/>
                  <a:sym typeface="Arial"/>
                </a:endParaRPr>
              </a:p>
            </p:txBody>
          </p:sp>
        </p:grpSp>
        <p:pic>
          <p:nvPicPr>
            <p:cNvPr id="51" name="Picture 50" descr="A diagram of a computer network&#10;&#10;AI-generated content may be incorrect.">
              <a:extLst>
                <a:ext uri="{FF2B5EF4-FFF2-40B4-BE49-F238E27FC236}">
                  <a16:creationId xmlns:a16="http://schemas.microsoft.com/office/drawing/2014/main" id="{CF98F31E-32CA-9D2F-4414-317D5CB76EB0}"/>
                </a:ext>
              </a:extLst>
            </p:cNvPr>
            <p:cNvPicPr>
              <a:picLocks noChangeAspect="1"/>
            </p:cNvPicPr>
            <p:nvPr/>
          </p:nvPicPr>
          <p:blipFill>
            <a:blip r:embed="rId3"/>
            <a:srcRect l="1702" t="18239" r="1596" b="16443"/>
            <a:stretch>
              <a:fillRect/>
            </a:stretch>
          </p:blipFill>
          <p:spPr>
            <a:xfrm>
              <a:off x="6230867" y="1511532"/>
              <a:ext cx="4044167" cy="1536575"/>
            </a:xfrm>
            <a:prstGeom prst="rect">
              <a:avLst/>
            </a:prstGeom>
          </p:spPr>
        </p:pic>
        <p:pic>
          <p:nvPicPr>
            <p:cNvPr id="52" name="Picture 51" descr="A diagram of a network&#10;&#10;AI-generated content may be incorrect.">
              <a:extLst>
                <a:ext uri="{FF2B5EF4-FFF2-40B4-BE49-F238E27FC236}">
                  <a16:creationId xmlns:a16="http://schemas.microsoft.com/office/drawing/2014/main" id="{3705CFAC-944F-824C-C507-24DC34B82A87}"/>
                </a:ext>
              </a:extLst>
            </p:cNvPr>
            <p:cNvPicPr>
              <a:picLocks noChangeAspect="1"/>
            </p:cNvPicPr>
            <p:nvPr/>
          </p:nvPicPr>
          <p:blipFill>
            <a:blip r:embed="rId4"/>
            <a:srcRect l="2581" t="7195" r="3255" b="9274"/>
            <a:stretch>
              <a:fillRect/>
            </a:stretch>
          </p:blipFill>
          <p:spPr>
            <a:xfrm>
              <a:off x="1947214" y="4080146"/>
              <a:ext cx="3973189" cy="1982549"/>
            </a:xfrm>
            <a:prstGeom prst="rect">
              <a:avLst/>
            </a:prstGeom>
          </p:spPr>
        </p:pic>
        <p:pic>
          <p:nvPicPr>
            <p:cNvPr id="53" name="Picture 52" descr="A diagram of a network&#10;&#10;AI-generated content may be incorrect.">
              <a:extLst>
                <a:ext uri="{FF2B5EF4-FFF2-40B4-BE49-F238E27FC236}">
                  <a16:creationId xmlns:a16="http://schemas.microsoft.com/office/drawing/2014/main" id="{7070CE43-2023-A160-EECC-681186472589}"/>
                </a:ext>
              </a:extLst>
            </p:cNvPr>
            <p:cNvPicPr>
              <a:picLocks noChangeAspect="1"/>
            </p:cNvPicPr>
            <p:nvPr/>
          </p:nvPicPr>
          <p:blipFill>
            <a:blip r:embed="rId5"/>
            <a:srcRect l="6286" r="4593" b="2760"/>
            <a:stretch>
              <a:fillRect/>
            </a:stretch>
          </p:blipFill>
          <p:spPr>
            <a:xfrm>
              <a:off x="2012840" y="1242056"/>
              <a:ext cx="3850257" cy="2363057"/>
            </a:xfrm>
            <a:prstGeom prst="rect">
              <a:avLst/>
            </a:prstGeom>
          </p:spPr>
        </p:pic>
        <p:pic>
          <p:nvPicPr>
            <p:cNvPr id="54" name="Picture 53" descr="A diagram of a computer network&#10;&#10;AI-generated content may be incorrect.">
              <a:extLst>
                <a:ext uri="{FF2B5EF4-FFF2-40B4-BE49-F238E27FC236}">
                  <a16:creationId xmlns:a16="http://schemas.microsoft.com/office/drawing/2014/main" id="{A0805CB1-38C2-3E50-5689-CF8067EA7FC5}"/>
                </a:ext>
              </a:extLst>
            </p:cNvPr>
            <p:cNvPicPr>
              <a:picLocks noChangeAspect="1"/>
            </p:cNvPicPr>
            <p:nvPr/>
          </p:nvPicPr>
          <p:blipFill>
            <a:blip r:embed="rId6"/>
            <a:srcRect l="1848" t="5760" r="1366" b="6233"/>
            <a:stretch>
              <a:fillRect/>
            </a:stretch>
          </p:blipFill>
          <p:spPr>
            <a:xfrm>
              <a:off x="6317214" y="4088483"/>
              <a:ext cx="3884222" cy="1986666"/>
            </a:xfrm>
            <a:prstGeom prst="rect">
              <a:avLst/>
            </a:prstGeom>
          </p:spPr>
        </p:pic>
        <p:sp>
          <p:nvSpPr>
            <p:cNvPr id="55" name="Arrow: Pentagon 4">
              <a:extLst>
                <a:ext uri="{FF2B5EF4-FFF2-40B4-BE49-F238E27FC236}">
                  <a16:creationId xmlns:a16="http://schemas.microsoft.com/office/drawing/2014/main" id="{1218DE0A-97EC-52B9-824A-2F3DC62E641E}"/>
                </a:ext>
              </a:extLst>
            </p:cNvPr>
            <p:cNvSpPr/>
            <p:nvPr/>
          </p:nvSpPr>
          <p:spPr>
            <a:xfrm>
              <a:off x="1841550" y="3323064"/>
              <a:ext cx="1710803" cy="271005"/>
            </a:xfrm>
            <a:prstGeom prst="homePlate">
              <a:avLst>
                <a:gd name="adj" fmla="val 39831"/>
              </a:avLst>
            </a:prstGeom>
            <a:solidFill>
              <a:srgbClr val="00B0F0"/>
            </a:solidFill>
            <a:ln w="12700" cap="flat" cmpd="sng" algn="ctr">
              <a:noFill/>
              <a:prstDash val="solid"/>
              <a:miter lim="800000"/>
            </a:ln>
            <a:effectLst>
              <a:outerShdw blurRad="355600" dist="114300" dir="2700000" sx="96000" sy="96000" algn="br" rotWithShape="0">
                <a:sysClr val="windowText" lastClr="000000">
                  <a:lumMod val="95000"/>
                  <a:lumOff val="5000"/>
                  <a:alpha val="14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Manrope (Body)"/>
                <a:ea typeface="+mn-ea"/>
                <a:cs typeface="+mn-cs"/>
              </a:endParaRPr>
            </a:p>
          </p:txBody>
        </p:sp>
        <p:sp>
          <p:nvSpPr>
            <p:cNvPr id="56" name="Rectangle 13">
              <a:extLst>
                <a:ext uri="{FF2B5EF4-FFF2-40B4-BE49-F238E27FC236}">
                  <a16:creationId xmlns:a16="http://schemas.microsoft.com/office/drawing/2014/main" id="{B82C6119-D167-9721-E0CA-4A7F7D14C2EE}"/>
                </a:ext>
              </a:extLst>
            </p:cNvPr>
            <p:cNvSpPr>
              <a:spLocks noChangeArrowheads="1"/>
            </p:cNvSpPr>
            <p:nvPr/>
          </p:nvSpPr>
          <p:spPr bwMode="auto">
            <a:xfrm>
              <a:off x="1855219" y="3356539"/>
              <a:ext cx="1707107" cy="20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sz="1400" i="0" u="none" strike="noStrike" kern="1200" cap="none" spc="0" normalizeH="0" baseline="0" noProof="0">
                  <a:ln>
                    <a:noFill/>
                  </a:ln>
                  <a:solidFill>
                    <a:schemeClr val="bg1"/>
                  </a:solidFill>
                  <a:effectLst/>
                  <a:uLnTx/>
                  <a:uFillTx/>
                  <a:latin typeface="Opensans"/>
                  <a:ea typeface="+mn-ea"/>
                  <a:cs typeface="Poppins" panose="00000500000000000000" pitchFamily="2" charset="0"/>
                </a:rPr>
                <a:t>Remote Networking</a:t>
              </a:r>
              <a:endParaRPr kumimoji="0" lang="ru-UA" altLang="ru-UA" sz="1400" i="0" u="none" strike="noStrike" kern="1200" cap="none" spc="0" normalizeH="0" baseline="0" noProof="0">
                <a:ln>
                  <a:noFill/>
                </a:ln>
                <a:solidFill>
                  <a:schemeClr val="bg1"/>
                </a:solidFill>
                <a:effectLst/>
                <a:uLnTx/>
                <a:uFillTx/>
                <a:latin typeface="Opensans"/>
                <a:ea typeface="+mn-ea"/>
              </a:endParaRPr>
            </a:p>
          </p:txBody>
        </p:sp>
        <p:sp>
          <p:nvSpPr>
            <p:cNvPr id="57" name="Arrow: Pentagon 4">
              <a:extLst>
                <a:ext uri="{FF2B5EF4-FFF2-40B4-BE49-F238E27FC236}">
                  <a16:creationId xmlns:a16="http://schemas.microsoft.com/office/drawing/2014/main" id="{C6C676BE-A076-CC0E-C6D7-ED8DB777FE58}"/>
                </a:ext>
              </a:extLst>
            </p:cNvPr>
            <p:cNvSpPr/>
            <p:nvPr/>
          </p:nvSpPr>
          <p:spPr>
            <a:xfrm>
              <a:off x="1853596" y="6092608"/>
              <a:ext cx="1710803" cy="271005"/>
            </a:xfrm>
            <a:prstGeom prst="homePlate">
              <a:avLst>
                <a:gd name="adj" fmla="val 39831"/>
              </a:avLst>
            </a:prstGeom>
            <a:solidFill>
              <a:srgbClr val="00B0F0"/>
            </a:solidFill>
            <a:ln w="12700" cap="flat" cmpd="sng" algn="ctr">
              <a:noFill/>
              <a:prstDash val="solid"/>
              <a:miter lim="800000"/>
            </a:ln>
            <a:effectLst>
              <a:outerShdw blurRad="355600" dist="114300" dir="2700000" sx="96000" sy="96000" algn="br" rotWithShape="0">
                <a:sysClr val="windowText" lastClr="000000">
                  <a:lumMod val="95000"/>
                  <a:lumOff val="5000"/>
                  <a:alpha val="14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Manrope (Body)"/>
                <a:ea typeface="+mn-ea"/>
                <a:cs typeface="+mn-cs"/>
              </a:endParaRPr>
            </a:p>
          </p:txBody>
        </p:sp>
        <p:sp>
          <p:nvSpPr>
            <p:cNvPr id="60" name="Rectangle 13">
              <a:extLst>
                <a:ext uri="{FF2B5EF4-FFF2-40B4-BE49-F238E27FC236}">
                  <a16:creationId xmlns:a16="http://schemas.microsoft.com/office/drawing/2014/main" id="{DCE27345-587C-E83D-72A1-D6FC2BD64827}"/>
                </a:ext>
              </a:extLst>
            </p:cNvPr>
            <p:cNvSpPr>
              <a:spLocks noChangeArrowheads="1"/>
            </p:cNvSpPr>
            <p:nvPr/>
          </p:nvSpPr>
          <p:spPr bwMode="auto">
            <a:xfrm>
              <a:off x="2026845" y="6118579"/>
              <a:ext cx="1537554" cy="20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defRPr/>
              </a:pPr>
              <a:r>
                <a:rPr lang="en-US" sz="1400">
                  <a:solidFill>
                    <a:schemeClr val="bg1"/>
                  </a:solidFill>
                  <a:latin typeface="Opensans"/>
                  <a:cs typeface="Poppins" panose="00000500000000000000" pitchFamily="2" charset="0"/>
                </a:rPr>
                <a:t>Load Balancing</a:t>
              </a:r>
              <a:endParaRPr lang="ru-UA" altLang="ru-UA" sz="1400">
                <a:solidFill>
                  <a:schemeClr val="bg1"/>
                </a:solidFill>
                <a:latin typeface="Opensans"/>
              </a:endParaRPr>
            </a:p>
          </p:txBody>
        </p:sp>
        <p:sp>
          <p:nvSpPr>
            <p:cNvPr id="61" name="Arrow: Pentagon 4">
              <a:extLst>
                <a:ext uri="{FF2B5EF4-FFF2-40B4-BE49-F238E27FC236}">
                  <a16:creationId xmlns:a16="http://schemas.microsoft.com/office/drawing/2014/main" id="{F1E2C1B3-C555-511C-7F36-E1F2B80A4ABA}"/>
                </a:ext>
              </a:extLst>
            </p:cNvPr>
            <p:cNvSpPr/>
            <p:nvPr/>
          </p:nvSpPr>
          <p:spPr>
            <a:xfrm flipH="1">
              <a:off x="8632681" y="3332332"/>
              <a:ext cx="1710803" cy="271005"/>
            </a:xfrm>
            <a:prstGeom prst="homePlate">
              <a:avLst>
                <a:gd name="adj" fmla="val 39831"/>
              </a:avLst>
            </a:prstGeom>
            <a:solidFill>
              <a:srgbClr val="00B0F0"/>
            </a:solidFill>
            <a:ln w="12700" cap="flat" cmpd="sng" algn="ctr">
              <a:noFill/>
              <a:prstDash val="solid"/>
              <a:miter lim="800000"/>
            </a:ln>
            <a:effectLst>
              <a:outerShdw blurRad="355600" dist="114300" dir="2700000" sx="96000" sy="96000" algn="br" rotWithShape="0">
                <a:sysClr val="windowText" lastClr="000000">
                  <a:lumMod val="95000"/>
                  <a:lumOff val="5000"/>
                  <a:alpha val="14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Manrope (Body)"/>
                <a:ea typeface="+mn-ea"/>
                <a:cs typeface="+mn-cs"/>
              </a:endParaRPr>
            </a:p>
          </p:txBody>
        </p:sp>
        <p:sp>
          <p:nvSpPr>
            <p:cNvPr id="62" name="Rectangle 13">
              <a:extLst>
                <a:ext uri="{FF2B5EF4-FFF2-40B4-BE49-F238E27FC236}">
                  <a16:creationId xmlns:a16="http://schemas.microsoft.com/office/drawing/2014/main" id="{A2E6E102-FDAC-2500-59D2-5EAFE13BCE12}"/>
                </a:ext>
              </a:extLst>
            </p:cNvPr>
            <p:cNvSpPr>
              <a:spLocks noChangeArrowheads="1"/>
            </p:cNvSpPr>
            <p:nvPr/>
          </p:nvSpPr>
          <p:spPr bwMode="auto">
            <a:xfrm>
              <a:off x="8692479" y="3349704"/>
              <a:ext cx="1537554" cy="20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400" i="0" u="none" strike="noStrike" kern="1200" cap="none" spc="0" normalizeH="0" baseline="0" noProof="0">
                  <a:ln>
                    <a:noFill/>
                  </a:ln>
                  <a:solidFill>
                    <a:schemeClr val="bg1"/>
                  </a:solidFill>
                  <a:effectLst/>
                  <a:uLnTx/>
                  <a:uFillTx/>
                  <a:latin typeface="Opensans"/>
                  <a:ea typeface="+mn-ea"/>
                  <a:cs typeface="Poppins" panose="00000500000000000000" pitchFamily="2" charset="0"/>
                </a:rPr>
                <a:t>High Availability</a:t>
              </a:r>
              <a:endParaRPr kumimoji="0" lang="ru-UA" altLang="ru-UA" sz="1400" i="0" u="none" strike="noStrike" kern="1200" cap="none" spc="0" normalizeH="0" baseline="0" noProof="0">
                <a:ln>
                  <a:noFill/>
                </a:ln>
                <a:solidFill>
                  <a:schemeClr val="bg1"/>
                </a:solidFill>
                <a:effectLst/>
                <a:uLnTx/>
                <a:uFillTx/>
                <a:latin typeface="Opensans"/>
                <a:ea typeface="+mn-ea"/>
              </a:endParaRPr>
            </a:p>
          </p:txBody>
        </p:sp>
        <p:sp>
          <p:nvSpPr>
            <p:cNvPr id="63" name="Arrow: Pentagon 4">
              <a:extLst>
                <a:ext uri="{FF2B5EF4-FFF2-40B4-BE49-F238E27FC236}">
                  <a16:creationId xmlns:a16="http://schemas.microsoft.com/office/drawing/2014/main" id="{9FE42724-BCCF-B3F0-13C9-AE98B62BCE82}"/>
                </a:ext>
              </a:extLst>
            </p:cNvPr>
            <p:cNvSpPr/>
            <p:nvPr/>
          </p:nvSpPr>
          <p:spPr>
            <a:xfrm flipH="1">
              <a:off x="7105489" y="6087218"/>
              <a:ext cx="3240751" cy="271005"/>
            </a:xfrm>
            <a:prstGeom prst="homePlate">
              <a:avLst>
                <a:gd name="adj" fmla="val 39831"/>
              </a:avLst>
            </a:prstGeom>
            <a:solidFill>
              <a:srgbClr val="00B0F0"/>
            </a:solidFill>
            <a:ln w="12700" cap="flat" cmpd="sng" algn="ctr">
              <a:noFill/>
              <a:prstDash val="solid"/>
              <a:miter lim="800000"/>
            </a:ln>
            <a:effectLst>
              <a:outerShdw blurRad="355600" dist="114300" dir="2700000" sx="96000" sy="96000" algn="br" rotWithShape="0">
                <a:sysClr val="windowText" lastClr="000000">
                  <a:lumMod val="95000"/>
                  <a:lumOff val="5000"/>
                  <a:alpha val="14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Manrope (Body)"/>
                <a:ea typeface="+mn-ea"/>
                <a:cs typeface="+mn-cs"/>
              </a:endParaRPr>
            </a:p>
          </p:txBody>
        </p:sp>
        <p:sp>
          <p:nvSpPr>
            <p:cNvPr id="1728" name="Rectangle 13">
              <a:extLst>
                <a:ext uri="{FF2B5EF4-FFF2-40B4-BE49-F238E27FC236}">
                  <a16:creationId xmlns:a16="http://schemas.microsoft.com/office/drawing/2014/main" id="{CF979CC1-FF24-B88B-ACB2-084761238194}"/>
                </a:ext>
              </a:extLst>
            </p:cNvPr>
            <p:cNvSpPr>
              <a:spLocks noChangeArrowheads="1"/>
            </p:cNvSpPr>
            <p:nvPr/>
          </p:nvSpPr>
          <p:spPr bwMode="auto">
            <a:xfrm>
              <a:off x="7104086" y="6120883"/>
              <a:ext cx="3128706" cy="20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ru-UA" sz="1400" i="0" u="none" strike="noStrike" kern="1200" cap="none" spc="0" normalizeH="0" baseline="0" noProof="0">
                  <a:ln>
                    <a:noFill/>
                  </a:ln>
                  <a:solidFill>
                    <a:schemeClr val="bg1"/>
                  </a:solidFill>
                  <a:effectLst/>
                  <a:uLnTx/>
                  <a:uFillTx/>
                  <a:latin typeface="Opensans"/>
                  <a:ea typeface="+mn-ea"/>
                  <a:cs typeface="Poppins" panose="00000500000000000000" pitchFamily="2" charset="0"/>
                </a:rPr>
                <a:t>Hybrid Architecture – Cloud + On-premise</a:t>
              </a:r>
              <a:endParaRPr kumimoji="0" lang="ru-UA" altLang="ru-UA" sz="1400" i="0" u="none" strike="noStrike" kern="1200" cap="none" spc="0" normalizeH="0" baseline="0" noProof="0">
                <a:ln>
                  <a:noFill/>
                </a:ln>
                <a:solidFill>
                  <a:schemeClr val="bg1"/>
                </a:solidFill>
                <a:effectLst/>
                <a:uLnTx/>
                <a:uFillTx/>
                <a:latin typeface="Opensans"/>
                <a:ea typeface="+mn-ea"/>
              </a:endParaRPr>
            </a:p>
          </p:txBody>
        </p:sp>
        <p:sp>
          <p:nvSpPr>
            <p:cNvPr id="1729" name="Rectangle 5">
              <a:extLst>
                <a:ext uri="{FF2B5EF4-FFF2-40B4-BE49-F238E27FC236}">
                  <a16:creationId xmlns:a16="http://schemas.microsoft.com/office/drawing/2014/main" id="{761370BF-CF94-F382-0D4C-8E88DF5E8AA3}"/>
                </a:ext>
              </a:extLst>
            </p:cNvPr>
            <p:cNvSpPr/>
            <p:nvPr/>
          </p:nvSpPr>
          <p:spPr>
            <a:xfrm flipV="1">
              <a:off x="1650010" y="3193301"/>
              <a:ext cx="203586" cy="400768"/>
            </a:xfrm>
            <a:custGeom>
              <a:avLst/>
              <a:gdLst>
                <a:gd name="connsiteX0" fmla="*/ 0 w 569841"/>
                <a:gd name="connsiteY0" fmla="*/ 0 h 1338470"/>
                <a:gd name="connsiteX1" fmla="*/ 569841 w 569841"/>
                <a:gd name="connsiteY1" fmla="*/ 0 h 1338470"/>
                <a:gd name="connsiteX2" fmla="*/ 569841 w 569841"/>
                <a:gd name="connsiteY2" fmla="*/ 1338470 h 1338470"/>
                <a:gd name="connsiteX3" fmla="*/ 0 w 569841"/>
                <a:gd name="connsiteY3" fmla="*/ 1338470 h 1338470"/>
                <a:gd name="connsiteX4" fmla="*/ 0 w 569841"/>
                <a:gd name="connsiteY4" fmla="*/ 0 h 1338470"/>
                <a:gd name="connsiteX0" fmla="*/ 0 w 569841"/>
                <a:gd name="connsiteY0" fmla="*/ 0 h 1338470"/>
                <a:gd name="connsiteX1" fmla="*/ 569841 w 569841"/>
                <a:gd name="connsiteY1" fmla="*/ 0 h 1338470"/>
                <a:gd name="connsiteX2" fmla="*/ 569841 w 569841"/>
                <a:gd name="connsiteY2" fmla="*/ 1338470 h 1338470"/>
                <a:gd name="connsiteX3" fmla="*/ 331304 w 569841"/>
                <a:gd name="connsiteY3" fmla="*/ 1325218 h 1338470"/>
                <a:gd name="connsiteX4" fmla="*/ 0 w 569841"/>
                <a:gd name="connsiteY4" fmla="*/ 0 h 1338470"/>
                <a:gd name="connsiteX0" fmla="*/ 0 w 569841"/>
                <a:gd name="connsiteY0" fmla="*/ 0 h 1353793"/>
                <a:gd name="connsiteX1" fmla="*/ 569841 w 569841"/>
                <a:gd name="connsiteY1" fmla="*/ 0 h 1353793"/>
                <a:gd name="connsiteX2" fmla="*/ 569841 w 569841"/>
                <a:gd name="connsiteY2" fmla="*/ 1338470 h 1353793"/>
                <a:gd name="connsiteX3" fmla="*/ 316134 w 569841"/>
                <a:gd name="connsiteY3" fmla="*/ 1353793 h 1353793"/>
                <a:gd name="connsiteX4" fmla="*/ 0 w 569841"/>
                <a:gd name="connsiteY4" fmla="*/ 0 h 1353793"/>
                <a:gd name="connsiteX0" fmla="*/ 0 w 569841"/>
                <a:gd name="connsiteY0" fmla="*/ 0 h 1338470"/>
                <a:gd name="connsiteX1" fmla="*/ 569841 w 569841"/>
                <a:gd name="connsiteY1" fmla="*/ 0 h 1338470"/>
                <a:gd name="connsiteX2" fmla="*/ 569841 w 569841"/>
                <a:gd name="connsiteY2" fmla="*/ 1338470 h 1338470"/>
                <a:gd name="connsiteX3" fmla="*/ 308550 w 569841"/>
                <a:gd name="connsiteY3" fmla="*/ 1334743 h 1338470"/>
                <a:gd name="connsiteX4" fmla="*/ 0 w 569841"/>
                <a:gd name="connsiteY4" fmla="*/ 0 h 1338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9841" h="1338470">
                  <a:moveTo>
                    <a:pt x="0" y="0"/>
                  </a:moveTo>
                  <a:lnTo>
                    <a:pt x="569841" y="0"/>
                  </a:lnTo>
                  <a:lnTo>
                    <a:pt x="569841" y="1338470"/>
                  </a:lnTo>
                  <a:lnTo>
                    <a:pt x="308550" y="1334743"/>
                  </a:lnTo>
                  <a:lnTo>
                    <a:pt x="0" y="0"/>
                  </a:lnTo>
                  <a:close/>
                </a:path>
              </a:pathLst>
            </a:cu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FFFFFF"/>
                </a:solidFill>
                <a:effectLst/>
                <a:uLnTx/>
                <a:uFillTx/>
                <a:latin typeface="Poppins"/>
                <a:ea typeface="+mn-ea"/>
                <a:cs typeface="+mn-cs"/>
              </a:endParaRPr>
            </a:p>
          </p:txBody>
        </p:sp>
        <p:sp>
          <p:nvSpPr>
            <p:cNvPr id="1730" name="Rectangle 5">
              <a:extLst>
                <a:ext uri="{FF2B5EF4-FFF2-40B4-BE49-F238E27FC236}">
                  <a16:creationId xmlns:a16="http://schemas.microsoft.com/office/drawing/2014/main" id="{49FDA94F-DC60-3BFA-232D-B0F54EF29FAC}"/>
                </a:ext>
              </a:extLst>
            </p:cNvPr>
            <p:cNvSpPr/>
            <p:nvPr/>
          </p:nvSpPr>
          <p:spPr>
            <a:xfrm flipV="1">
              <a:off x="1650010" y="5962399"/>
              <a:ext cx="203586" cy="400768"/>
            </a:xfrm>
            <a:custGeom>
              <a:avLst/>
              <a:gdLst>
                <a:gd name="connsiteX0" fmla="*/ 0 w 569841"/>
                <a:gd name="connsiteY0" fmla="*/ 0 h 1338470"/>
                <a:gd name="connsiteX1" fmla="*/ 569841 w 569841"/>
                <a:gd name="connsiteY1" fmla="*/ 0 h 1338470"/>
                <a:gd name="connsiteX2" fmla="*/ 569841 w 569841"/>
                <a:gd name="connsiteY2" fmla="*/ 1338470 h 1338470"/>
                <a:gd name="connsiteX3" fmla="*/ 0 w 569841"/>
                <a:gd name="connsiteY3" fmla="*/ 1338470 h 1338470"/>
                <a:gd name="connsiteX4" fmla="*/ 0 w 569841"/>
                <a:gd name="connsiteY4" fmla="*/ 0 h 1338470"/>
                <a:gd name="connsiteX0" fmla="*/ 0 w 569841"/>
                <a:gd name="connsiteY0" fmla="*/ 0 h 1338470"/>
                <a:gd name="connsiteX1" fmla="*/ 569841 w 569841"/>
                <a:gd name="connsiteY1" fmla="*/ 0 h 1338470"/>
                <a:gd name="connsiteX2" fmla="*/ 569841 w 569841"/>
                <a:gd name="connsiteY2" fmla="*/ 1338470 h 1338470"/>
                <a:gd name="connsiteX3" fmla="*/ 331304 w 569841"/>
                <a:gd name="connsiteY3" fmla="*/ 1325218 h 1338470"/>
                <a:gd name="connsiteX4" fmla="*/ 0 w 569841"/>
                <a:gd name="connsiteY4" fmla="*/ 0 h 1338470"/>
                <a:gd name="connsiteX0" fmla="*/ 0 w 569841"/>
                <a:gd name="connsiteY0" fmla="*/ 0 h 1353793"/>
                <a:gd name="connsiteX1" fmla="*/ 569841 w 569841"/>
                <a:gd name="connsiteY1" fmla="*/ 0 h 1353793"/>
                <a:gd name="connsiteX2" fmla="*/ 569841 w 569841"/>
                <a:gd name="connsiteY2" fmla="*/ 1338470 h 1353793"/>
                <a:gd name="connsiteX3" fmla="*/ 316134 w 569841"/>
                <a:gd name="connsiteY3" fmla="*/ 1353793 h 1353793"/>
                <a:gd name="connsiteX4" fmla="*/ 0 w 569841"/>
                <a:gd name="connsiteY4" fmla="*/ 0 h 1353793"/>
                <a:gd name="connsiteX0" fmla="*/ 0 w 569841"/>
                <a:gd name="connsiteY0" fmla="*/ 0 h 1338470"/>
                <a:gd name="connsiteX1" fmla="*/ 569841 w 569841"/>
                <a:gd name="connsiteY1" fmla="*/ 0 h 1338470"/>
                <a:gd name="connsiteX2" fmla="*/ 569841 w 569841"/>
                <a:gd name="connsiteY2" fmla="*/ 1338470 h 1338470"/>
                <a:gd name="connsiteX3" fmla="*/ 308550 w 569841"/>
                <a:gd name="connsiteY3" fmla="*/ 1334743 h 1338470"/>
                <a:gd name="connsiteX4" fmla="*/ 0 w 569841"/>
                <a:gd name="connsiteY4" fmla="*/ 0 h 1338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9841" h="1338470">
                  <a:moveTo>
                    <a:pt x="0" y="0"/>
                  </a:moveTo>
                  <a:lnTo>
                    <a:pt x="569841" y="0"/>
                  </a:lnTo>
                  <a:lnTo>
                    <a:pt x="569841" y="1338470"/>
                  </a:lnTo>
                  <a:lnTo>
                    <a:pt x="308550" y="1334743"/>
                  </a:lnTo>
                  <a:lnTo>
                    <a:pt x="0" y="0"/>
                  </a:lnTo>
                  <a:close/>
                </a:path>
              </a:pathLst>
            </a:cu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FFFFFF"/>
                </a:solidFill>
                <a:effectLst/>
                <a:uLnTx/>
                <a:uFillTx/>
                <a:latin typeface="Poppins"/>
                <a:ea typeface="+mn-ea"/>
                <a:cs typeface="+mn-cs"/>
              </a:endParaRPr>
            </a:p>
          </p:txBody>
        </p:sp>
        <p:sp>
          <p:nvSpPr>
            <p:cNvPr id="1731" name="Rectangle 5">
              <a:extLst>
                <a:ext uri="{FF2B5EF4-FFF2-40B4-BE49-F238E27FC236}">
                  <a16:creationId xmlns:a16="http://schemas.microsoft.com/office/drawing/2014/main" id="{9BDE3A74-9325-AE94-ABDF-6C2A2C4F61FB}"/>
                </a:ext>
              </a:extLst>
            </p:cNvPr>
            <p:cNvSpPr/>
            <p:nvPr/>
          </p:nvSpPr>
          <p:spPr>
            <a:xfrm flipH="1" flipV="1">
              <a:off x="10339549" y="3202569"/>
              <a:ext cx="203586" cy="400768"/>
            </a:xfrm>
            <a:custGeom>
              <a:avLst/>
              <a:gdLst>
                <a:gd name="connsiteX0" fmla="*/ 0 w 569841"/>
                <a:gd name="connsiteY0" fmla="*/ 0 h 1338470"/>
                <a:gd name="connsiteX1" fmla="*/ 569841 w 569841"/>
                <a:gd name="connsiteY1" fmla="*/ 0 h 1338470"/>
                <a:gd name="connsiteX2" fmla="*/ 569841 w 569841"/>
                <a:gd name="connsiteY2" fmla="*/ 1338470 h 1338470"/>
                <a:gd name="connsiteX3" fmla="*/ 0 w 569841"/>
                <a:gd name="connsiteY3" fmla="*/ 1338470 h 1338470"/>
                <a:gd name="connsiteX4" fmla="*/ 0 w 569841"/>
                <a:gd name="connsiteY4" fmla="*/ 0 h 1338470"/>
                <a:gd name="connsiteX0" fmla="*/ 0 w 569841"/>
                <a:gd name="connsiteY0" fmla="*/ 0 h 1338470"/>
                <a:gd name="connsiteX1" fmla="*/ 569841 w 569841"/>
                <a:gd name="connsiteY1" fmla="*/ 0 h 1338470"/>
                <a:gd name="connsiteX2" fmla="*/ 569841 w 569841"/>
                <a:gd name="connsiteY2" fmla="*/ 1338470 h 1338470"/>
                <a:gd name="connsiteX3" fmla="*/ 331304 w 569841"/>
                <a:gd name="connsiteY3" fmla="*/ 1325218 h 1338470"/>
                <a:gd name="connsiteX4" fmla="*/ 0 w 569841"/>
                <a:gd name="connsiteY4" fmla="*/ 0 h 1338470"/>
                <a:gd name="connsiteX0" fmla="*/ 0 w 569841"/>
                <a:gd name="connsiteY0" fmla="*/ 0 h 1353793"/>
                <a:gd name="connsiteX1" fmla="*/ 569841 w 569841"/>
                <a:gd name="connsiteY1" fmla="*/ 0 h 1353793"/>
                <a:gd name="connsiteX2" fmla="*/ 569841 w 569841"/>
                <a:gd name="connsiteY2" fmla="*/ 1338470 h 1353793"/>
                <a:gd name="connsiteX3" fmla="*/ 316134 w 569841"/>
                <a:gd name="connsiteY3" fmla="*/ 1353793 h 1353793"/>
                <a:gd name="connsiteX4" fmla="*/ 0 w 569841"/>
                <a:gd name="connsiteY4" fmla="*/ 0 h 1353793"/>
                <a:gd name="connsiteX0" fmla="*/ 0 w 569841"/>
                <a:gd name="connsiteY0" fmla="*/ 0 h 1338470"/>
                <a:gd name="connsiteX1" fmla="*/ 569841 w 569841"/>
                <a:gd name="connsiteY1" fmla="*/ 0 h 1338470"/>
                <a:gd name="connsiteX2" fmla="*/ 569841 w 569841"/>
                <a:gd name="connsiteY2" fmla="*/ 1338470 h 1338470"/>
                <a:gd name="connsiteX3" fmla="*/ 308550 w 569841"/>
                <a:gd name="connsiteY3" fmla="*/ 1334743 h 1338470"/>
                <a:gd name="connsiteX4" fmla="*/ 0 w 569841"/>
                <a:gd name="connsiteY4" fmla="*/ 0 h 1338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9841" h="1338470">
                  <a:moveTo>
                    <a:pt x="0" y="0"/>
                  </a:moveTo>
                  <a:lnTo>
                    <a:pt x="569841" y="0"/>
                  </a:lnTo>
                  <a:lnTo>
                    <a:pt x="569841" y="1338470"/>
                  </a:lnTo>
                  <a:lnTo>
                    <a:pt x="308550" y="1334743"/>
                  </a:lnTo>
                  <a:lnTo>
                    <a:pt x="0" y="0"/>
                  </a:lnTo>
                  <a:close/>
                </a:path>
              </a:pathLst>
            </a:cu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FFFFFF"/>
                </a:solidFill>
                <a:effectLst/>
                <a:uLnTx/>
                <a:uFillTx/>
                <a:latin typeface="Poppins"/>
                <a:ea typeface="+mn-ea"/>
                <a:cs typeface="+mn-cs"/>
              </a:endParaRPr>
            </a:p>
          </p:txBody>
        </p:sp>
        <p:sp>
          <p:nvSpPr>
            <p:cNvPr id="1738" name="Rectangle 5">
              <a:extLst>
                <a:ext uri="{FF2B5EF4-FFF2-40B4-BE49-F238E27FC236}">
                  <a16:creationId xmlns:a16="http://schemas.microsoft.com/office/drawing/2014/main" id="{67FFED42-5961-9304-1DF1-5159FA9E0A34}"/>
                </a:ext>
              </a:extLst>
            </p:cNvPr>
            <p:cNvSpPr/>
            <p:nvPr/>
          </p:nvSpPr>
          <p:spPr>
            <a:xfrm flipH="1" flipV="1">
              <a:off x="10339549" y="5962399"/>
              <a:ext cx="203586" cy="400768"/>
            </a:xfrm>
            <a:custGeom>
              <a:avLst/>
              <a:gdLst>
                <a:gd name="connsiteX0" fmla="*/ 0 w 569841"/>
                <a:gd name="connsiteY0" fmla="*/ 0 h 1338470"/>
                <a:gd name="connsiteX1" fmla="*/ 569841 w 569841"/>
                <a:gd name="connsiteY1" fmla="*/ 0 h 1338470"/>
                <a:gd name="connsiteX2" fmla="*/ 569841 w 569841"/>
                <a:gd name="connsiteY2" fmla="*/ 1338470 h 1338470"/>
                <a:gd name="connsiteX3" fmla="*/ 0 w 569841"/>
                <a:gd name="connsiteY3" fmla="*/ 1338470 h 1338470"/>
                <a:gd name="connsiteX4" fmla="*/ 0 w 569841"/>
                <a:gd name="connsiteY4" fmla="*/ 0 h 1338470"/>
                <a:gd name="connsiteX0" fmla="*/ 0 w 569841"/>
                <a:gd name="connsiteY0" fmla="*/ 0 h 1338470"/>
                <a:gd name="connsiteX1" fmla="*/ 569841 w 569841"/>
                <a:gd name="connsiteY1" fmla="*/ 0 h 1338470"/>
                <a:gd name="connsiteX2" fmla="*/ 569841 w 569841"/>
                <a:gd name="connsiteY2" fmla="*/ 1338470 h 1338470"/>
                <a:gd name="connsiteX3" fmla="*/ 331304 w 569841"/>
                <a:gd name="connsiteY3" fmla="*/ 1325218 h 1338470"/>
                <a:gd name="connsiteX4" fmla="*/ 0 w 569841"/>
                <a:gd name="connsiteY4" fmla="*/ 0 h 1338470"/>
                <a:gd name="connsiteX0" fmla="*/ 0 w 569841"/>
                <a:gd name="connsiteY0" fmla="*/ 0 h 1353793"/>
                <a:gd name="connsiteX1" fmla="*/ 569841 w 569841"/>
                <a:gd name="connsiteY1" fmla="*/ 0 h 1353793"/>
                <a:gd name="connsiteX2" fmla="*/ 569841 w 569841"/>
                <a:gd name="connsiteY2" fmla="*/ 1338470 h 1353793"/>
                <a:gd name="connsiteX3" fmla="*/ 316134 w 569841"/>
                <a:gd name="connsiteY3" fmla="*/ 1353793 h 1353793"/>
                <a:gd name="connsiteX4" fmla="*/ 0 w 569841"/>
                <a:gd name="connsiteY4" fmla="*/ 0 h 1353793"/>
                <a:gd name="connsiteX0" fmla="*/ 0 w 569841"/>
                <a:gd name="connsiteY0" fmla="*/ 0 h 1338470"/>
                <a:gd name="connsiteX1" fmla="*/ 569841 w 569841"/>
                <a:gd name="connsiteY1" fmla="*/ 0 h 1338470"/>
                <a:gd name="connsiteX2" fmla="*/ 569841 w 569841"/>
                <a:gd name="connsiteY2" fmla="*/ 1338470 h 1338470"/>
                <a:gd name="connsiteX3" fmla="*/ 308550 w 569841"/>
                <a:gd name="connsiteY3" fmla="*/ 1334743 h 1338470"/>
                <a:gd name="connsiteX4" fmla="*/ 0 w 569841"/>
                <a:gd name="connsiteY4" fmla="*/ 0 h 1338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9841" h="1338470">
                  <a:moveTo>
                    <a:pt x="0" y="0"/>
                  </a:moveTo>
                  <a:lnTo>
                    <a:pt x="569841" y="0"/>
                  </a:lnTo>
                  <a:lnTo>
                    <a:pt x="569841" y="1338470"/>
                  </a:lnTo>
                  <a:lnTo>
                    <a:pt x="308550" y="1334743"/>
                  </a:lnTo>
                  <a:lnTo>
                    <a:pt x="0" y="0"/>
                  </a:lnTo>
                  <a:close/>
                </a:path>
              </a:pathLst>
            </a:cu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FFFFFF"/>
                </a:solidFill>
                <a:effectLst/>
                <a:uLnTx/>
                <a:uFillTx/>
                <a:latin typeface="Poppins"/>
                <a:ea typeface="+mn-ea"/>
                <a:cs typeface="+mn-cs"/>
              </a:endParaRPr>
            </a:p>
          </p:txBody>
        </p:sp>
      </p:grpSp>
    </p:spTree>
    <p:extLst>
      <p:ext uri="{BB962C8B-B14F-4D97-AF65-F5344CB8AC3E}">
        <p14:creationId xmlns:p14="http://schemas.microsoft.com/office/powerpoint/2010/main" val="2285695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8">
          <a:extLst>
            <a:ext uri="{FF2B5EF4-FFF2-40B4-BE49-F238E27FC236}">
              <a16:creationId xmlns:a16="http://schemas.microsoft.com/office/drawing/2014/main" id="{17DDF441-C201-58E8-C389-90BF942F39BA}"/>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EF518747-C424-493A-5484-3BB44895AEE3}"/>
              </a:ext>
            </a:extLst>
          </p:cNvPr>
          <p:cNvGrpSpPr/>
          <p:nvPr/>
        </p:nvGrpSpPr>
        <p:grpSpPr>
          <a:xfrm>
            <a:off x="2847656" y="291000"/>
            <a:ext cx="6496687" cy="610651"/>
            <a:chOff x="2854084" y="82379"/>
            <a:chExt cx="6496687" cy="610651"/>
          </a:xfrm>
        </p:grpSpPr>
        <p:grpSp>
          <p:nvGrpSpPr>
            <p:cNvPr id="32" name="Google Shape;1759;p24">
              <a:extLst>
                <a:ext uri="{FF2B5EF4-FFF2-40B4-BE49-F238E27FC236}">
                  <a16:creationId xmlns:a16="http://schemas.microsoft.com/office/drawing/2014/main" id="{3F3AFB73-C1F5-2096-16D1-E19522FE656F}"/>
                </a:ext>
              </a:extLst>
            </p:cNvPr>
            <p:cNvGrpSpPr/>
            <p:nvPr/>
          </p:nvGrpSpPr>
          <p:grpSpPr>
            <a:xfrm>
              <a:off x="2854084" y="82379"/>
              <a:ext cx="6483831" cy="610651"/>
              <a:chOff x="5573642" y="2488315"/>
              <a:chExt cx="2748650" cy="2748282"/>
            </a:xfrm>
          </p:grpSpPr>
          <p:sp>
            <p:nvSpPr>
              <p:cNvPr id="35" name="Google Shape;1760;p24">
                <a:extLst>
                  <a:ext uri="{FF2B5EF4-FFF2-40B4-BE49-F238E27FC236}">
                    <a16:creationId xmlns:a16="http://schemas.microsoft.com/office/drawing/2014/main" id="{18E057B4-81D3-A65E-7052-C4EB77B3B906}"/>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chemeClr val="dk2">
                    <a:alpha val="55686"/>
                  </a:schemeClr>
                </a:outerShdw>
              </a:effectLst>
            </p:spPr>
            <p:txBody>
              <a:bodyPr spcFirstLastPara="1" wrap="square" lIns="137150" tIns="68575" rIns="137150" bIns="68575" anchor="t" anchorCtr="0">
                <a:noAutofit/>
              </a:bodyPr>
              <a:lstStyle/>
              <a:p>
                <a:pPr marL="0" marR="0" lvl="0" indent="0" algn="l" rtl="0">
                  <a:lnSpc>
                    <a:spcPct val="100000"/>
                  </a:lnSpc>
                  <a:spcBef>
                    <a:spcPts val="0"/>
                  </a:spcBef>
                  <a:spcAft>
                    <a:spcPts val="0"/>
                  </a:spcAft>
                  <a:buClr>
                    <a:schemeClr val="dk1"/>
                  </a:buClr>
                  <a:buSzPts val="4050"/>
                  <a:buFont typeface="Calibri"/>
                  <a:buNone/>
                </a:pPr>
                <a:endParaRPr sz="4050" b="0" i="0" u="none" strike="noStrike" cap="none">
                  <a:solidFill>
                    <a:srgbClr val="ACB0C0"/>
                  </a:solidFill>
                  <a:latin typeface="Calibri"/>
                  <a:ea typeface="Calibri"/>
                  <a:cs typeface="Calibri"/>
                  <a:sym typeface="Calibri"/>
                </a:endParaRPr>
              </a:p>
            </p:txBody>
          </p:sp>
          <p:sp>
            <p:nvSpPr>
              <p:cNvPr id="36" name="Google Shape;1761;p24">
                <a:extLst>
                  <a:ext uri="{FF2B5EF4-FFF2-40B4-BE49-F238E27FC236}">
                    <a16:creationId xmlns:a16="http://schemas.microsoft.com/office/drawing/2014/main" id="{BA4EF562-04DB-C78B-A733-B99F6B17E9AE}"/>
                  </a:ext>
                </a:extLst>
              </p:cNvPr>
              <p:cNvSpPr/>
              <p:nvPr/>
            </p:nvSpPr>
            <p:spPr>
              <a:xfrm>
                <a:off x="5573642" y="2488315"/>
                <a:ext cx="2743198" cy="2743200"/>
              </a:xfrm>
              <a:prstGeom prst="roundRect">
                <a:avLst>
                  <a:gd name="adj" fmla="val 16667"/>
                </a:avLst>
              </a:prstGeom>
              <a:solidFill>
                <a:srgbClr val="EBECF0"/>
              </a:solidFill>
              <a:ln>
                <a:noFill/>
              </a:ln>
              <a:effectLst>
                <a:outerShdw blurRad="177800" dist="114300" dir="2700000" algn="ctr" rotWithShape="0">
                  <a:schemeClr val="dk1">
                    <a:alpha val="41960"/>
                  </a:schemeClr>
                </a:outerShdw>
              </a:effectLst>
            </p:spPr>
            <p:txBody>
              <a:bodyPr spcFirstLastPara="1" wrap="square" lIns="137150" tIns="68575" rIns="137150" bIns="68575" anchor="t" anchorCtr="0">
                <a:noAutofit/>
              </a:bodyPr>
              <a:lstStyle/>
              <a:p>
                <a:pPr marL="0" marR="0" lvl="0" indent="0" algn="l" rtl="0">
                  <a:lnSpc>
                    <a:spcPct val="100000"/>
                  </a:lnSpc>
                  <a:spcBef>
                    <a:spcPts val="0"/>
                  </a:spcBef>
                  <a:spcAft>
                    <a:spcPts val="0"/>
                  </a:spcAft>
                  <a:buClr>
                    <a:schemeClr val="dk1"/>
                  </a:buClr>
                  <a:buSzPts val="4050"/>
                  <a:buFont typeface="Calibri"/>
                  <a:buNone/>
                </a:pPr>
                <a:endParaRPr sz="4050" b="0" i="0" u="none" strike="noStrike" cap="none">
                  <a:solidFill>
                    <a:srgbClr val="ACB0C0"/>
                  </a:solidFill>
                  <a:latin typeface="Calibri"/>
                  <a:ea typeface="Calibri"/>
                  <a:cs typeface="Calibri"/>
                  <a:sym typeface="Calibri"/>
                </a:endParaRPr>
              </a:p>
            </p:txBody>
          </p:sp>
        </p:grpSp>
        <p:sp>
          <p:nvSpPr>
            <p:cNvPr id="34" name="Google Shape;1299;p19">
              <a:extLst>
                <a:ext uri="{FF2B5EF4-FFF2-40B4-BE49-F238E27FC236}">
                  <a16:creationId xmlns:a16="http://schemas.microsoft.com/office/drawing/2014/main" id="{DA1289F5-8250-A3D8-53DE-FD436DB8771A}"/>
                </a:ext>
              </a:extLst>
            </p:cNvPr>
            <p:cNvSpPr/>
            <p:nvPr/>
          </p:nvSpPr>
          <p:spPr>
            <a:xfrm>
              <a:off x="2991160" y="173319"/>
              <a:ext cx="6359611" cy="276999"/>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sz="1800" b="1" kern="100">
                  <a:solidFill>
                    <a:srgbClr val="0070C0"/>
                  </a:solidFill>
                  <a:effectLst/>
                  <a:latin typeface="Open Sans" panose="020B0606030504020204" pitchFamily="34" charset="0"/>
                  <a:ea typeface="Open Sans" panose="020B0606030504020204" pitchFamily="34" charset="0"/>
                  <a:cs typeface="Open Sans" panose="020B0606030504020204" pitchFamily="34" charset="0"/>
                </a:rPr>
                <a:t>Q-Forte: Phase II</a:t>
              </a:r>
              <a:endParaRPr lang="en-IN" sz="1800" kern="100">
                <a:solidFill>
                  <a:srgbClr val="0070C0"/>
                </a:solidFill>
                <a:effectLst/>
                <a:latin typeface="Open Sans" panose="020B0606030504020204" pitchFamily="34" charset="0"/>
                <a:ea typeface="Open Sans" panose="020B0606030504020204" pitchFamily="34" charset="0"/>
                <a:cs typeface="Open Sans" panose="020B0606030504020204" pitchFamily="34" charset="0"/>
              </a:endParaRPr>
            </a:p>
          </p:txBody>
        </p:sp>
      </p:grpSp>
      <p:sp>
        <p:nvSpPr>
          <p:cNvPr id="27" name="Google Shape;90;p2">
            <a:extLst>
              <a:ext uri="{FF2B5EF4-FFF2-40B4-BE49-F238E27FC236}">
                <a16:creationId xmlns:a16="http://schemas.microsoft.com/office/drawing/2014/main" id="{ECDAF4AD-8106-197F-4620-A66510A883A4}"/>
              </a:ext>
            </a:extLst>
          </p:cNvPr>
          <p:cNvSpPr txBox="1"/>
          <p:nvPr/>
        </p:nvSpPr>
        <p:spPr>
          <a:xfrm>
            <a:off x="864280" y="1952465"/>
            <a:ext cx="5231720" cy="347783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2000" b="1" i="0" u="none" strike="noStrike" cap="none">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marR="0" lvl="0" indent="0" algn="just" rtl="0">
              <a:spcBef>
                <a:spcPts val="0"/>
              </a:spcBef>
              <a:spcAft>
                <a:spcPts val="0"/>
              </a:spcAft>
              <a:buNone/>
            </a:pPr>
            <a:r>
              <a:rPr lang="en-US" sz="2000" b="1" i="0" u="none" strike="noStrike" cap="none">
                <a:solidFill>
                  <a:schemeClr val="accent5"/>
                </a:solidFill>
                <a:latin typeface="Open Sans" panose="020B0606030504020204" pitchFamily="34" charset="0"/>
                <a:ea typeface="Open Sans" panose="020B0606030504020204" pitchFamily="34" charset="0"/>
                <a:cs typeface="Open Sans" panose="020B0606030504020204" pitchFamily="34" charset="0"/>
                <a:sym typeface="Open Sans"/>
              </a:rPr>
              <a:t>Scalable Q-Sleeve Technology Stack</a:t>
            </a:r>
            <a:endParaRPr sz="2800" b="1">
              <a:solidFill>
                <a:schemeClr val="accent5"/>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spcBef>
                <a:spcPts val="0"/>
              </a:spcBef>
              <a:spcAft>
                <a:spcPts val="0"/>
              </a:spcAft>
              <a:buNone/>
            </a:pPr>
            <a:endParaRPr sz="20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285750" marR="0" lvl="0" indent="-285750" algn="l" rtl="0">
              <a:spcBef>
                <a:spcPts val="0"/>
              </a:spcBef>
              <a:spcAft>
                <a:spcPts val="0"/>
              </a:spcAft>
              <a:buClr>
                <a:srgbClr val="3A3A3A"/>
              </a:buClr>
              <a:buSzPts val="1400"/>
              <a:buFont typeface="Arial"/>
              <a:buChar char="•"/>
            </a:pPr>
            <a:r>
              <a:rPr lang="en-US" sz="20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Open Sans"/>
              </a:rPr>
              <a:t>Enterprise security</a:t>
            </a:r>
            <a:endParaRPr sz="28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rtl="0">
              <a:spcBef>
                <a:spcPts val="0"/>
              </a:spcBef>
              <a:spcAft>
                <a:spcPts val="0"/>
              </a:spcAft>
              <a:buClr>
                <a:srgbClr val="3A3A3A"/>
              </a:buClr>
              <a:buSzPts val="1400"/>
              <a:buFont typeface="Arial"/>
              <a:buChar char="•"/>
            </a:pPr>
            <a:r>
              <a:rPr lang="en-US" sz="20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Open Sans"/>
              </a:rPr>
              <a:t>Server protection</a:t>
            </a:r>
            <a:endParaRPr sz="28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rtl="0">
              <a:spcBef>
                <a:spcPts val="0"/>
              </a:spcBef>
              <a:spcAft>
                <a:spcPts val="0"/>
              </a:spcAft>
              <a:buClr>
                <a:srgbClr val="3A3A3A"/>
              </a:buClr>
              <a:buSzPts val="1400"/>
              <a:buFont typeface="Arial"/>
              <a:buChar char="•"/>
            </a:pPr>
            <a:r>
              <a:rPr lang="en-US" sz="20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Open Sans"/>
              </a:rPr>
              <a:t>Network security</a:t>
            </a:r>
            <a:endParaRPr sz="28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rtl="0">
              <a:spcBef>
                <a:spcPts val="0"/>
              </a:spcBef>
              <a:spcAft>
                <a:spcPts val="0"/>
              </a:spcAft>
              <a:buClr>
                <a:srgbClr val="3A3A3A"/>
              </a:buClr>
              <a:buSzPts val="1400"/>
              <a:buFont typeface="Arial"/>
              <a:buChar char="•"/>
            </a:pPr>
            <a:r>
              <a:rPr lang="en-US" sz="20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Open Sans"/>
              </a:rPr>
              <a:t>Cloud security</a:t>
            </a:r>
            <a:endParaRPr sz="28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rtl="0">
              <a:spcBef>
                <a:spcPts val="0"/>
              </a:spcBef>
              <a:spcAft>
                <a:spcPts val="0"/>
              </a:spcAft>
              <a:buClr>
                <a:srgbClr val="3A3A3A"/>
              </a:buClr>
              <a:buSzPts val="1400"/>
              <a:buFont typeface="Arial"/>
              <a:buChar char="•"/>
            </a:pPr>
            <a:r>
              <a:rPr lang="en-US" sz="20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Open Sans"/>
              </a:rPr>
              <a:t>Web security</a:t>
            </a:r>
            <a:endParaRPr sz="28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rtl="0">
              <a:spcBef>
                <a:spcPts val="0"/>
              </a:spcBef>
              <a:spcAft>
                <a:spcPts val="0"/>
              </a:spcAft>
              <a:buClr>
                <a:srgbClr val="3A3A3A"/>
              </a:buClr>
              <a:buSzPts val="1400"/>
              <a:buFont typeface="Arial"/>
              <a:buChar char="•"/>
            </a:pPr>
            <a:r>
              <a:rPr lang="en-US" sz="20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Open Sans"/>
              </a:rPr>
              <a:t>IoT security</a:t>
            </a:r>
            <a:endParaRPr sz="28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285750" marR="0" lvl="0" indent="-285750" algn="l" rtl="0">
              <a:spcBef>
                <a:spcPts val="0"/>
              </a:spcBef>
              <a:spcAft>
                <a:spcPts val="0"/>
              </a:spcAft>
              <a:buClr>
                <a:srgbClr val="3A3A3A"/>
              </a:buClr>
              <a:buSzPts val="1400"/>
              <a:buFont typeface="Arial"/>
              <a:buChar char="•"/>
            </a:pPr>
            <a:r>
              <a:rPr lang="en-US" sz="20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Open Sans"/>
              </a:rPr>
              <a:t>Secure transactions</a:t>
            </a:r>
            <a:endParaRPr sz="28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just" rtl="0">
              <a:spcBef>
                <a:spcPts val="0"/>
              </a:spcBef>
              <a:spcAft>
                <a:spcPts val="0"/>
              </a:spcAft>
              <a:buNone/>
            </a:pPr>
            <a:endParaRPr sz="20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grpSp>
        <p:nvGrpSpPr>
          <p:cNvPr id="12" name="Group 11">
            <a:extLst>
              <a:ext uri="{FF2B5EF4-FFF2-40B4-BE49-F238E27FC236}">
                <a16:creationId xmlns:a16="http://schemas.microsoft.com/office/drawing/2014/main" id="{32247289-990E-159E-32CC-1FE2EFB3AFEC}"/>
              </a:ext>
            </a:extLst>
          </p:cNvPr>
          <p:cNvGrpSpPr/>
          <p:nvPr/>
        </p:nvGrpSpPr>
        <p:grpSpPr>
          <a:xfrm>
            <a:off x="6658586" y="1501076"/>
            <a:ext cx="4544659" cy="4455273"/>
            <a:chOff x="6658586" y="1582356"/>
            <a:chExt cx="4544659" cy="4455273"/>
          </a:xfrm>
        </p:grpSpPr>
        <p:grpSp>
          <p:nvGrpSpPr>
            <p:cNvPr id="8" name="Google Shape;1308;p19">
              <a:extLst>
                <a:ext uri="{FF2B5EF4-FFF2-40B4-BE49-F238E27FC236}">
                  <a16:creationId xmlns:a16="http://schemas.microsoft.com/office/drawing/2014/main" id="{70EE74C0-77D8-EB71-3ABC-EB774271A947}"/>
                </a:ext>
              </a:extLst>
            </p:cNvPr>
            <p:cNvGrpSpPr/>
            <p:nvPr/>
          </p:nvGrpSpPr>
          <p:grpSpPr>
            <a:xfrm>
              <a:off x="6658586" y="1582356"/>
              <a:ext cx="4544659" cy="4455273"/>
              <a:chOff x="7349505" y="606851"/>
              <a:chExt cx="1211126" cy="1211126"/>
            </a:xfrm>
          </p:grpSpPr>
          <p:sp>
            <p:nvSpPr>
              <p:cNvPr id="10" name="Google Shape;1309;p19">
                <a:extLst>
                  <a:ext uri="{FF2B5EF4-FFF2-40B4-BE49-F238E27FC236}">
                    <a16:creationId xmlns:a16="http://schemas.microsoft.com/office/drawing/2014/main" id="{094B32F2-C1ED-CB24-870A-BE0E3A67A262}"/>
                  </a:ext>
                </a:extLst>
              </p:cNvPr>
              <p:cNvSpPr/>
              <p:nvPr/>
            </p:nvSpPr>
            <p:spPr>
              <a:xfrm>
                <a:off x="7349505" y="606851"/>
                <a:ext cx="1211126" cy="1211126"/>
              </a:xfrm>
              <a:prstGeom prst="ellipse">
                <a:avLst/>
              </a:prstGeom>
              <a:solidFill>
                <a:srgbClr val="EBECF0"/>
              </a:solidFill>
              <a:ln>
                <a:noFill/>
              </a:ln>
              <a:effectLst>
                <a:outerShdw blurRad="177800" dist="114300" dir="2700000" algn="tl" rotWithShape="0">
                  <a:srgbClr val="ACB0C0">
                    <a:alpha val="41960"/>
                  </a:srgbClr>
                </a:outerShdw>
              </a:effectLst>
            </p:spPr>
            <p:txBody>
              <a:bodyPr spcFirstLastPara="1" wrap="square" lIns="91425" tIns="45700" rIns="91425" bIns="45700" anchor="ctr" anchorCtr="0">
                <a:noAutofit/>
              </a:bodyPr>
              <a:lstStyle/>
              <a:p>
                <a:pPr algn="ctr">
                  <a:buClr>
                    <a:srgbClr val="FFFFFF"/>
                  </a:buClr>
                  <a:buSzPts val="1800"/>
                  <a:buFont typeface="Calibri"/>
                  <a:buNone/>
                  <a:defRPr/>
                </a:pPr>
                <a:endParaRPr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1" name="Google Shape;1310;p19">
                <a:extLst>
                  <a:ext uri="{FF2B5EF4-FFF2-40B4-BE49-F238E27FC236}">
                    <a16:creationId xmlns:a16="http://schemas.microsoft.com/office/drawing/2014/main" id="{898E056F-0B49-A2C4-9191-F5B949D1032B}"/>
                  </a:ext>
                </a:extLst>
              </p:cNvPr>
              <p:cNvSpPr/>
              <p:nvPr/>
            </p:nvSpPr>
            <p:spPr>
              <a:xfrm>
                <a:off x="7349505" y="606851"/>
                <a:ext cx="1211126" cy="1211126"/>
              </a:xfrm>
              <a:prstGeom prst="ellipse">
                <a:avLst/>
              </a:prstGeom>
              <a:solidFill>
                <a:srgbClr val="EBECF0"/>
              </a:solidFill>
              <a:ln w="3175">
                <a:solidFill>
                  <a:srgbClr val="FFFFFF">
                    <a:alpha val="59977"/>
                  </a:srgb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algn="ctr">
                  <a:buClr>
                    <a:srgbClr val="FFFFFF"/>
                  </a:buClr>
                  <a:buSzPts val="1800"/>
                  <a:buFont typeface="Calibri"/>
                  <a:buNone/>
                  <a:defRPr/>
                </a:pPr>
                <a:endParaRPr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grpSp>
        <p:pic>
          <p:nvPicPr>
            <p:cNvPr id="28" name="Google Shape;92;p2" descr="A screenshot of a computer&#10;&#10;Description automatically generated">
              <a:extLst>
                <a:ext uri="{FF2B5EF4-FFF2-40B4-BE49-F238E27FC236}">
                  <a16:creationId xmlns:a16="http://schemas.microsoft.com/office/drawing/2014/main" id="{50A468E0-18BD-9604-5562-85DD27254EA5}"/>
                </a:ext>
              </a:extLst>
            </p:cNvPr>
            <p:cNvPicPr preferRelativeResize="0"/>
            <p:nvPr/>
          </p:nvPicPr>
          <p:blipFill rotWithShape="1">
            <a:blip r:embed="rId3">
              <a:alphaModFix/>
            </a:blip>
            <a:srcRect/>
            <a:stretch/>
          </p:blipFill>
          <p:spPr>
            <a:xfrm>
              <a:off x="6860139" y="1832577"/>
              <a:ext cx="4141552" cy="3954831"/>
            </a:xfrm>
            <a:prstGeom prst="rect">
              <a:avLst/>
            </a:prstGeom>
            <a:noFill/>
            <a:ln>
              <a:noFill/>
            </a:ln>
          </p:spPr>
        </p:pic>
      </p:grpSp>
    </p:spTree>
    <p:extLst>
      <p:ext uri="{BB962C8B-B14F-4D97-AF65-F5344CB8AC3E}">
        <p14:creationId xmlns:p14="http://schemas.microsoft.com/office/powerpoint/2010/main" val="243839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2">
          <a:extLst>
            <a:ext uri="{FF2B5EF4-FFF2-40B4-BE49-F238E27FC236}">
              <a16:creationId xmlns:a16="http://schemas.microsoft.com/office/drawing/2014/main" id="{BD7FD7BF-D7F3-ED6A-C01A-4193050248AE}"/>
            </a:ext>
          </a:extLst>
        </p:cNvPr>
        <p:cNvGrpSpPr/>
        <p:nvPr/>
      </p:nvGrpSpPr>
      <p:grpSpPr>
        <a:xfrm>
          <a:off x="0" y="0"/>
          <a:ext cx="0" cy="0"/>
          <a:chOff x="0" y="0"/>
          <a:chExt cx="0" cy="0"/>
        </a:xfrm>
      </p:grpSpPr>
      <p:sp>
        <p:nvSpPr>
          <p:cNvPr id="457" name="Arrow: Pentagon 5">
            <a:extLst>
              <a:ext uri="{FF2B5EF4-FFF2-40B4-BE49-F238E27FC236}">
                <a16:creationId xmlns:a16="http://schemas.microsoft.com/office/drawing/2014/main" id="{49CA4C61-01F4-5E94-7141-02B6EE955E22}"/>
              </a:ext>
            </a:extLst>
          </p:cNvPr>
          <p:cNvSpPr/>
          <p:nvPr/>
        </p:nvSpPr>
        <p:spPr>
          <a:xfrm>
            <a:off x="-1984" y="5300824"/>
            <a:ext cx="2136994" cy="571976"/>
          </a:xfrm>
          <a:prstGeom prst="homePlate">
            <a:avLst>
              <a:gd name="adj" fmla="val 39831"/>
            </a:avLst>
          </a:prstGeom>
          <a:solidFill>
            <a:srgbClr val="00B0F0"/>
          </a:solidFill>
          <a:ln w="12700" cap="flat" cmpd="sng" algn="ctr">
            <a:noFill/>
            <a:prstDash val="solid"/>
            <a:miter lim="800000"/>
          </a:ln>
          <a:effectLst>
            <a:outerShdw blurRad="355600" dist="114300" dir="2700000" sx="96000" sy="96000" algn="br" rotWithShape="0">
              <a:sysClr val="windowText" lastClr="000000">
                <a:lumMod val="95000"/>
                <a:lumOff val="5000"/>
                <a:alpha val="14000"/>
              </a:sysClr>
            </a:outerShdw>
          </a:effectLst>
        </p:spPr>
        <p:txBody>
          <a:bodyPr rtlCol="0" anchor="ctr"/>
          <a:lstStyle/>
          <a:p>
            <a:pPr algn="ctr">
              <a:defRPr/>
            </a:pPr>
            <a:endParaRPr lang="en-US" sz="1400" kern="0">
              <a:solidFill>
                <a:srgbClr val="00B0F0"/>
              </a:solidFill>
              <a:latin typeface="Manrope (Body)"/>
            </a:endParaRPr>
          </a:p>
        </p:txBody>
      </p:sp>
      <p:sp>
        <p:nvSpPr>
          <p:cNvPr id="458" name="TextBox 457">
            <a:extLst>
              <a:ext uri="{FF2B5EF4-FFF2-40B4-BE49-F238E27FC236}">
                <a16:creationId xmlns:a16="http://schemas.microsoft.com/office/drawing/2014/main" id="{E77FA449-8D4D-F2FA-9369-2D6919D5D3AB}"/>
              </a:ext>
            </a:extLst>
          </p:cNvPr>
          <p:cNvSpPr txBox="1"/>
          <p:nvPr/>
        </p:nvSpPr>
        <p:spPr>
          <a:xfrm>
            <a:off x="442817" y="5443696"/>
            <a:ext cx="1247393" cy="286232"/>
          </a:xfrm>
          <a:prstGeom prst="rect">
            <a:avLst/>
          </a:prstGeom>
          <a:noFill/>
        </p:spPr>
        <p:txBody>
          <a:bodyPr wrap="none" lIns="0" rIns="0" rtlCol="0">
            <a:spAutoFit/>
          </a:bodyPr>
          <a:lstStyle/>
          <a:p>
            <a:pPr algn="ctr">
              <a:lnSpc>
                <a:spcPct val="90000"/>
              </a:lnSpc>
              <a:spcBef>
                <a:spcPts val="1000"/>
              </a:spcBef>
              <a:buFont typeface="Arial" panose="020B0604020202020204" pitchFamily="34" charset="0"/>
              <a:buNone/>
              <a:defRPr/>
            </a:pPr>
            <a:r>
              <a:rPr lang="en-US" sz="1400" b="1">
                <a:solidFill>
                  <a:srgbClr val="FFFFFF"/>
                </a:solidFill>
                <a:latin typeface="Open Sans" panose="020B0606030504020204" pitchFamily="34" charset="0"/>
              </a:rPr>
              <a:t>KEY FEATURES</a:t>
            </a:r>
          </a:p>
        </p:txBody>
      </p:sp>
      <p:cxnSp>
        <p:nvCxnSpPr>
          <p:cNvPr id="459" name="Straight Connector 458">
            <a:extLst>
              <a:ext uri="{FF2B5EF4-FFF2-40B4-BE49-F238E27FC236}">
                <a16:creationId xmlns:a16="http://schemas.microsoft.com/office/drawing/2014/main" id="{96C4ADB1-C079-E67D-A157-A060CD4115CA}"/>
              </a:ext>
            </a:extLst>
          </p:cNvPr>
          <p:cNvCxnSpPr>
            <a:cxnSpLocks/>
          </p:cNvCxnSpPr>
          <p:nvPr/>
        </p:nvCxnSpPr>
        <p:spPr>
          <a:xfrm>
            <a:off x="3415774" y="4682107"/>
            <a:ext cx="16060" cy="565125"/>
          </a:xfrm>
          <a:prstGeom prst="line">
            <a:avLst/>
          </a:prstGeom>
          <a:solidFill>
            <a:srgbClr val="651FFF">
              <a:alpha val="0"/>
            </a:srgbClr>
          </a:solidFill>
          <a:ln w="25400" cap="rnd">
            <a:solidFill>
              <a:srgbClr val="8A9AA8">
                <a:alpha val="40000"/>
              </a:srgbClr>
            </a:solidFill>
            <a:prstDash val="sysDash"/>
            <a:miter/>
            <a:headEnd type="none"/>
            <a:tailEnd type="oval"/>
          </a:ln>
        </p:spPr>
      </p:cxnSp>
      <p:cxnSp>
        <p:nvCxnSpPr>
          <p:cNvPr id="460" name="Straight Connector 459">
            <a:extLst>
              <a:ext uri="{FF2B5EF4-FFF2-40B4-BE49-F238E27FC236}">
                <a16:creationId xmlns:a16="http://schemas.microsoft.com/office/drawing/2014/main" id="{3B47C8EE-05A2-8E31-AA63-0B88878BCC21}"/>
              </a:ext>
            </a:extLst>
          </p:cNvPr>
          <p:cNvCxnSpPr>
            <a:cxnSpLocks/>
          </p:cNvCxnSpPr>
          <p:nvPr/>
        </p:nvCxnSpPr>
        <p:spPr>
          <a:xfrm>
            <a:off x="6594403" y="4682107"/>
            <a:ext cx="16060" cy="565125"/>
          </a:xfrm>
          <a:prstGeom prst="line">
            <a:avLst/>
          </a:prstGeom>
          <a:solidFill>
            <a:srgbClr val="651FFF">
              <a:alpha val="0"/>
            </a:srgbClr>
          </a:solidFill>
          <a:ln w="25400" cap="rnd">
            <a:solidFill>
              <a:srgbClr val="8A9AA8">
                <a:alpha val="40000"/>
              </a:srgbClr>
            </a:solidFill>
            <a:prstDash val="sysDash"/>
            <a:miter/>
            <a:headEnd type="none"/>
            <a:tailEnd type="oval"/>
          </a:ln>
        </p:spPr>
      </p:cxnSp>
      <p:cxnSp>
        <p:nvCxnSpPr>
          <p:cNvPr id="461" name="Straight Connector 460">
            <a:extLst>
              <a:ext uri="{FF2B5EF4-FFF2-40B4-BE49-F238E27FC236}">
                <a16:creationId xmlns:a16="http://schemas.microsoft.com/office/drawing/2014/main" id="{D19077AB-F53E-E738-B67B-0808FA3DFDEE}"/>
              </a:ext>
            </a:extLst>
          </p:cNvPr>
          <p:cNvCxnSpPr>
            <a:cxnSpLocks/>
          </p:cNvCxnSpPr>
          <p:nvPr/>
        </p:nvCxnSpPr>
        <p:spPr>
          <a:xfrm>
            <a:off x="9871003" y="4682107"/>
            <a:ext cx="16060" cy="565125"/>
          </a:xfrm>
          <a:prstGeom prst="line">
            <a:avLst/>
          </a:prstGeom>
          <a:solidFill>
            <a:srgbClr val="651FFF">
              <a:alpha val="0"/>
            </a:srgbClr>
          </a:solidFill>
          <a:ln w="25400" cap="rnd">
            <a:solidFill>
              <a:srgbClr val="8A9AA8">
                <a:alpha val="40000"/>
              </a:srgbClr>
            </a:solidFill>
            <a:prstDash val="sysDash"/>
            <a:miter/>
            <a:headEnd type="none"/>
            <a:tailEnd type="oval"/>
          </a:ln>
        </p:spPr>
      </p:cxnSp>
      <p:sp>
        <p:nvSpPr>
          <p:cNvPr id="382" name="Freeform 5">
            <a:extLst>
              <a:ext uri="{FF2B5EF4-FFF2-40B4-BE49-F238E27FC236}">
                <a16:creationId xmlns:a16="http://schemas.microsoft.com/office/drawing/2014/main" id="{81CCBA7E-51B4-360F-950C-1EEB1043EB49}"/>
              </a:ext>
            </a:extLst>
          </p:cNvPr>
          <p:cNvSpPr>
            <a:spLocks/>
          </p:cNvSpPr>
          <p:nvPr/>
        </p:nvSpPr>
        <p:spPr bwMode="auto">
          <a:xfrm>
            <a:off x="1880419" y="1494560"/>
            <a:ext cx="6087021" cy="3069543"/>
          </a:xfrm>
          <a:custGeom>
            <a:avLst/>
            <a:gdLst>
              <a:gd name="T0" fmla="*/ 285 w 1132"/>
              <a:gd name="T1" fmla="*/ 569 h 569"/>
              <a:gd name="T2" fmla="*/ 84 w 1132"/>
              <a:gd name="T3" fmla="*/ 486 h 569"/>
              <a:gd name="T4" fmla="*/ 0 w 1132"/>
              <a:gd name="T5" fmla="*/ 285 h 569"/>
              <a:gd name="T6" fmla="*/ 84 w 1132"/>
              <a:gd name="T7" fmla="*/ 83 h 569"/>
              <a:gd name="T8" fmla="*/ 285 w 1132"/>
              <a:gd name="T9" fmla="*/ 0 h 569"/>
              <a:gd name="T10" fmla="*/ 473 w 1132"/>
              <a:gd name="T11" fmla="*/ 71 h 569"/>
              <a:gd name="T12" fmla="*/ 474 w 1132"/>
              <a:gd name="T13" fmla="*/ 99 h 569"/>
              <a:gd name="T14" fmla="*/ 459 w 1132"/>
              <a:gd name="T15" fmla="*/ 106 h 569"/>
              <a:gd name="T16" fmla="*/ 446 w 1132"/>
              <a:gd name="T17" fmla="*/ 101 h 569"/>
              <a:gd name="T18" fmla="*/ 285 w 1132"/>
              <a:gd name="T19" fmla="*/ 41 h 569"/>
              <a:gd name="T20" fmla="*/ 112 w 1132"/>
              <a:gd name="T21" fmla="*/ 112 h 569"/>
              <a:gd name="T22" fmla="*/ 41 w 1132"/>
              <a:gd name="T23" fmla="*/ 285 h 569"/>
              <a:gd name="T24" fmla="*/ 112 w 1132"/>
              <a:gd name="T25" fmla="*/ 457 h 569"/>
              <a:gd name="T26" fmla="*/ 285 w 1132"/>
              <a:gd name="T27" fmla="*/ 528 h 569"/>
              <a:gd name="T28" fmla="*/ 415 w 1132"/>
              <a:gd name="T29" fmla="*/ 491 h 569"/>
              <a:gd name="T30" fmla="*/ 562 w 1132"/>
              <a:gd name="T31" fmla="*/ 275 h 569"/>
              <a:gd name="T32" fmla="*/ 723 w 1132"/>
              <a:gd name="T33" fmla="*/ 44 h 569"/>
              <a:gd name="T34" fmla="*/ 875 w 1132"/>
              <a:gd name="T35" fmla="*/ 0 h 569"/>
              <a:gd name="T36" fmla="*/ 1076 w 1132"/>
              <a:gd name="T37" fmla="*/ 83 h 569"/>
              <a:gd name="T38" fmla="*/ 1126 w 1132"/>
              <a:gd name="T39" fmla="*/ 151 h 569"/>
              <a:gd name="T40" fmla="*/ 1118 w 1132"/>
              <a:gd name="T41" fmla="*/ 179 h 569"/>
              <a:gd name="T42" fmla="*/ 1108 w 1132"/>
              <a:gd name="T43" fmla="*/ 181 h 569"/>
              <a:gd name="T44" fmla="*/ 1090 w 1132"/>
              <a:gd name="T45" fmla="*/ 170 h 569"/>
              <a:gd name="T46" fmla="*/ 1047 w 1132"/>
              <a:gd name="T47" fmla="*/ 112 h 569"/>
              <a:gd name="T48" fmla="*/ 875 w 1132"/>
              <a:gd name="T49" fmla="*/ 41 h 569"/>
              <a:gd name="T50" fmla="*/ 745 w 1132"/>
              <a:gd name="T51" fmla="*/ 78 h 569"/>
              <a:gd name="T52" fmla="*/ 599 w 1132"/>
              <a:gd name="T53" fmla="*/ 292 h 569"/>
              <a:gd name="T54" fmla="*/ 437 w 1132"/>
              <a:gd name="T55" fmla="*/ 525 h 569"/>
              <a:gd name="T56" fmla="*/ 285 w 1132"/>
              <a:gd name="T57" fmla="*/ 56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2" h="569">
                <a:moveTo>
                  <a:pt x="285" y="569"/>
                </a:moveTo>
                <a:cubicBezTo>
                  <a:pt x="209" y="569"/>
                  <a:pt x="137" y="540"/>
                  <a:pt x="84" y="486"/>
                </a:cubicBezTo>
                <a:cubicBezTo>
                  <a:pt x="30" y="432"/>
                  <a:pt x="0" y="361"/>
                  <a:pt x="0" y="285"/>
                </a:cubicBezTo>
                <a:cubicBezTo>
                  <a:pt x="0" y="209"/>
                  <a:pt x="30" y="137"/>
                  <a:pt x="84" y="83"/>
                </a:cubicBezTo>
                <a:cubicBezTo>
                  <a:pt x="137" y="30"/>
                  <a:pt x="209" y="0"/>
                  <a:pt x="285" y="0"/>
                </a:cubicBezTo>
                <a:cubicBezTo>
                  <a:pt x="354" y="0"/>
                  <a:pt x="421" y="25"/>
                  <a:pt x="473" y="71"/>
                </a:cubicBezTo>
                <a:cubicBezTo>
                  <a:pt x="481" y="78"/>
                  <a:pt x="482" y="91"/>
                  <a:pt x="474" y="99"/>
                </a:cubicBezTo>
                <a:cubicBezTo>
                  <a:pt x="471" y="104"/>
                  <a:pt x="465" y="106"/>
                  <a:pt x="459" y="106"/>
                </a:cubicBezTo>
                <a:cubicBezTo>
                  <a:pt x="454" y="106"/>
                  <a:pt x="449" y="105"/>
                  <a:pt x="446" y="101"/>
                </a:cubicBezTo>
                <a:cubicBezTo>
                  <a:pt x="401" y="62"/>
                  <a:pt x="344" y="41"/>
                  <a:pt x="285" y="41"/>
                </a:cubicBezTo>
                <a:cubicBezTo>
                  <a:pt x="220" y="41"/>
                  <a:pt x="159" y="66"/>
                  <a:pt x="112" y="112"/>
                </a:cubicBezTo>
                <a:cubicBezTo>
                  <a:pt x="66" y="158"/>
                  <a:pt x="41" y="219"/>
                  <a:pt x="41" y="285"/>
                </a:cubicBezTo>
                <a:cubicBezTo>
                  <a:pt x="41" y="350"/>
                  <a:pt x="66" y="411"/>
                  <a:pt x="112" y="457"/>
                </a:cubicBezTo>
                <a:cubicBezTo>
                  <a:pt x="159" y="503"/>
                  <a:pt x="220" y="528"/>
                  <a:pt x="285" y="528"/>
                </a:cubicBezTo>
                <a:cubicBezTo>
                  <a:pt x="331" y="528"/>
                  <a:pt x="376" y="515"/>
                  <a:pt x="415" y="491"/>
                </a:cubicBezTo>
                <a:cubicBezTo>
                  <a:pt x="484" y="447"/>
                  <a:pt x="524" y="360"/>
                  <a:pt x="562" y="275"/>
                </a:cubicBezTo>
                <a:cubicBezTo>
                  <a:pt x="603" y="185"/>
                  <a:pt x="645" y="93"/>
                  <a:pt x="723" y="44"/>
                </a:cubicBezTo>
                <a:cubicBezTo>
                  <a:pt x="768" y="15"/>
                  <a:pt x="821" y="0"/>
                  <a:pt x="875" y="0"/>
                </a:cubicBezTo>
                <a:cubicBezTo>
                  <a:pt x="951" y="0"/>
                  <a:pt x="1022" y="30"/>
                  <a:pt x="1076" y="83"/>
                </a:cubicBezTo>
                <a:cubicBezTo>
                  <a:pt x="1096" y="103"/>
                  <a:pt x="1113" y="126"/>
                  <a:pt x="1126" y="151"/>
                </a:cubicBezTo>
                <a:cubicBezTo>
                  <a:pt x="1132" y="161"/>
                  <a:pt x="1128" y="173"/>
                  <a:pt x="1118" y="179"/>
                </a:cubicBezTo>
                <a:cubicBezTo>
                  <a:pt x="1115" y="180"/>
                  <a:pt x="1112" y="181"/>
                  <a:pt x="1108" y="181"/>
                </a:cubicBezTo>
                <a:cubicBezTo>
                  <a:pt x="1101" y="181"/>
                  <a:pt x="1094" y="177"/>
                  <a:pt x="1090" y="170"/>
                </a:cubicBezTo>
                <a:cubicBezTo>
                  <a:pt x="1079" y="149"/>
                  <a:pt x="1064" y="129"/>
                  <a:pt x="1047" y="112"/>
                </a:cubicBezTo>
                <a:cubicBezTo>
                  <a:pt x="1001" y="66"/>
                  <a:pt x="940" y="41"/>
                  <a:pt x="875" y="41"/>
                </a:cubicBezTo>
                <a:cubicBezTo>
                  <a:pt x="829" y="41"/>
                  <a:pt x="783" y="54"/>
                  <a:pt x="745" y="78"/>
                </a:cubicBezTo>
                <a:cubicBezTo>
                  <a:pt x="677" y="121"/>
                  <a:pt x="638" y="208"/>
                  <a:pt x="599" y="292"/>
                </a:cubicBezTo>
                <a:cubicBezTo>
                  <a:pt x="558" y="382"/>
                  <a:pt x="516" y="475"/>
                  <a:pt x="437" y="525"/>
                </a:cubicBezTo>
                <a:cubicBezTo>
                  <a:pt x="392" y="554"/>
                  <a:pt x="339" y="569"/>
                  <a:pt x="285" y="569"/>
                </a:cubicBezTo>
                <a:close/>
              </a:path>
            </a:pathLst>
          </a:custGeom>
          <a:solidFill>
            <a:srgbClr val="F1F4F8"/>
          </a:solidFill>
          <a:ln w="12700" cap="flat" cmpd="sng" algn="ctr">
            <a:noFill/>
            <a:prstDash val="solid"/>
            <a:miter lim="800000"/>
          </a:ln>
          <a:effectLst>
            <a:innerShdw blurRad="63500" dist="63500" dir="18900000">
              <a:srgbClr val="526290"/>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383" name="Freeform 5">
            <a:extLst>
              <a:ext uri="{FF2B5EF4-FFF2-40B4-BE49-F238E27FC236}">
                <a16:creationId xmlns:a16="http://schemas.microsoft.com/office/drawing/2014/main" id="{65FDE20E-35F9-B6B4-62D3-32EF80394F0E}"/>
              </a:ext>
            </a:extLst>
          </p:cNvPr>
          <p:cNvSpPr>
            <a:spLocks/>
          </p:cNvSpPr>
          <p:nvPr/>
        </p:nvSpPr>
        <p:spPr bwMode="auto">
          <a:xfrm>
            <a:off x="1880419" y="1494560"/>
            <a:ext cx="6087021" cy="3069543"/>
          </a:xfrm>
          <a:custGeom>
            <a:avLst/>
            <a:gdLst>
              <a:gd name="T0" fmla="*/ 285 w 1132"/>
              <a:gd name="T1" fmla="*/ 569 h 569"/>
              <a:gd name="T2" fmla="*/ 84 w 1132"/>
              <a:gd name="T3" fmla="*/ 486 h 569"/>
              <a:gd name="T4" fmla="*/ 0 w 1132"/>
              <a:gd name="T5" fmla="*/ 285 h 569"/>
              <a:gd name="T6" fmla="*/ 84 w 1132"/>
              <a:gd name="T7" fmla="*/ 83 h 569"/>
              <a:gd name="T8" fmla="*/ 285 w 1132"/>
              <a:gd name="T9" fmla="*/ 0 h 569"/>
              <a:gd name="T10" fmla="*/ 473 w 1132"/>
              <a:gd name="T11" fmla="*/ 71 h 569"/>
              <a:gd name="T12" fmla="*/ 474 w 1132"/>
              <a:gd name="T13" fmla="*/ 99 h 569"/>
              <a:gd name="T14" fmla="*/ 459 w 1132"/>
              <a:gd name="T15" fmla="*/ 106 h 569"/>
              <a:gd name="T16" fmla="*/ 446 w 1132"/>
              <a:gd name="T17" fmla="*/ 101 h 569"/>
              <a:gd name="T18" fmla="*/ 285 w 1132"/>
              <a:gd name="T19" fmla="*/ 41 h 569"/>
              <a:gd name="T20" fmla="*/ 112 w 1132"/>
              <a:gd name="T21" fmla="*/ 112 h 569"/>
              <a:gd name="T22" fmla="*/ 41 w 1132"/>
              <a:gd name="T23" fmla="*/ 285 h 569"/>
              <a:gd name="T24" fmla="*/ 112 w 1132"/>
              <a:gd name="T25" fmla="*/ 457 h 569"/>
              <a:gd name="T26" fmla="*/ 285 w 1132"/>
              <a:gd name="T27" fmla="*/ 528 h 569"/>
              <a:gd name="T28" fmla="*/ 415 w 1132"/>
              <a:gd name="T29" fmla="*/ 491 h 569"/>
              <a:gd name="T30" fmla="*/ 562 w 1132"/>
              <a:gd name="T31" fmla="*/ 275 h 569"/>
              <a:gd name="T32" fmla="*/ 723 w 1132"/>
              <a:gd name="T33" fmla="*/ 44 h 569"/>
              <a:gd name="T34" fmla="*/ 875 w 1132"/>
              <a:gd name="T35" fmla="*/ 0 h 569"/>
              <a:gd name="T36" fmla="*/ 1076 w 1132"/>
              <a:gd name="T37" fmla="*/ 83 h 569"/>
              <a:gd name="T38" fmla="*/ 1126 w 1132"/>
              <a:gd name="T39" fmla="*/ 151 h 569"/>
              <a:gd name="T40" fmla="*/ 1118 w 1132"/>
              <a:gd name="T41" fmla="*/ 179 h 569"/>
              <a:gd name="T42" fmla="*/ 1108 w 1132"/>
              <a:gd name="T43" fmla="*/ 181 h 569"/>
              <a:gd name="T44" fmla="*/ 1090 w 1132"/>
              <a:gd name="T45" fmla="*/ 170 h 569"/>
              <a:gd name="T46" fmla="*/ 1047 w 1132"/>
              <a:gd name="T47" fmla="*/ 112 h 569"/>
              <a:gd name="T48" fmla="*/ 875 w 1132"/>
              <a:gd name="T49" fmla="*/ 41 h 569"/>
              <a:gd name="T50" fmla="*/ 745 w 1132"/>
              <a:gd name="T51" fmla="*/ 78 h 569"/>
              <a:gd name="T52" fmla="*/ 599 w 1132"/>
              <a:gd name="T53" fmla="*/ 292 h 569"/>
              <a:gd name="T54" fmla="*/ 437 w 1132"/>
              <a:gd name="T55" fmla="*/ 525 h 569"/>
              <a:gd name="T56" fmla="*/ 285 w 1132"/>
              <a:gd name="T57" fmla="*/ 56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2" h="569">
                <a:moveTo>
                  <a:pt x="285" y="569"/>
                </a:moveTo>
                <a:cubicBezTo>
                  <a:pt x="209" y="569"/>
                  <a:pt x="137" y="540"/>
                  <a:pt x="84" y="486"/>
                </a:cubicBezTo>
                <a:cubicBezTo>
                  <a:pt x="30" y="432"/>
                  <a:pt x="0" y="361"/>
                  <a:pt x="0" y="285"/>
                </a:cubicBezTo>
                <a:cubicBezTo>
                  <a:pt x="0" y="209"/>
                  <a:pt x="30" y="137"/>
                  <a:pt x="84" y="83"/>
                </a:cubicBezTo>
                <a:cubicBezTo>
                  <a:pt x="137" y="30"/>
                  <a:pt x="209" y="0"/>
                  <a:pt x="285" y="0"/>
                </a:cubicBezTo>
                <a:cubicBezTo>
                  <a:pt x="354" y="0"/>
                  <a:pt x="421" y="25"/>
                  <a:pt x="473" y="71"/>
                </a:cubicBezTo>
                <a:cubicBezTo>
                  <a:pt x="481" y="78"/>
                  <a:pt x="482" y="91"/>
                  <a:pt x="474" y="99"/>
                </a:cubicBezTo>
                <a:cubicBezTo>
                  <a:pt x="471" y="104"/>
                  <a:pt x="465" y="106"/>
                  <a:pt x="459" y="106"/>
                </a:cubicBezTo>
                <a:cubicBezTo>
                  <a:pt x="454" y="106"/>
                  <a:pt x="449" y="105"/>
                  <a:pt x="446" y="101"/>
                </a:cubicBezTo>
                <a:cubicBezTo>
                  <a:pt x="401" y="62"/>
                  <a:pt x="344" y="41"/>
                  <a:pt x="285" y="41"/>
                </a:cubicBezTo>
                <a:cubicBezTo>
                  <a:pt x="220" y="41"/>
                  <a:pt x="159" y="66"/>
                  <a:pt x="112" y="112"/>
                </a:cubicBezTo>
                <a:cubicBezTo>
                  <a:pt x="66" y="158"/>
                  <a:pt x="41" y="219"/>
                  <a:pt x="41" y="285"/>
                </a:cubicBezTo>
                <a:cubicBezTo>
                  <a:pt x="41" y="350"/>
                  <a:pt x="66" y="411"/>
                  <a:pt x="112" y="457"/>
                </a:cubicBezTo>
                <a:cubicBezTo>
                  <a:pt x="159" y="503"/>
                  <a:pt x="220" y="528"/>
                  <a:pt x="285" y="528"/>
                </a:cubicBezTo>
                <a:cubicBezTo>
                  <a:pt x="331" y="528"/>
                  <a:pt x="376" y="515"/>
                  <a:pt x="415" y="491"/>
                </a:cubicBezTo>
                <a:cubicBezTo>
                  <a:pt x="484" y="447"/>
                  <a:pt x="524" y="360"/>
                  <a:pt x="562" y="275"/>
                </a:cubicBezTo>
                <a:cubicBezTo>
                  <a:pt x="603" y="185"/>
                  <a:pt x="645" y="93"/>
                  <a:pt x="723" y="44"/>
                </a:cubicBezTo>
                <a:cubicBezTo>
                  <a:pt x="768" y="15"/>
                  <a:pt x="821" y="0"/>
                  <a:pt x="875" y="0"/>
                </a:cubicBezTo>
                <a:cubicBezTo>
                  <a:pt x="951" y="0"/>
                  <a:pt x="1022" y="30"/>
                  <a:pt x="1076" y="83"/>
                </a:cubicBezTo>
                <a:cubicBezTo>
                  <a:pt x="1096" y="103"/>
                  <a:pt x="1113" y="126"/>
                  <a:pt x="1126" y="151"/>
                </a:cubicBezTo>
                <a:cubicBezTo>
                  <a:pt x="1132" y="161"/>
                  <a:pt x="1128" y="173"/>
                  <a:pt x="1118" y="179"/>
                </a:cubicBezTo>
                <a:cubicBezTo>
                  <a:pt x="1115" y="180"/>
                  <a:pt x="1112" y="181"/>
                  <a:pt x="1108" y="181"/>
                </a:cubicBezTo>
                <a:cubicBezTo>
                  <a:pt x="1101" y="181"/>
                  <a:pt x="1094" y="177"/>
                  <a:pt x="1090" y="170"/>
                </a:cubicBezTo>
                <a:cubicBezTo>
                  <a:pt x="1079" y="149"/>
                  <a:pt x="1064" y="129"/>
                  <a:pt x="1047" y="112"/>
                </a:cubicBezTo>
                <a:cubicBezTo>
                  <a:pt x="1001" y="66"/>
                  <a:pt x="940" y="41"/>
                  <a:pt x="875" y="41"/>
                </a:cubicBezTo>
                <a:cubicBezTo>
                  <a:pt x="829" y="41"/>
                  <a:pt x="783" y="54"/>
                  <a:pt x="745" y="78"/>
                </a:cubicBezTo>
                <a:cubicBezTo>
                  <a:pt x="677" y="121"/>
                  <a:pt x="638" y="208"/>
                  <a:pt x="599" y="292"/>
                </a:cubicBezTo>
                <a:cubicBezTo>
                  <a:pt x="558" y="382"/>
                  <a:pt x="516" y="475"/>
                  <a:pt x="437" y="525"/>
                </a:cubicBezTo>
                <a:cubicBezTo>
                  <a:pt x="392" y="554"/>
                  <a:pt x="339" y="569"/>
                  <a:pt x="285" y="569"/>
                </a:cubicBezTo>
                <a:close/>
              </a:path>
            </a:pathLst>
          </a:custGeom>
          <a:solidFill>
            <a:srgbClr val="F1F4F8">
              <a:alpha val="90000"/>
            </a:srgbClr>
          </a:solidFill>
          <a:ln w="6350" cap="flat" cmpd="sng" algn="ctr">
            <a:solidFill>
              <a:srgbClr val="FFFFFF">
                <a:alpha val="50000"/>
              </a:srgbClr>
            </a:solidFill>
            <a:prstDash val="solid"/>
            <a:miter lim="800000"/>
          </a:ln>
          <a:effectLst>
            <a:innerShdw blurRad="63500" dist="63500" dir="8100000">
              <a:srgbClr val="FFFFFF">
                <a:alpha val="50000"/>
              </a:srgb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385" name="Freeform 9">
            <a:extLst>
              <a:ext uri="{FF2B5EF4-FFF2-40B4-BE49-F238E27FC236}">
                <a16:creationId xmlns:a16="http://schemas.microsoft.com/office/drawing/2014/main" id="{722AFD95-E569-2905-310D-BAE594545C17}"/>
              </a:ext>
            </a:extLst>
          </p:cNvPr>
          <p:cNvSpPr>
            <a:spLocks/>
          </p:cNvSpPr>
          <p:nvPr/>
        </p:nvSpPr>
        <p:spPr bwMode="auto">
          <a:xfrm>
            <a:off x="5160242" y="1494560"/>
            <a:ext cx="6132295" cy="3069543"/>
          </a:xfrm>
          <a:custGeom>
            <a:avLst/>
            <a:gdLst>
              <a:gd name="T0" fmla="*/ 855 w 1140"/>
              <a:gd name="T1" fmla="*/ 569 h 569"/>
              <a:gd name="T2" fmla="*/ 668 w 1140"/>
              <a:gd name="T3" fmla="*/ 498 h 569"/>
              <a:gd name="T4" fmla="*/ 661 w 1140"/>
              <a:gd name="T5" fmla="*/ 484 h 569"/>
              <a:gd name="T6" fmla="*/ 666 w 1140"/>
              <a:gd name="T7" fmla="*/ 470 h 569"/>
              <a:gd name="T8" fmla="*/ 681 w 1140"/>
              <a:gd name="T9" fmla="*/ 463 h 569"/>
              <a:gd name="T10" fmla="*/ 695 w 1140"/>
              <a:gd name="T11" fmla="*/ 468 h 569"/>
              <a:gd name="T12" fmla="*/ 855 w 1140"/>
              <a:gd name="T13" fmla="*/ 528 h 569"/>
              <a:gd name="T14" fmla="*/ 1028 w 1140"/>
              <a:gd name="T15" fmla="*/ 457 h 569"/>
              <a:gd name="T16" fmla="*/ 1099 w 1140"/>
              <a:gd name="T17" fmla="*/ 285 h 569"/>
              <a:gd name="T18" fmla="*/ 1028 w 1140"/>
              <a:gd name="T19" fmla="*/ 112 h 569"/>
              <a:gd name="T20" fmla="*/ 855 w 1140"/>
              <a:gd name="T21" fmla="*/ 41 h 569"/>
              <a:gd name="T22" fmla="*/ 725 w 1140"/>
              <a:gd name="T23" fmla="*/ 78 h 569"/>
              <a:gd name="T24" fmla="*/ 578 w 1140"/>
              <a:gd name="T25" fmla="*/ 294 h 569"/>
              <a:gd name="T26" fmla="*/ 417 w 1140"/>
              <a:gd name="T27" fmla="*/ 525 h 569"/>
              <a:gd name="T28" fmla="*/ 265 w 1140"/>
              <a:gd name="T29" fmla="*/ 569 h 569"/>
              <a:gd name="T30" fmla="*/ 64 w 1140"/>
              <a:gd name="T31" fmla="*/ 486 h 569"/>
              <a:gd name="T32" fmla="*/ 5 w 1140"/>
              <a:gd name="T33" fmla="*/ 399 h 569"/>
              <a:gd name="T34" fmla="*/ 15 w 1140"/>
              <a:gd name="T35" fmla="*/ 372 h 569"/>
              <a:gd name="T36" fmla="*/ 24 w 1140"/>
              <a:gd name="T37" fmla="*/ 370 h 569"/>
              <a:gd name="T38" fmla="*/ 42 w 1140"/>
              <a:gd name="T39" fmla="*/ 383 h 569"/>
              <a:gd name="T40" fmla="*/ 93 w 1140"/>
              <a:gd name="T41" fmla="*/ 457 h 569"/>
              <a:gd name="T42" fmla="*/ 265 w 1140"/>
              <a:gd name="T43" fmla="*/ 528 h 569"/>
              <a:gd name="T44" fmla="*/ 396 w 1140"/>
              <a:gd name="T45" fmla="*/ 491 h 569"/>
              <a:gd name="T46" fmla="*/ 541 w 1140"/>
              <a:gd name="T47" fmla="*/ 277 h 569"/>
              <a:gd name="T48" fmla="*/ 703 w 1140"/>
              <a:gd name="T49" fmla="*/ 44 h 569"/>
              <a:gd name="T50" fmla="*/ 855 w 1140"/>
              <a:gd name="T51" fmla="*/ 0 h 569"/>
              <a:gd name="T52" fmla="*/ 1057 w 1140"/>
              <a:gd name="T53" fmla="*/ 83 h 569"/>
              <a:gd name="T54" fmla="*/ 1140 w 1140"/>
              <a:gd name="T55" fmla="*/ 285 h 569"/>
              <a:gd name="T56" fmla="*/ 1057 w 1140"/>
              <a:gd name="T57" fmla="*/ 486 h 569"/>
              <a:gd name="T58" fmla="*/ 855 w 1140"/>
              <a:gd name="T59" fmla="*/ 56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40" h="569">
                <a:moveTo>
                  <a:pt x="855" y="569"/>
                </a:moveTo>
                <a:cubicBezTo>
                  <a:pt x="786" y="569"/>
                  <a:pt x="719" y="544"/>
                  <a:pt x="668" y="498"/>
                </a:cubicBezTo>
                <a:cubicBezTo>
                  <a:pt x="663" y="495"/>
                  <a:pt x="661" y="490"/>
                  <a:pt x="661" y="484"/>
                </a:cubicBezTo>
                <a:cubicBezTo>
                  <a:pt x="660" y="479"/>
                  <a:pt x="662" y="474"/>
                  <a:pt x="666" y="470"/>
                </a:cubicBezTo>
                <a:cubicBezTo>
                  <a:pt x="670" y="465"/>
                  <a:pt x="675" y="463"/>
                  <a:pt x="681" y="463"/>
                </a:cubicBezTo>
                <a:cubicBezTo>
                  <a:pt x="686" y="463"/>
                  <a:pt x="691" y="464"/>
                  <a:pt x="695" y="468"/>
                </a:cubicBezTo>
                <a:cubicBezTo>
                  <a:pt x="739" y="507"/>
                  <a:pt x="796" y="528"/>
                  <a:pt x="855" y="528"/>
                </a:cubicBezTo>
                <a:cubicBezTo>
                  <a:pt x="920" y="528"/>
                  <a:pt x="982" y="503"/>
                  <a:pt x="1028" y="457"/>
                </a:cubicBezTo>
                <a:cubicBezTo>
                  <a:pt x="1074" y="411"/>
                  <a:pt x="1099" y="350"/>
                  <a:pt x="1099" y="285"/>
                </a:cubicBezTo>
                <a:cubicBezTo>
                  <a:pt x="1099" y="219"/>
                  <a:pt x="1074" y="158"/>
                  <a:pt x="1028" y="112"/>
                </a:cubicBezTo>
                <a:cubicBezTo>
                  <a:pt x="982" y="66"/>
                  <a:pt x="920" y="41"/>
                  <a:pt x="855" y="41"/>
                </a:cubicBezTo>
                <a:cubicBezTo>
                  <a:pt x="809" y="41"/>
                  <a:pt x="764" y="54"/>
                  <a:pt x="725" y="78"/>
                </a:cubicBezTo>
                <a:cubicBezTo>
                  <a:pt x="656" y="122"/>
                  <a:pt x="617" y="210"/>
                  <a:pt x="578" y="294"/>
                </a:cubicBezTo>
                <a:cubicBezTo>
                  <a:pt x="537" y="384"/>
                  <a:pt x="495" y="476"/>
                  <a:pt x="417" y="525"/>
                </a:cubicBezTo>
                <a:cubicBezTo>
                  <a:pt x="372" y="554"/>
                  <a:pt x="320" y="569"/>
                  <a:pt x="265" y="569"/>
                </a:cubicBezTo>
                <a:cubicBezTo>
                  <a:pt x="189" y="569"/>
                  <a:pt x="118" y="540"/>
                  <a:pt x="64" y="486"/>
                </a:cubicBezTo>
                <a:cubicBezTo>
                  <a:pt x="39" y="461"/>
                  <a:pt x="19" y="431"/>
                  <a:pt x="5" y="399"/>
                </a:cubicBezTo>
                <a:cubicBezTo>
                  <a:pt x="0" y="389"/>
                  <a:pt x="5" y="377"/>
                  <a:pt x="15" y="372"/>
                </a:cubicBezTo>
                <a:cubicBezTo>
                  <a:pt x="18" y="371"/>
                  <a:pt x="21" y="370"/>
                  <a:pt x="24" y="370"/>
                </a:cubicBezTo>
                <a:cubicBezTo>
                  <a:pt x="32" y="370"/>
                  <a:pt x="39" y="375"/>
                  <a:pt x="42" y="383"/>
                </a:cubicBezTo>
                <a:cubicBezTo>
                  <a:pt x="54" y="410"/>
                  <a:pt x="71" y="435"/>
                  <a:pt x="93" y="457"/>
                </a:cubicBezTo>
                <a:cubicBezTo>
                  <a:pt x="139" y="503"/>
                  <a:pt x="200" y="528"/>
                  <a:pt x="265" y="528"/>
                </a:cubicBezTo>
                <a:cubicBezTo>
                  <a:pt x="312" y="528"/>
                  <a:pt x="357" y="515"/>
                  <a:pt x="396" y="491"/>
                </a:cubicBezTo>
                <a:cubicBezTo>
                  <a:pt x="463" y="448"/>
                  <a:pt x="503" y="361"/>
                  <a:pt x="541" y="277"/>
                </a:cubicBezTo>
                <a:cubicBezTo>
                  <a:pt x="582" y="187"/>
                  <a:pt x="624" y="94"/>
                  <a:pt x="703" y="44"/>
                </a:cubicBezTo>
                <a:cubicBezTo>
                  <a:pt x="749" y="15"/>
                  <a:pt x="801" y="0"/>
                  <a:pt x="855" y="0"/>
                </a:cubicBezTo>
                <a:cubicBezTo>
                  <a:pt x="931" y="0"/>
                  <a:pt x="1003" y="30"/>
                  <a:pt x="1057" y="83"/>
                </a:cubicBezTo>
                <a:cubicBezTo>
                  <a:pt x="1110" y="137"/>
                  <a:pt x="1140" y="209"/>
                  <a:pt x="1140" y="285"/>
                </a:cubicBezTo>
                <a:cubicBezTo>
                  <a:pt x="1140" y="361"/>
                  <a:pt x="1110" y="432"/>
                  <a:pt x="1057" y="486"/>
                </a:cubicBezTo>
                <a:cubicBezTo>
                  <a:pt x="1003" y="540"/>
                  <a:pt x="931" y="569"/>
                  <a:pt x="855" y="569"/>
                </a:cubicBezTo>
                <a:close/>
              </a:path>
            </a:pathLst>
          </a:custGeom>
          <a:solidFill>
            <a:srgbClr val="F1F4F8"/>
          </a:solidFill>
          <a:ln w="12700" cap="flat" cmpd="sng" algn="ctr">
            <a:noFill/>
            <a:prstDash val="solid"/>
            <a:miter lim="800000"/>
          </a:ln>
          <a:effectLst>
            <a:innerShdw blurRad="63500" dist="63500" dir="18900000">
              <a:srgbClr val="526290"/>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386" name="Freeform 9">
            <a:extLst>
              <a:ext uri="{FF2B5EF4-FFF2-40B4-BE49-F238E27FC236}">
                <a16:creationId xmlns:a16="http://schemas.microsoft.com/office/drawing/2014/main" id="{CCCEFFA8-3407-9465-D5B2-B52E3698C2D1}"/>
              </a:ext>
            </a:extLst>
          </p:cNvPr>
          <p:cNvSpPr>
            <a:spLocks/>
          </p:cNvSpPr>
          <p:nvPr/>
        </p:nvSpPr>
        <p:spPr bwMode="auto">
          <a:xfrm>
            <a:off x="5160242" y="1494559"/>
            <a:ext cx="6132295" cy="3069543"/>
          </a:xfrm>
          <a:custGeom>
            <a:avLst/>
            <a:gdLst>
              <a:gd name="T0" fmla="*/ 855 w 1140"/>
              <a:gd name="T1" fmla="*/ 569 h 569"/>
              <a:gd name="T2" fmla="*/ 668 w 1140"/>
              <a:gd name="T3" fmla="*/ 498 h 569"/>
              <a:gd name="T4" fmla="*/ 661 w 1140"/>
              <a:gd name="T5" fmla="*/ 484 h 569"/>
              <a:gd name="T6" fmla="*/ 666 w 1140"/>
              <a:gd name="T7" fmla="*/ 470 h 569"/>
              <a:gd name="T8" fmla="*/ 681 w 1140"/>
              <a:gd name="T9" fmla="*/ 463 h 569"/>
              <a:gd name="T10" fmla="*/ 695 w 1140"/>
              <a:gd name="T11" fmla="*/ 468 h 569"/>
              <a:gd name="T12" fmla="*/ 855 w 1140"/>
              <a:gd name="T13" fmla="*/ 528 h 569"/>
              <a:gd name="T14" fmla="*/ 1028 w 1140"/>
              <a:gd name="T15" fmla="*/ 457 h 569"/>
              <a:gd name="T16" fmla="*/ 1099 w 1140"/>
              <a:gd name="T17" fmla="*/ 285 h 569"/>
              <a:gd name="T18" fmla="*/ 1028 w 1140"/>
              <a:gd name="T19" fmla="*/ 112 h 569"/>
              <a:gd name="T20" fmla="*/ 855 w 1140"/>
              <a:gd name="T21" fmla="*/ 41 h 569"/>
              <a:gd name="T22" fmla="*/ 725 w 1140"/>
              <a:gd name="T23" fmla="*/ 78 h 569"/>
              <a:gd name="T24" fmla="*/ 578 w 1140"/>
              <a:gd name="T25" fmla="*/ 294 h 569"/>
              <a:gd name="T26" fmla="*/ 417 w 1140"/>
              <a:gd name="T27" fmla="*/ 525 h 569"/>
              <a:gd name="T28" fmla="*/ 265 w 1140"/>
              <a:gd name="T29" fmla="*/ 569 h 569"/>
              <a:gd name="T30" fmla="*/ 64 w 1140"/>
              <a:gd name="T31" fmla="*/ 486 h 569"/>
              <a:gd name="T32" fmla="*/ 5 w 1140"/>
              <a:gd name="T33" fmla="*/ 399 h 569"/>
              <a:gd name="T34" fmla="*/ 15 w 1140"/>
              <a:gd name="T35" fmla="*/ 372 h 569"/>
              <a:gd name="T36" fmla="*/ 24 w 1140"/>
              <a:gd name="T37" fmla="*/ 370 h 569"/>
              <a:gd name="T38" fmla="*/ 42 w 1140"/>
              <a:gd name="T39" fmla="*/ 383 h 569"/>
              <a:gd name="T40" fmla="*/ 93 w 1140"/>
              <a:gd name="T41" fmla="*/ 457 h 569"/>
              <a:gd name="T42" fmla="*/ 265 w 1140"/>
              <a:gd name="T43" fmla="*/ 528 h 569"/>
              <a:gd name="T44" fmla="*/ 396 w 1140"/>
              <a:gd name="T45" fmla="*/ 491 h 569"/>
              <a:gd name="T46" fmla="*/ 541 w 1140"/>
              <a:gd name="T47" fmla="*/ 277 h 569"/>
              <a:gd name="T48" fmla="*/ 703 w 1140"/>
              <a:gd name="T49" fmla="*/ 44 h 569"/>
              <a:gd name="T50" fmla="*/ 855 w 1140"/>
              <a:gd name="T51" fmla="*/ 0 h 569"/>
              <a:gd name="T52" fmla="*/ 1057 w 1140"/>
              <a:gd name="T53" fmla="*/ 83 h 569"/>
              <a:gd name="T54" fmla="*/ 1140 w 1140"/>
              <a:gd name="T55" fmla="*/ 285 h 569"/>
              <a:gd name="T56" fmla="*/ 1057 w 1140"/>
              <a:gd name="T57" fmla="*/ 486 h 569"/>
              <a:gd name="T58" fmla="*/ 855 w 1140"/>
              <a:gd name="T59" fmla="*/ 56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40" h="569">
                <a:moveTo>
                  <a:pt x="855" y="569"/>
                </a:moveTo>
                <a:cubicBezTo>
                  <a:pt x="786" y="569"/>
                  <a:pt x="719" y="544"/>
                  <a:pt x="668" y="498"/>
                </a:cubicBezTo>
                <a:cubicBezTo>
                  <a:pt x="663" y="495"/>
                  <a:pt x="661" y="490"/>
                  <a:pt x="661" y="484"/>
                </a:cubicBezTo>
                <a:cubicBezTo>
                  <a:pt x="660" y="479"/>
                  <a:pt x="662" y="474"/>
                  <a:pt x="666" y="470"/>
                </a:cubicBezTo>
                <a:cubicBezTo>
                  <a:pt x="670" y="465"/>
                  <a:pt x="675" y="463"/>
                  <a:pt x="681" y="463"/>
                </a:cubicBezTo>
                <a:cubicBezTo>
                  <a:pt x="686" y="463"/>
                  <a:pt x="691" y="464"/>
                  <a:pt x="695" y="468"/>
                </a:cubicBezTo>
                <a:cubicBezTo>
                  <a:pt x="739" y="507"/>
                  <a:pt x="796" y="528"/>
                  <a:pt x="855" y="528"/>
                </a:cubicBezTo>
                <a:cubicBezTo>
                  <a:pt x="920" y="528"/>
                  <a:pt x="982" y="503"/>
                  <a:pt x="1028" y="457"/>
                </a:cubicBezTo>
                <a:cubicBezTo>
                  <a:pt x="1074" y="411"/>
                  <a:pt x="1099" y="350"/>
                  <a:pt x="1099" y="285"/>
                </a:cubicBezTo>
                <a:cubicBezTo>
                  <a:pt x="1099" y="219"/>
                  <a:pt x="1074" y="158"/>
                  <a:pt x="1028" y="112"/>
                </a:cubicBezTo>
                <a:cubicBezTo>
                  <a:pt x="982" y="66"/>
                  <a:pt x="920" y="41"/>
                  <a:pt x="855" y="41"/>
                </a:cubicBezTo>
                <a:cubicBezTo>
                  <a:pt x="809" y="41"/>
                  <a:pt x="764" y="54"/>
                  <a:pt x="725" y="78"/>
                </a:cubicBezTo>
                <a:cubicBezTo>
                  <a:pt x="656" y="122"/>
                  <a:pt x="617" y="210"/>
                  <a:pt x="578" y="294"/>
                </a:cubicBezTo>
                <a:cubicBezTo>
                  <a:pt x="537" y="384"/>
                  <a:pt x="495" y="476"/>
                  <a:pt x="417" y="525"/>
                </a:cubicBezTo>
                <a:cubicBezTo>
                  <a:pt x="372" y="554"/>
                  <a:pt x="320" y="569"/>
                  <a:pt x="265" y="569"/>
                </a:cubicBezTo>
                <a:cubicBezTo>
                  <a:pt x="189" y="569"/>
                  <a:pt x="118" y="540"/>
                  <a:pt x="64" y="486"/>
                </a:cubicBezTo>
                <a:cubicBezTo>
                  <a:pt x="39" y="461"/>
                  <a:pt x="19" y="431"/>
                  <a:pt x="5" y="399"/>
                </a:cubicBezTo>
                <a:cubicBezTo>
                  <a:pt x="0" y="389"/>
                  <a:pt x="5" y="377"/>
                  <a:pt x="15" y="372"/>
                </a:cubicBezTo>
                <a:cubicBezTo>
                  <a:pt x="18" y="371"/>
                  <a:pt x="21" y="370"/>
                  <a:pt x="24" y="370"/>
                </a:cubicBezTo>
                <a:cubicBezTo>
                  <a:pt x="32" y="370"/>
                  <a:pt x="39" y="375"/>
                  <a:pt x="42" y="383"/>
                </a:cubicBezTo>
                <a:cubicBezTo>
                  <a:pt x="54" y="410"/>
                  <a:pt x="71" y="435"/>
                  <a:pt x="93" y="457"/>
                </a:cubicBezTo>
                <a:cubicBezTo>
                  <a:pt x="139" y="503"/>
                  <a:pt x="200" y="528"/>
                  <a:pt x="265" y="528"/>
                </a:cubicBezTo>
                <a:cubicBezTo>
                  <a:pt x="312" y="528"/>
                  <a:pt x="357" y="515"/>
                  <a:pt x="396" y="491"/>
                </a:cubicBezTo>
                <a:cubicBezTo>
                  <a:pt x="463" y="448"/>
                  <a:pt x="503" y="361"/>
                  <a:pt x="541" y="277"/>
                </a:cubicBezTo>
                <a:cubicBezTo>
                  <a:pt x="582" y="187"/>
                  <a:pt x="624" y="94"/>
                  <a:pt x="703" y="44"/>
                </a:cubicBezTo>
                <a:cubicBezTo>
                  <a:pt x="749" y="15"/>
                  <a:pt x="801" y="0"/>
                  <a:pt x="855" y="0"/>
                </a:cubicBezTo>
                <a:cubicBezTo>
                  <a:pt x="931" y="0"/>
                  <a:pt x="1003" y="30"/>
                  <a:pt x="1057" y="83"/>
                </a:cubicBezTo>
                <a:cubicBezTo>
                  <a:pt x="1110" y="137"/>
                  <a:pt x="1140" y="209"/>
                  <a:pt x="1140" y="285"/>
                </a:cubicBezTo>
                <a:cubicBezTo>
                  <a:pt x="1140" y="361"/>
                  <a:pt x="1110" y="432"/>
                  <a:pt x="1057" y="486"/>
                </a:cubicBezTo>
                <a:cubicBezTo>
                  <a:pt x="1003" y="540"/>
                  <a:pt x="931" y="569"/>
                  <a:pt x="855" y="569"/>
                </a:cubicBezTo>
                <a:close/>
              </a:path>
            </a:pathLst>
          </a:custGeom>
          <a:solidFill>
            <a:srgbClr val="F1F4F8">
              <a:alpha val="90000"/>
            </a:srgbClr>
          </a:solidFill>
          <a:ln w="6350" cap="flat" cmpd="sng" algn="ctr">
            <a:solidFill>
              <a:srgbClr val="FFFFFF">
                <a:alpha val="50000"/>
              </a:srgbClr>
            </a:solidFill>
            <a:prstDash val="solid"/>
            <a:miter lim="800000"/>
          </a:ln>
          <a:effectLst>
            <a:innerShdw blurRad="63500" dist="63500" dir="8100000">
              <a:srgbClr val="FFFFFF">
                <a:alpha val="50000"/>
              </a:srgb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1F4F8"/>
                </a:solidFill>
                <a:effectLst/>
                <a:uLnTx/>
                <a:uFillTx/>
                <a:latin typeface="Inter"/>
                <a:ea typeface="+mn-ea"/>
                <a:cs typeface="+mn-cs"/>
              </a:rPr>
              <a:t>‸</a:t>
            </a:r>
          </a:p>
        </p:txBody>
      </p:sp>
      <p:grpSp>
        <p:nvGrpSpPr>
          <p:cNvPr id="388" name="Google Shape;1308;p19">
            <a:extLst>
              <a:ext uri="{FF2B5EF4-FFF2-40B4-BE49-F238E27FC236}">
                <a16:creationId xmlns:a16="http://schemas.microsoft.com/office/drawing/2014/main" id="{6015A403-ED49-8296-3128-7C6802776B4C}"/>
              </a:ext>
            </a:extLst>
          </p:cNvPr>
          <p:cNvGrpSpPr/>
          <p:nvPr/>
        </p:nvGrpSpPr>
        <p:grpSpPr>
          <a:xfrm>
            <a:off x="2500929" y="2097318"/>
            <a:ext cx="1829689" cy="1793702"/>
            <a:chOff x="7349505" y="606851"/>
            <a:chExt cx="1211126" cy="1211126"/>
          </a:xfrm>
        </p:grpSpPr>
        <p:sp>
          <p:nvSpPr>
            <p:cNvPr id="390" name="Google Shape;1309;p19">
              <a:extLst>
                <a:ext uri="{FF2B5EF4-FFF2-40B4-BE49-F238E27FC236}">
                  <a16:creationId xmlns:a16="http://schemas.microsoft.com/office/drawing/2014/main" id="{B7DE3D45-12E7-89A4-4884-A353AF2487C5}"/>
                </a:ext>
              </a:extLst>
            </p:cNvPr>
            <p:cNvSpPr/>
            <p:nvPr/>
          </p:nvSpPr>
          <p:spPr>
            <a:xfrm>
              <a:off x="7349505" y="606851"/>
              <a:ext cx="1211126" cy="1211126"/>
            </a:xfrm>
            <a:prstGeom prst="ellipse">
              <a:avLst/>
            </a:prstGeom>
            <a:solidFill>
              <a:srgbClr val="EBECF0"/>
            </a:solidFill>
            <a:ln>
              <a:noFill/>
            </a:ln>
            <a:effectLst>
              <a:outerShdw blurRad="177800" dist="114300" dir="2700000" algn="tl" rotWithShape="0">
                <a:srgbClr val="ACB0C0">
                  <a:alpha val="41960"/>
                </a:srgbClr>
              </a:outerShdw>
            </a:effectLst>
          </p:spPr>
          <p:txBody>
            <a:bodyPr spcFirstLastPara="1" wrap="square" lIns="91425" tIns="45700" rIns="91425" bIns="45700" anchor="ctr" anchorCtr="0">
              <a:noAutofit/>
            </a:bodyPr>
            <a:lstStyle/>
            <a:p>
              <a:pPr algn="ctr">
                <a:buClr>
                  <a:srgbClr val="FFFFFF"/>
                </a:buClr>
                <a:buSzPts val="1800"/>
                <a:buFont typeface="Calibri"/>
                <a:buNone/>
                <a:defRPr/>
              </a:pPr>
              <a:endParaRPr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91" name="Google Shape;1310;p19">
              <a:extLst>
                <a:ext uri="{FF2B5EF4-FFF2-40B4-BE49-F238E27FC236}">
                  <a16:creationId xmlns:a16="http://schemas.microsoft.com/office/drawing/2014/main" id="{164E82C2-F382-314A-2209-B26EE1866DA3}"/>
                </a:ext>
              </a:extLst>
            </p:cNvPr>
            <p:cNvSpPr/>
            <p:nvPr/>
          </p:nvSpPr>
          <p:spPr>
            <a:xfrm>
              <a:off x="7349505" y="606851"/>
              <a:ext cx="1211126" cy="1211126"/>
            </a:xfrm>
            <a:prstGeom prst="ellipse">
              <a:avLst/>
            </a:prstGeom>
            <a:solidFill>
              <a:srgbClr val="EBECF0"/>
            </a:solidFill>
            <a:ln w="3175">
              <a:solidFill>
                <a:srgbClr val="FFFFFF">
                  <a:alpha val="59977"/>
                </a:srgb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algn="ctr">
                <a:buClr>
                  <a:srgbClr val="FFFFFF"/>
                </a:buClr>
                <a:buSzPts val="1800"/>
                <a:buFont typeface="Calibri"/>
                <a:buNone/>
                <a:defRPr/>
              </a:pPr>
              <a:endParaRPr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grpSp>
      <p:grpSp>
        <p:nvGrpSpPr>
          <p:cNvPr id="393" name="Google Shape;1307;p19">
            <a:extLst>
              <a:ext uri="{FF2B5EF4-FFF2-40B4-BE49-F238E27FC236}">
                <a16:creationId xmlns:a16="http://schemas.microsoft.com/office/drawing/2014/main" id="{B537B48F-B04D-636D-347B-FA19BE45D351}"/>
              </a:ext>
            </a:extLst>
          </p:cNvPr>
          <p:cNvGrpSpPr/>
          <p:nvPr/>
        </p:nvGrpSpPr>
        <p:grpSpPr>
          <a:xfrm>
            <a:off x="8897998" y="2092678"/>
            <a:ext cx="1825417" cy="1789516"/>
            <a:chOff x="2833686" y="1488241"/>
            <a:chExt cx="3179010" cy="3179010"/>
          </a:xfrm>
        </p:grpSpPr>
        <p:grpSp>
          <p:nvGrpSpPr>
            <p:cNvPr id="395" name="Google Shape;1308;p19">
              <a:extLst>
                <a:ext uri="{FF2B5EF4-FFF2-40B4-BE49-F238E27FC236}">
                  <a16:creationId xmlns:a16="http://schemas.microsoft.com/office/drawing/2014/main" id="{9E426CD7-235F-1EA9-897B-5DB9FEE97996}"/>
                </a:ext>
              </a:extLst>
            </p:cNvPr>
            <p:cNvGrpSpPr/>
            <p:nvPr/>
          </p:nvGrpSpPr>
          <p:grpSpPr>
            <a:xfrm>
              <a:off x="2833686" y="1488241"/>
              <a:ext cx="3179010" cy="3179010"/>
              <a:chOff x="7349505" y="606851"/>
              <a:chExt cx="1211126" cy="1211126"/>
            </a:xfrm>
          </p:grpSpPr>
          <p:sp>
            <p:nvSpPr>
              <p:cNvPr id="397" name="Google Shape;1309;p19">
                <a:extLst>
                  <a:ext uri="{FF2B5EF4-FFF2-40B4-BE49-F238E27FC236}">
                    <a16:creationId xmlns:a16="http://schemas.microsoft.com/office/drawing/2014/main" id="{44CD7F57-977E-06AD-A352-07E38155DA6B}"/>
                  </a:ext>
                </a:extLst>
              </p:cNvPr>
              <p:cNvSpPr/>
              <p:nvPr/>
            </p:nvSpPr>
            <p:spPr>
              <a:xfrm>
                <a:off x="7349505" y="606851"/>
                <a:ext cx="1211126" cy="1211126"/>
              </a:xfrm>
              <a:prstGeom prst="ellipse">
                <a:avLst/>
              </a:prstGeom>
              <a:solidFill>
                <a:srgbClr val="EBECF0"/>
              </a:solidFill>
              <a:ln>
                <a:noFill/>
              </a:ln>
              <a:effectLst>
                <a:outerShdw blurRad="177800" dist="114300" dir="2700000" algn="tl" rotWithShape="0">
                  <a:srgbClr val="ACB0C0">
                    <a:alpha val="41960"/>
                  </a:srgbClr>
                </a:outerShdw>
              </a:effectLst>
            </p:spPr>
            <p:txBody>
              <a:bodyPr spcFirstLastPara="1" wrap="square" lIns="91425" tIns="45700" rIns="91425" bIns="45700" anchor="ctr" anchorCtr="0">
                <a:noAutofit/>
              </a:bodyPr>
              <a:lstStyle/>
              <a:p>
                <a:pPr algn="ctr">
                  <a:buClr>
                    <a:srgbClr val="FFFFFF"/>
                  </a:buClr>
                  <a:buSzPts val="1800"/>
                  <a:buFont typeface="Calibri"/>
                  <a:buNone/>
                  <a:defRPr/>
                </a:pPr>
                <a:endParaRPr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98" name="Google Shape;1310;p19">
                <a:extLst>
                  <a:ext uri="{FF2B5EF4-FFF2-40B4-BE49-F238E27FC236}">
                    <a16:creationId xmlns:a16="http://schemas.microsoft.com/office/drawing/2014/main" id="{1E851F4B-6B9D-74C5-A317-568C04F43C1D}"/>
                  </a:ext>
                </a:extLst>
              </p:cNvPr>
              <p:cNvSpPr/>
              <p:nvPr/>
            </p:nvSpPr>
            <p:spPr>
              <a:xfrm>
                <a:off x="7349505" y="606851"/>
                <a:ext cx="1211126" cy="1211126"/>
              </a:xfrm>
              <a:prstGeom prst="ellipse">
                <a:avLst/>
              </a:prstGeom>
              <a:solidFill>
                <a:srgbClr val="EBECF0"/>
              </a:solidFill>
              <a:ln w="3175">
                <a:solidFill>
                  <a:srgbClr val="FFFFFF">
                    <a:alpha val="60000"/>
                  </a:srgb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algn="ctr">
                  <a:buClr>
                    <a:srgbClr val="FFFFFF"/>
                  </a:buClr>
                  <a:buSzPts val="1800"/>
                  <a:buFont typeface="Calibri"/>
                  <a:buNone/>
                  <a:defRPr/>
                </a:pPr>
                <a:endParaRPr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396" name="Google Shape;1311;p19">
              <a:extLst>
                <a:ext uri="{FF2B5EF4-FFF2-40B4-BE49-F238E27FC236}">
                  <a16:creationId xmlns:a16="http://schemas.microsoft.com/office/drawing/2014/main" id="{3951F1B9-A56E-E47F-356B-27592BAFDE5E}"/>
                </a:ext>
              </a:extLst>
            </p:cNvPr>
            <p:cNvSpPr/>
            <p:nvPr/>
          </p:nvSpPr>
          <p:spPr>
            <a:xfrm>
              <a:off x="3103447" y="1758002"/>
              <a:ext cx="2639489" cy="2639489"/>
            </a:xfrm>
            <a:prstGeom prst="ellipse">
              <a:avLst/>
            </a:prstGeom>
            <a:gradFill>
              <a:gsLst>
                <a:gs pos="0">
                  <a:srgbClr val="EBECF0"/>
                </a:gs>
                <a:gs pos="39000">
                  <a:srgbClr val="EBECF0"/>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algn="ctr">
                <a:buClr>
                  <a:srgbClr val="FFFFFF"/>
                </a:buClr>
                <a:buSzPts val="1800"/>
                <a:buFont typeface="Calibri"/>
                <a:buNone/>
                <a:defRPr/>
              </a:pPr>
              <a:endParaRPr kern="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grpSp>
      <p:grpSp>
        <p:nvGrpSpPr>
          <p:cNvPr id="426" name="Group 425">
            <a:extLst>
              <a:ext uri="{FF2B5EF4-FFF2-40B4-BE49-F238E27FC236}">
                <a16:creationId xmlns:a16="http://schemas.microsoft.com/office/drawing/2014/main" id="{BFE7BB4A-7406-B7A0-066F-52BB686587AA}"/>
              </a:ext>
            </a:extLst>
          </p:cNvPr>
          <p:cNvGrpSpPr/>
          <p:nvPr/>
        </p:nvGrpSpPr>
        <p:grpSpPr>
          <a:xfrm>
            <a:off x="8803477" y="5269004"/>
            <a:ext cx="2176344" cy="780761"/>
            <a:chOff x="5573642" y="2488315"/>
            <a:chExt cx="2748650" cy="2748282"/>
          </a:xfrm>
          <a:solidFill>
            <a:srgbClr val="E8EBF2"/>
          </a:solidFill>
        </p:grpSpPr>
        <p:sp>
          <p:nvSpPr>
            <p:cNvPr id="455" name="Oval 8">
              <a:extLst>
                <a:ext uri="{FF2B5EF4-FFF2-40B4-BE49-F238E27FC236}">
                  <a16:creationId xmlns:a16="http://schemas.microsoft.com/office/drawing/2014/main" id="{52DA233B-E5B5-5AEA-E6AD-F71890A64826}"/>
                </a:ext>
              </a:extLst>
            </p:cNvPr>
            <p:cNvSpPr>
              <a:spLocks/>
            </p:cNvSpPr>
            <p:nvPr/>
          </p:nvSpPr>
          <p:spPr bwMode="auto">
            <a:xfrm>
              <a:off x="5579092" y="2493397"/>
              <a:ext cx="2743200" cy="2743200"/>
            </a:xfrm>
            <a:prstGeom prst="roundRect">
              <a:avLst/>
            </a:prstGeom>
            <a:grpFill/>
            <a:ln w="3175">
              <a:solidFill>
                <a:srgbClr val="FFFFFF">
                  <a:alpha val="39668"/>
                </a:srgbClr>
              </a:solidFill>
              <a:round/>
              <a:headEnd/>
              <a:tailEnd/>
            </a:ln>
            <a:effectLst>
              <a:outerShdw blurRad="114300" dist="114300" dir="13500000" algn="ctr" rotWithShape="0">
                <a:srgbClr val="EBECF0">
                  <a:alpha val="56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latin typeface="Calibri" panose="020F0502020204030204"/>
                <a:cs typeface="Arial"/>
                <a:sym typeface="Arial"/>
              </a:endParaRPr>
            </a:p>
          </p:txBody>
        </p:sp>
        <p:sp>
          <p:nvSpPr>
            <p:cNvPr id="456" name="Oval 9">
              <a:extLst>
                <a:ext uri="{FF2B5EF4-FFF2-40B4-BE49-F238E27FC236}">
                  <a16:creationId xmlns:a16="http://schemas.microsoft.com/office/drawing/2014/main" id="{F4BCBAD8-CF3B-A88E-DBE4-ED3A965A9619}"/>
                </a:ext>
              </a:extLst>
            </p:cNvPr>
            <p:cNvSpPr>
              <a:spLocks/>
            </p:cNvSpPr>
            <p:nvPr/>
          </p:nvSpPr>
          <p:spPr bwMode="auto">
            <a:xfrm>
              <a:off x="5573642" y="2488315"/>
              <a:ext cx="2743198" cy="2743200"/>
            </a:xfrm>
            <a:prstGeom prst="roundRect">
              <a:avLst/>
            </a:prstGeom>
            <a:grpFill/>
            <a:ln w="3175">
              <a:solidFill>
                <a:srgbClr val="FFFFFF">
                  <a:alpha val="39668"/>
                </a:srgbClr>
              </a:solidFill>
              <a:round/>
              <a:headEnd/>
              <a:tailEnd/>
            </a:ln>
            <a:effectLst>
              <a:outerShdw blurRad="177800" dist="114300" dir="2700000" algn="ctr" rotWithShape="0">
                <a:srgbClr val="ACB0C0">
                  <a:alpha val="30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latin typeface="Calibri" panose="020F0502020204030204"/>
                <a:cs typeface="Arial"/>
                <a:sym typeface="Arial"/>
              </a:endParaRPr>
            </a:p>
          </p:txBody>
        </p:sp>
      </p:grpSp>
      <p:grpSp>
        <p:nvGrpSpPr>
          <p:cNvPr id="427" name="Group 426">
            <a:extLst>
              <a:ext uri="{FF2B5EF4-FFF2-40B4-BE49-F238E27FC236}">
                <a16:creationId xmlns:a16="http://schemas.microsoft.com/office/drawing/2014/main" id="{8B19416A-0A52-0A3E-F5CD-D27264FC945C}"/>
              </a:ext>
            </a:extLst>
          </p:cNvPr>
          <p:cNvGrpSpPr/>
          <p:nvPr/>
        </p:nvGrpSpPr>
        <p:grpSpPr>
          <a:xfrm>
            <a:off x="5450058" y="5280377"/>
            <a:ext cx="2441284" cy="780761"/>
            <a:chOff x="5573642" y="2488315"/>
            <a:chExt cx="2748650" cy="2748282"/>
          </a:xfrm>
          <a:solidFill>
            <a:srgbClr val="E8EBF2"/>
          </a:solidFill>
        </p:grpSpPr>
        <p:sp>
          <p:nvSpPr>
            <p:cNvPr id="453" name="Oval 8">
              <a:extLst>
                <a:ext uri="{FF2B5EF4-FFF2-40B4-BE49-F238E27FC236}">
                  <a16:creationId xmlns:a16="http://schemas.microsoft.com/office/drawing/2014/main" id="{C50EBB9C-D12E-4240-0DA7-7025341C435D}"/>
                </a:ext>
              </a:extLst>
            </p:cNvPr>
            <p:cNvSpPr>
              <a:spLocks/>
            </p:cNvSpPr>
            <p:nvPr/>
          </p:nvSpPr>
          <p:spPr bwMode="auto">
            <a:xfrm>
              <a:off x="5579092" y="2493397"/>
              <a:ext cx="2743200" cy="2743200"/>
            </a:xfrm>
            <a:prstGeom prst="roundRect">
              <a:avLst/>
            </a:prstGeom>
            <a:grpFill/>
            <a:ln w="3175">
              <a:solidFill>
                <a:srgbClr val="FFFFFF">
                  <a:alpha val="39668"/>
                </a:srgbClr>
              </a:solidFill>
              <a:round/>
              <a:headEnd/>
              <a:tailEnd/>
            </a:ln>
            <a:effectLst>
              <a:outerShdw blurRad="114300" dist="114300" dir="13500000" algn="ctr" rotWithShape="0">
                <a:srgbClr val="EBECF0">
                  <a:alpha val="56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latin typeface="Calibri" panose="020F0502020204030204"/>
                <a:cs typeface="Arial"/>
                <a:sym typeface="Arial"/>
              </a:endParaRPr>
            </a:p>
          </p:txBody>
        </p:sp>
        <p:sp>
          <p:nvSpPr>
            <p:cNvPr id="454" name="Oval 9">
              <a:extLst>
                <a:ext uri="{FF2B5EF4-FFF2-40B4-BE49-F238E27FC236}">
                  <a16:creationId xmlns:a16="http://schemas.microsoft.com/office/drawing/2014/main" id="{D0E11C39-3A88-7808-24A1-BB2583798300}"/>
                </a:ext>
              </a:extLst>
            </p:cNvPr>
            <p:cNvSpPr>
              <a:spLocks/>
            </p:cNvSpPr>
            <p:nvPr/>
          </p:nvSpPr>
          <p:spPr bwMode="auto">
            <a:xfrm>
              <a:off x="5573642" y="2488315"/>
              <a:ext cx="2743198" cy="2743200"/>
            </a:xfrm>
            <a:prstGeom prst="roundRect">
              <a:avLst/>
            </a:prstGeom>
            <a:grpFill/>
            <a:ln w="3175">
              <a:solidFill>
                <a:srgbClr val="FFFFFF">
                  <a:alpha val="39668"/>
                </a:srgbClr>
              </a:solidFill>
              <a:round/>
              <a:headEnd/>
              <a:tailEnd/>
            </a:ln>
            <a:effectLst>
              <a:outerShdw blurRad="177800" dist="114300" dir="2700000" algn="ctr" rotWithShape="0">
                <a:srgbClr val="ACB0C0">
                  <a:alpha val="30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latin typeface="Calibri" panose="020F0502020204030204"/>
                <a:cs typeface="Arial"/>
                <a:sym typeface="Arial"/>
              </a:endParaRPr>
            </a:p>
          </p:txBody>
        </p:sp>
      </p:grpSp>
      <p:grpSp>
        <p:nvGrpSpPr>
          <p:cNvPr id="428" name="Group 427">
            <a:extLst>
              <a:ext uri="{FF2B5EF4-FFF2-40B4-BE49-F238E27FC236}">
                <a16:creationId xmlns:a16="http://schemas.microsoft.com/office/drawing/2014/main" id="{EAEB9958-B78D-3A37-1003-E6E2FB917D0C}"/>
              </a:ext>
            </a:extLst>
          </p:cNvPr>
          <p:cNvGrpSpPr/>
          <p:nvPr/>
        </p:nvGrpSpPr>
        <p:grpSpPr>
          <a:xfrm>
            <a:off x="2193742" y="5269004"/>
            <a:ext cx="2587389" cy="780761"/>
            <a:chOff x="5573642" y="2488315"/>
            <a:chExt cx="2748650" cy="2748282"/>
          </a:xfrm>
          <a:solidFill>
            <a:srgbClr val="E8EBF2"/>
          </a:solidFill>
        </p:grpSpPr>
        <p:sp>
          <p:nvSpPr>
            <p:cNvPr id="451" name="Oval 8">
              <a:extLst>
                <a:ext uri="{FF2B5EF4-FFF2-40B4-BE49-F238E27FC236}">
                  <a16:creationId xmlns:a16="http://schemas.microsoft.com/office/drawing/2014/main" id="{03DCB4C1-4110-8074-9146-8E2D50DB9327}"/>
                </a:ext>
              </a:extLst>
            </p:cNvPr>
            <p:cNvSpPr>
              <a:spLocks/>
            </p:cNvSpPr>
            <p:nvPr/>
          </p:nvSpPr>
          <p:spPr bwMode="auto">
            <a:xfrm>
              <a:off x="5579092" y="2493397"/>
              <a:ext cx="2743200" cy="2743200"/>
            </a:xfrm>
            <a:prstGeom prst="roundRect">
              <a:avLst/>
            </a:prstGeom>
            <a:grpFill/>
            <a:ln w="3175">
              <a:solidFill>
                <a:srgbClr val="FFFFFF">
                  <a:alpha val="39668"/>
                </a:srgbClr>
              </a:solidFill>
              <a:round/>
              <a:headEnd/>
              <a:tailEnd/>
            </a:ln>
            <a:effectLst>
              <a:outerShdw blurRad="114300" dist="114300" dir="13500000" algn="ctr" rotWithShape="0">
                <a:srgbClr val="EBECF0">
                  <a:alpha val="56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latin typeface="Calibri" panose="020F0502020204030204"/>
                <a:cs typeface="Arial"/>
                <a:sym typeface="Arial"/>
              </a:endParaRPr>
            </a:p>
          </p:txBody>
        </p:sp>
        <p:sp>
          <p:nvSpPr>
            <p:cNvPr id="452" name="Oval 9">
              <a:extLst>
                <a:ext uri="{FF2B5EF4-FFF2-40B4-BE49-F238E27FC236}">
                  <a16:creationId xmlns:a16="http://schemas.microsoft.com/office/drawing/2014/main" id="{E3F0C85A-F39D-BBF4-3446-5216008CAB70}"/>
                </a:ext>
              </a:extLst>
            </p:cNvPr>
            <p:cNvSpPr>
              <a:spLocks/>
            </p:cNvSpPr>
            <p:nvPr/>
          </p:nvSpPr>
          <p:spPr bwMode="auto">
            <a:xfrm>
              <a:off x="5573642" y="2488315"/>
              <a:ext cx="2743198" cy="2743200"/>
            </a:xfrm>
            <a:prstGeom prst="roundRect">
              <a:avLst/>
            </a:prstGeom>
            <a:grpFill/>
            <a:ln w="3175">
              <a:solidFill>
                <a:srgbClr val="FFFFFF">
                  <a:alpha val="39668"/>
                </a:srgbClr>
              </a:solidFill>
              <a:round/>
              <a:headEnd/>
              <a:tailEnd/>
            </a:ln>
            <a:effectLst>
              <a:outerShdw blurRad="177800" dist="114300" dir="2700000" algn="ctr" rotWithShape="0">
                <a:srgbClr val="ACB0C0">
                  <a:alpha val="30000"/>
                </a:srgbClr>
              </a:outerShdw>
            </a:effectLst>
          </p:spPr>
          <p:txBody>
            <a:bodyPr vert="horz" wrap="square" lIns="137160" tIns="68580" rIns="137160" bIns="68580" numCol="1" anchor="t" anchorCtr="0" compatLnSpc="1">
              <a:prstTxWarp prst="textNoShape">
                <a:avLst/>
              </a:prstTxWarp>
            </a:bodyPr>
            <a:lstStyle/>
            <a:p>
              <a:pPr>
                <a:defRPr/>
              </a:pPr>
              <a:endParaRPr lang="en-US" sz="4050" kern="0">
                <a:solidFill>
                  <a:srgbClr val="ACB0C0"/>
                </a:solidFill>
                <a:latin typeface="Calibri" panose="020F0502020204030204"/>
                <a:cs typeface="Arial"/>
                <a:sym typeface="Arial"/>
              </a:endParaRPr>
            </a:p>
          </p:txBody>
        </p:sp>
      </p:grpSp>
      <p:grpSp>
        <p:nvGrpSpPr>
          <p:cNvPr id="432" name="Group 431">
            <a:extLst>
              <a:ext uri="{FF2B5EF4-FFF2-40B4-BE49-F238E27FC236}">
                <a16:creationId xmlns:a16="http://schemas.microsoft.com/office/drawing/2014/main" id="{1D2220CF-E6F6-0384-0F0A-63EE6F0A5C52}"/>
              </a:ext>
            </a:extLst>
          </p:cNvPr>
          <p:cNvGrpSpPr/>
          <p:nvPr/>
        </p:nvGrpSpPr>
        <p:grpSpPr>
          <a:xfrm>
            <a:off x="2096891" y="5098722"/>
            <a:ext cx="416427" cy="416424"/>
            <a:chOff x="8438745" y="1802197"/>
            <a:chExt cx="438984" cy="438982"/>
          </a:xfrm>
        </p:grpSpPr>
        <p:grpSp>
          <p:nvGrpSpPr>
            <p:cNvPr id="445" name="Google Shape;9939;p168">
              <a:extLst>
                <a:ext uri="{FF2B5EF4-FFF2-40B4-BE49-F238E27FC236}">
                  <a16:creationId xmlns:a16="http://schemas.microsoft.com/office/drawing/2014/main" id="{3E8529B8-9CE7-93C3-47A1-D29FCDA3A99C}"/>
                </a:ext>
              </a:extLst>
            </p:cNvPr>
            <p:cNvGrpSpPr/>
            <p:nvPr/>
          </p:nvGrpSpPr>
          <p:grpSpPr>
            <a:xfrm>
              <a:off x="8438745" y="1802197"/>
              <a:ext cx="438984" cy="438982"/>
              <a:chOff x="1008863" y="1676245"/>
              <a:chExt cx="2304892" cy="2304888"/>
            </a:xfrm>
          </p:grpSpPr>
          <p:grpSp>
            <p:nvGrpSpPr>
              <p:cNvPr id="447" name="Google Shape;9940;p168">
                <a:extLst>
                  <a:ext uri="{FF2B5EF4-FFF2-40B4-BE49-F238E27FC236}">
                    <a16:creationId xmlns:a16="http://schemas.microsoft.com/office/drawing/2014/main" id="{A39E697E-1B4C-D84A-9D15-6E88D1ABAF63}"/>
                  </a:ext>
                </a:extLst>
              </p:cNvPr>
              <p:cNvGrpSpPr/>
              <p:nvPr/>
            </p:nvGrpSpPr>
            <p:grpSpPr>
              <a:xfrm>
                <a:off x="1008863" y="1676245"/>
                <a:ext cx="2304892" cy="2304888"/>
                <a:chOff x="3419554" y="1419306"/>
                <a:chExt cx="2304892" cy="2304888"/>
              </a:xfrm>
            </p:grpSpPr>
            <p:sp>
              <p:nvSpPr>
                <p:cNvPr id="449" name="Google Shape;9941;p168">
                  <a:extLst>
                    <a:ext uri="{FF2B5EF4-FFF2-40B4-BE49-F238E27FC236}">
                      <a16:creationId xmlns:a16="http://schemas.microsoft.com/office/drawing/2014/main" id="{0F5C6D8A-E7EF-F526-B3B6-3F85844D4FD5}"/>
                    </a:ext>
                  </a:extLst>
                </p:cNvPr>
                <p:cNvSpPr/>
                <p:nvPr/>
              </p:nvSpPr>
              <p:spPr>
                <a:xfrm>
                  <a:off x="3419554" y="1419306"/>
                  <a:ext cx="2304892" cy="2304888"/>
                </a:xfrm>
                <a:prstGeom prst="ellipse">
                  <a:avLst/>
                </a:prstGeom>
                <a:solidFill>
                  <a:srgbClr val="EBECF0"/>
                </a:solidFill>
                <a:ln>
                  <a:noFill/>
                </a:ln>
                <a:effectLst>
                  <a:outerShdw blurRad="254000" dist="190500" dir="2700000" algn="tl" rotWithShape="0">
                    <a:srgbClr val="BFBFBF">
                      <a:alpha val="40000"/>
                    </a:srgbClr>
                  </a:outerShdw>
                </a:effectLst>
              </p:spPr>
              <p:txBody>
                <a:bodyPr spcFirstLastPara="1" wrap="square" lIns="91425" tIns="45700" rIns="91425" bIns="45700" anchor="ctr" anchorCtr="0">
                  <a:noAutofit/>
                </a:bodyPr>
                <a:lstStyle/>
                <a:p>
                  <a:pPr algn="ctr">
                    <a:defRPr/>
                  </a:pPr>
                  <a:endParaRPr sz="1350" kern="0">
                    <a:solidFill>
                      <a:prstClr val="white"/>
                    </a:solidFill>
                    <a:latin typeface="Roboto"/>
                    <a:ea typeface="Roboto"/>
                    <a:cs typeface="Roboto"/>
                    <a:sym typeface="Roboto"/>
                  </a:endParaRPr>
                </a:p>
              </p:txBody>
            </p:sp>
            <p:sp>
              <p:nvSpPr>
                <p:cNvPr id="450" name="Google Shape;9942;p168">
                  <a:extLst>
                    <a:ext uri="{FF2B5EF4-FFF2-40B4-BE49-F238E27FC236}">
                      <a16:creationId xmlns:a16="http://schemas.microsoft.com/office/drawing/2014/main" id="{2254DCE2-34B3-C5A3-5D35-97CF39819348}"/>
                    </a:ext>
                  </a:extLst>
                </p:cNvPr>
                <p:cNvSpPr/>
                <p:nvPr/>
              </p:nvSpPr>
              <p:spPr>
                <a:xfrm>
                  <a:off x="3419554" y="1419306"/>
                  <a:ext cx="2304892" cy="2304888"/>
                </a:xfrm>
                <a:prstGeom prst="ellipse">
                  <a:avLst/>
                </a:prstGeom>
                <a:solidFill>
                  <a:srgbClr val="EBECF0">
                    <a:alpha val="73725"/>
                  </a:srgbClr>
                </a:solidFill>
                <a:ln>
                  <a:noFill/>
                </a:ln>
                <a:effectLst>
                  <a:outerShdw blurRad="254000" dist="190500" dir="13500000" algn="tl" rotWithShape="0">
                    <a:sysClr val="window" lastClr="FFFFFF">
                      <a:alpha val="64705"/>
                    </a:sysClr>
                  </a:outerShdw>
                </a:effectLst>
              </p:spPr>
              <p:txBody>
                <a:bodyPr spcFirstLastPara="1" wrap="square" lIns="91425" tIns="45700" rIns="91425" bIns="45700" anchor="ctr" anchorCtr="0">
                  <a:noAutofit/>
                </a:bodyPr>
                <a:lstStyle/>
                <a:p>
                  <a:pPr algn="ctr">
                    <a:defRPr/>
                  </a:pPr>
                  <a:endParaRPr sz="1350" kern="0">
                    <a:solidFill>
                      <a:prstClr val="white"/>
                    </a:solidFill>
                    <a:latin typeface="Roboto"/>
                    <a:ea typeface="Roboto"/>
                    <a:cs typeface="Roboto"/>
                    <a:sym typeface="Roboto"/>
                  </a:endParaRPr>
                </a:p>
              </p:txBody>
            </p:sp>
          </p:grpSp>
          <p:sp>
            <p:nvSpPr>
              <p:cNvPr id="448" name="Google Shape;9943;p168">
                <a:extLst>
                  <a:ext uri="{FF2B5EF4-FFF2-40B4-BE49-F238E27FC236}">
                    <a16:creationId xmlns:a16="http://schemas.microsoft.com/office/drawing/2014/main" id="{B9D065C5-795B-72CE-47D9-71040DE0225C}"/>
                  </a:ext>
                </a:extLst>
              </p:cNvPr>
              <p:cNvSpPr/>
              <p:nvPr/>
            </p:nvSpPr>
            <p:spPr>
              <a:xfrm>
                <a:off x="1299808" y="1967189"/>
                <a:ext cx="1723002" cy="1723000"/>
              </a:xfrm>
              <a:prstGeom prst="ellipse">
                <a:avLst/>
              </a:prstGeom>
              <a:gradFill>
                <a:gsLst>
                  <a:gs pos="0">
                    <a:srgbClr val="EBECF0"/>
                  </a:gs>
                  <a:gs pos="50000">
                    <a:srgbClr val="EBECF0"/>
                  </a:gs>
                  <a:gs pos="100000">
                    <a:sysClr val="window" lastClr="FFFFFF"/>
                  </a:gs>
                </a:gsLst>
                <a:lin ang="2700000" scaled="0"/>
              </a:gradFill>
              <a:ln>
                <a:noFill/>
              </a:ln>
            </p:spPr>
            <p:txBody>
              <a:bodyPr spcFirstLastPara="1" wrap="square" lIns="91425" tIns="45700" rIns="91425" bIns="45700" anchor="ctr" anchorCtr="0">
                <a:noAutofit/>
              </a:bodyPr>
              <a:lstStyle/>
              <a:p>
                <a:pPr algn="ctr">
                  <a:defRPr/>
                </a:pPr>
                <a:endParaRPr sz="1350" kern="0">
                  <a:solidFill>
                    <a:prstClr val="white"/>
                  </a:solidFill>
                  <a:latin typeface="Roboto"/>
                  <a:ea typeface="Roboto"/>
                  <a:cs typeface="Roboto"/>
                  <a:sym typeface="Roboto"/>
                </a:endParaRPr>
              </a:p>
            </p:txBody>
          </p:sp>
        </p:grpSp>
        <p:sp>
          <p:nvSpPr>
            <p:cNvPr id="446" name="Google Shape;9944;p168">
              <a:extLst>
                <a:ext uri="{FF2B5EF4-FFF2-40B4-BE49-F238E27FC236}">
                  <a16:creationId xmlns:a16="http://schemas.microsoft.com/office/drawing/2014/main" id="{DAAD95D2-9121-376C-1CC0-6C43FC04B38F}"/>
                </a:ext>
              </a:extLst>
            </p:cNvPr>
            <p:cNvSpPr/>
            <p:nvPr/>
          </p:nvSpPr>
          <p:spPr>
            <a:xfrm>
              <a:off x="8578087" y="1944279"/>
              <a:ext cx="160300" cy="169277"/>
            </a:xfrm>
            <a:prstGeom prst="rect">
              <a:avLst/>
            </a:prstGeom>
            <a:noFill/>
            <a:ln>
              <a:noFill/>
            </a:ln>
          </p:spPr>
          <p:txBody>
            <a:bodyPr spcFirstLastPara="1" wrap="square" lIns="0" tIns="0" rIns="0" bIns="0" anchor="t" anchorCtr="0">
              <a:noAutofit/>
            </a:bodyPr>
            <a:lstStyle/>
            <a:p>
              <a:pPr algn="ctr">
                <a:buClr>
                  <a:srgbClr val="85A5C1"/>
                </a:buClr>
                <a:buSzPts val="1100"/>
                <a:buFont typeface="Roboto"/>
                <a:buNone/>
                <a:defRPr/>
              </a:pPr>
              <a:r>
                <a:rPr lang="en-US" sz="1100" b="1" kern="0">
                  <a:solidFill>
                    <a:srgbClr val="00B0F0"/>
                  </a:solidFill>
                  <a:latin typeface="Roboto"/>
                  <a:ea typeface="Roboto"/>
                  <a:cs typeface="Roboto"/>
                  <a:sym typeface="Roboto"/>
                </a:rPr>
                <a:t>1</a:t>
              </a:r>
              <a:endParaRPr sz="1100" kern="0">
                <a:solidFill>
                  <a:srgbClr val="00B0F0"/>
                </a:solidFill>
                <a:latin typeface="Roboto"/>
                <a:ea typeface="Roboto"/>
                <a:cs typeface="Roboto"/>
                <a:sym typeface="Roboto"/>
              </a:endParaRPr>
            </a:p>
          </p:txBody>
        </p:sp>
      </p:grpSp>
      <p:grpSp>
        <p:nvGrpSpPr>
          <p:cNvPr id="433" name="Google Shape;9939;p168">
            <a:extLst>
              <a:ext uri="{FF2B5EF4-FFF2-40B4-BE49-F238E27FC236}">
                <a16:creationId xmlns:a16="http://schemas.microsoft.com/office/drawing/2014/main" id="{67689541-D1FF-09E8-65F0-DC2BC8852737}"/>
              </a:ext>
            </a:extLst>
          </p:cNvPr>
          <p:cNvGrpSpPr/>
          <p:nvPr/>
        </p:nvGrpSpPr>
        <p:grpSpPr>
          <a:xfrm>
            <a:off x="5259144" y="5110095"/>
            <a:ext cx="416427" cy="416424"/>
            <a:chOff x="1008863" y="1676245"/>
            <a:chExt cx="2304892" cy="2304888"/>
          </a:xfrm>
        </p:grpSpPr>
        <p:grpSp>
          <p:nvGrpSpPr>
            <p:cNvPr id="441" name="Google Shape;9940;p168">
              <a:extLst>
                <a:ext uri="{FF2B5EF4-FFF2-40B4-BE49-F238E27FC236}">
                  <a16:creationId xmlns:a16="http://schemas.microsoft.com/office/drawing/2014/main" id="{D16D4A4D-3531-EBE8-016C-304241615CFA}"/>
                </a:ext>
              </a:extLst>
            </p:cNvPr>
            <p:cNvGrpSpPr/>
            <p:nvPr/>
          </p:nvGrpSpPr>
          <p:grpSpPr>
            <a:xfrm>
              <a:off x="1008863" y="1676245"/>
              <a:ext cx="2304892" cy="2304888"/>
              <a:chOff x="3419554" y="1419306"/>
              <a:chExt cx="2304892" cy="2304888"/>
            </a:xfrm>
          </p:grpSpPr>
          <p:sp>
            <p:nvSpPr>
              <p:cNvPr id="443" name="Google Shape;9941;p168">
                <a:extLst>
                  <a:ext uri="{FF2B5EF4-FFF2-40B4-BE49-F238E27FC236}">
                    <a16:creationId xmlns:a16="http://schemas.microsoft.com/office/drawing/2014/main" id="{3BC5B287-8C69-527C-6DD8-F38697FBA7BD}"/>
                  </a:ext>
                </a:extLst>
              </p:cNvPr>
              <p:cNvSpPr/>
              <p:nvPr/>
            </p:nvSpPr>
            <p:spPr>
              <a:xfrm>
                <a:off x="3419554" y="1419306"/>
                <a:ext cx="2304892" cy="2304888"/>
              </a:xfrm>
              <a:prstGeom prst="ellipse">
                <a:avLst/>
              </a:prstGeom>
              <a:solidFill>
                <a:srgbClr val="EBECF0"/>
              </a:solidFill>
              <a:ln>
                <a:noFill/>
              </a:ln>
              <a:effectLst>
                <a:outerShdw blurRad="254000" dist="190500" dir="2700000" algn="tl" rotWithShape="0">
                  <a:srgbClr val="BFBFBF">
                    <a:alpha val="40000"/>
                  </a:srgbClr>
                </a:outerShdw>
              </a:effectLst>
            </p:spPr>
            <p:txBody>
              <a:bodyPr spcFirstLastPara="1" wrap="square" lIns="91425" tIns="45700" rIns="91425" bIns="45700" anchor="ctr" anchorCtr="0">
                <a:noAutofit/>
              </a:bodyPr>
              <a:lstStyle/>
              <a:p>
                <a:pPr algn="ctr">
                  <a:defRPr/>
                </a:pPr>
                <a:endParaRPr sz="1350" kern="0">
                  <a:solidFill>
                    <a:prstClr val="white"/>
                  </a:solidFill>
                  <a:latin typeface="Roboto"/>
                  <a:ea typeface="Roboto"/>
                  <a:cs typeface="Roboto"/>
                  <a:sym typeface="Roboto"/>
                </a:endParaRPr>
              </a:p>
            </p:txBody>
          </p:sp>
          <p:sp>
            <p:nvSpPr>
              <p:cNvPr id="444" name="Google Shape;9942;p168">
                <a:extLst>
                  <a:ext uri="{FF2B5EF4-FFF2-40B4-BE49-F238E27FC236}">
                    <a16:creationId xmlns:a16="http://schemas.microsoft.com/office/drawing/2014/main" id="{B8C2DBF5-915B-CC08-FE79-4FA59B563E20}"/>
                  </a:ext>
                </a:extLst>
              </p:cNvPr>
              <p:cNvSpPr/>
              <p:nvPr/>
            </p:nvSpPr>
            <p:spPr>
              <a:xfrm>
                <a:off x="3419554" y="1419306"/>
                <a:ext cx="2304892" cy="2304888"/>
              </a:xfrm>
              <a:prstGeom prst="ellipse">
                <a:avLst/>
              </a:prstGeom>
              <a:solidFill>
                <a:srgbClr val="EBECF0">
                  <a:alpha val="73725"/>
                </a:srgbClr>
              </a:solidFill>
              <a:ln>
                <a:noFill/>
              </a:ln>
              <a:effectLst>
                <a:outerShdw blurRad="254000" dist="190500" dir="13500000" algn="tl" rotWithShape="0">
                  <a:sysClr val="window" lastClr="FFFFFF">
                    <a:alpha val="64705"/>
                  </a:sysClr>
                </a:outerShdw>
              </a:effectLst>
            </p:spPr>
            <p:txBody>
              <a:bodyPr spcFirstLastPara="1" wrap="square" lIns="91425" tIns="45700" rIns="91425" bIns="45700" anchor="ctr" anchorCtr="0">
                <a:noAutofit/>
              </a:bodyPr>
              <a:lstStyle/>
              <a:p>
                <a:pPr algn="ctr">
                  <a:defRPr/>
                </a:pPr>
                <a:endParaRPr sz="1350" kern="0">
                  <a:solidFill>
                    <a:prstClr val="white"/>
                  </a:solidFill>
                  <a:latin typeface="Roboto"/>
                  <a:ea typeface="Roboto"/>
                  <a:cs typeface="Roboto"/>
                  <a:sym typeface="Roboto"/>
                </a:endParaRPr>
              </a:p>
            </p:txBody>
          </p:sp>
        </p:grpSp>
        <p:sp>
          <p:nvSpPr>
            <p:cNvPr id="442" name="Google Shape;9943;p168">
              <a:extLst>
                <a:ext uri="{FF2B5EF4-FFF2-40B4-BE49-F238E27FC236}">
                  <a16:creationId xmlns:a16="http://schemas.microsoft.com/office/drawing/2014/main" id="{8E0C2295-2352-AB04-461E-A422977A4C10}"/>
                </a:ext>
              </a:extLst>
            </p:cNvPr>
            <p:cNvSpPr/>
            <p:nvPr/>
          </p:nvSpPr>
          <p:spPr>
            <a:xfrm>
              <a:off x="1299808" y="1967189"/>
              <a:ext cx="1723002" cy="1723000"/>
            </a:xfrm>
            <a:prstGeom prst="ellipse">
              <a:avLst/>
            </a:prstGeom>
            <a:gradFill>
              <a:gsLst>
                <a:gs pos="0">
                  <a:srgbClr val="EBECF0"/>
                </a:gs>
                <a:gs pos="50000">
                  <a:srgbClr val="EBECF0"/>
                </a:gs>
                <a:gs pos="100000">
                  <a:sysClr val="window" lastClr="FFFFFF"/>
                </a:gs>
              </a:gsLst>
              <a:lin ang="2700000" scaled="0"/>
            </a:gradFill>
            <a:ln>
              <a:noFill/>
            </a:ln>
          </p:spPr>
          <p:txBody>
            <a:bodyPr spcFirstLastPara="1" wrap="square" lIns="91425" tIns="45700" rIns="91425" bIns="45700" anchor="ctr" anchorCtr="0">
              <a:noAutofit/>
            </a:bodyPr>
            <a:lstStyle/>
            <a:p>
              <a:pPr algn="ctr">
                <a:defRPr/>
              </a:pPr>
              <a:endParaRPr sz="1350" kern="0">
                <a:solidFill>
                  <a:prstClr val="white"/>
                </a:solidFill>
                <a:latin typeface="Roboto"/>
                <a:ea typeface="Roboto"/>
                <a:cs typeface="Roboto"/>
                <a:sym typeface="Roboto"/>
              </a:endParaRPr>
            </a:p>
          </p:txBody>
        </p:sp>
      </p:grpSp>
      <p:sp>
        <p:nvSpPr>
          <p:cNvPr id="434" name="Google Shape;9944;p168">
            <a:extLst>
              <a:ext uri="{FF2B5EF4-FFF2-40B4-BE49-F238E27FC236}">
                <a16:creationId xmlns:a16="http://schemas.microsoft.com/office/drawing/2014/main" id="{21BBF03E-F84C-C0B1-C170-75CE227B2352}"/>
              </a:ext>
            </a:extLst>
          </p:cNvPr>
          <p:cNvSpPr/>
          <p:nvPr/>
        </p:nvSpPr>
        <p:spPr>
          <a:xfrm>
            <a:off x="5391326" y="5244876"/>
            <a:ext cx="152063" cy="160579"/>
          </a:xfrm>
          <a:prstGeom prst="rect">
            <a:avLst/>
          </a:prstGeom>
          <a:noFill/>
          <a:ln>
            <a:noFill/>
          </a:ln>
        </p:spPr>
        <p:txBody>
          <a:bodyPr spcFirstLastPara="1" wrap="square" lIns="0" tIns="0" rIns="0" bIns="0" anchor="t" anchorCtr="0">
            <a:noAutofit/>
          </a:bodyPr>
          <a:lstStyle/>
          <a:p>
            <a:pPr algn="ctr">
              <a:buClr>
                <a:srgbClr val="85A5C1"/>
              </a:buClr>
              <a:buSzPts val="1100"/>
              <a:buFont typeface="Roboto"/>
              <a:buNone/>
              <a:defRPr/>
            </a:pPr>
            <a:r>
              <a:rPr lang="en-US" sz="1100" b="1">
                <a:solidFill>
                  <a:srgbClr val="00B0F0"/>
                </a:solidFill>
                <a:latin typeface="Roboto"/>
                <a:ea typeface="Roboto"/>
                <a:cs typeface="Roboto"/>
                <a:sym typeface="Roboto"/>
              </a:rPr>
              <a:t>2</a:t>
            </a:r>
            <a:endParaRPr sz="1100">
              <a:solidFill>
                <a:srgbClr val="00B0F0"/>
              </a:solidFill>
              <a:latin typeface="Roboto"/>
              <a:ea typeface="Roboto"/>
              <a:cs typeface="Roboto"/>
              <a:sym typeface="Roboto"/>
            </a:endParaRPr>
          </a:p>
        </p:txBody>
      </p:sp>
      <p:grpSp>
        <p:nvGrpSpPr>
          <p:cNvPr id="435" name="Google Shape;9939;p168">
            <a:extLst>
              <a:ext uri="{FF2B5EF4-FFF2-40B4-BE49-F238E27FC236}">
                <a16:creationId xmlns:a16="http://schemas.microsoft.com/office/drawing/2014/main" id="{8FB09E4D-5641-794F-95C8-14E01C36657C}"/>
              </a:ext>
            </a:extLst>
          </p:cNvPr>
          <p:cNvGrpSpPr/>
          <p:nvPr/>
        </p:nvGrpSpPr>
        <p:grpSpPr>
          <a:xfrm>
            <a:off x="8702176" y="5098722"/>
            <a:ext cx="416427" cy="416424"/>
            <a:chOff x="1008863" y="1676245"/>
            <a:chExt cx="2304892" cy="2304888"/>
          </a:xfrm>
        </p:grpSpPr>
        <p:grpSp>
          <p:nvGrpSpPr>
            <p:cNvPr id="437" name="Google Shape;9940;p168">
              <a:extLst>
                <a:ext uri="{FF2B5EF4-FFF2-40B4-BE49-F238E27FC236}">
                  <a16:creationId xmlns:a16="http://schemas.microsoft.com/office/drawing/2014/main" id="{8ACFD75E-2CAC-1DE0-9E76-37BEF6606735}"/>
                </a:ext>
              </a:extLst>
            </p:cNvPr>
            <p:cNvGrpSpPr/>
            <p:nvPr/>
          </p:nvGrpSpPr>
          <p:grpSpPr>
            <a:xfrm>
              <a:off x="1008863" y="1676245"/>
              <a:ext cx="2304892" cy="2304888"/>
              <a:chOff x="3419554" y="1419306"/>
              <a:chExt cx="2304892" cy="2304888"/>
            </a:xfrm>
          </p:grpSpPr>
          <p:sp>
            <p:nvSpPr>
              <p:cNvPr id="439" name="Google Shape;9941;p168">
                <a:extLst>
                  <a:ext uri="{FF2B5EF4-FFF2-40B4-BE49-F238E27FC236}">
                    <a16:creationId xmlns:a16="http://schemas.microsoft.com/office/drawing/2014/main" id="{FB20D306-B670-BC07-A95D-E5BB7DDC317D}"/>
                  </a:ext>
                </a:extLst>
              </p:cNvPr>
              <p:cNvSpPr/>
              <p:nvPr/>
            </p:nvSpPr>
            <p:spPr>
              <a:xfrm>
                <a:off x="3419554" y="1419306"/>
                <a:ext cx="2304892" cy="2304888"/>
              </a:xfrm>
              <a:prstGeom prst="ellipse">
                <a:avLst/>
              </a:prstGeom>
              <a:solidFill>
                <a:srgbClr val="EBECF0"/>
              </a:solidFill>
              <a:ln>
                <a:noFill/>
              </a:ln>
              <a:effectLst>
                <a:outerShdw blurRad="254000" dist="190500" dir="2700000" algn="tl" rotWithShape="0">
                  <a:srgbClr val="BFBFBF">
                    <a:alpha val="40000"/>
                  </a:srgbClr>
                </a:outerShdw>
              </a:effectLst>
            </p:spPr>
            <p:txBody>
              <a:bodyPr spcFirstLastPara="1" wrap="square" lIns="91425" tIns="45700" rIns="91425" bIns="45700" anchor="ctr" anchorCtr="0">
                <a:noAutofit/>
              </a:bodyPr>
              <a:lstStyle/>
              <a:p>
                <a:pPr algn="ctr">
                  <a:defRPr/>
                </a:pPr>
                <a:endParaRPr sz="1350" kern="0">
                  <a:solidFill>
                    <a:prstClr val="white"/>
                  </a:solidFill>
                  <a:latin typeface="Roboto"/>
                  <a:ea typeface="Roboto"/>
                  <a:cs typeface="Roboto"/>
                  <a:sym typeface="Roboto"/>
                </a:endParaRPr>
              </a:p>
            </p:txBody>
          </p:sp>
          <p:sp>
            <p:nvSpPr>
              <p:cNvPr id="440" name="Google Shape;9942;p168">
                <a:extLst>
                  <a:ext uri="{FF2B5EF4-FFF2-40B4-BE49-F238E27FC236}">
                    <a16:creationId xmlns:a16="http://schemas.microsoft.com/office/drawing/2014/main" id="{681BAF41-C59D-0928-00D7-412A76FCB45C}"/>
                  </a:ext>
                </a:extLst>
              </p:cNvPr>
              <p:cNvSpPr/>
              <p:nvPr/>
            </p:nvSpPr>
            <p:spPr>
              <a:xfrm>
                <a:off x="3419554" y="1419306"/>
                <a:ext cx="2304892" cy="2304888"/>
              </a:xfrm>
              <a:prstGeom prst="ellipse">
                <a:avLst/>
              </a:prstGeom>
              <a:solidFill>
                <a:srgbClr val="EBECF0">
                  <a:alpha val="73725"/>
                </a:srgbClr>
              </a:solidFill>
              <a:ln>
                <a:noFill/>
              </a:ln>
              <a:effectLst>
                <a:outerShdw blurRad="254000" dist="190500" dir="13500000" algn="tl" rotWithShape="0">
                  <a:sysClr val="window" lastClr="FFFFFF">
                    <a:alpha val="64705"/>
                  </a:sysClr>
                </a:outerShdw>
              </a:effectLst>
            </p:spPr>
            <p:txBody>
              <a:bodyPr spcFirstLastPara="1" wrap="square" lIns="91425" tIns="45700" rIns="91425" bIns="45700" anchor="ctr" anchorCtr="0">
                <a:noAutofit/>
              </a:bodyPr>
              <a:lstStyle/>
              <a:p>
                <a:pPr algn="ctr">
                  <a:defRPr/>
                </a:pPr>
                <a:endParaRPr sz="1350" kern="0">
                  <a:solidFill>
                    <a:prstClr val="white"/>
                  </a:solidFill>
                  <a:latin typeface="Roboto"/>
                  <a:ea typeface="Roboto"/>
                  <a:cs typeface="Roboto"/>
                  <a:sym typeface="Roboto"/>
                </a:endParaRPr>
              </a:p>
            </p:txBody>
          </p:sp>
        </p:grpSp>
        <p:sp>
          <p:nvSpPr>
            <p:cNvPr id="438" name="Google Shape;9943;p168">
              <a:extLst>
                <a:ext uri="{FF2B5EF4-FFF2-40B4-BE49-F238E27FC236}">
                  <a16:creationId xmlns:a16="http://schemas.microsoft.com/office/drawing/2014/main" id="{B5095578-A5AE-2A74-5EB7-93232894541F}"/>
                </a:ext>
              </a:extLst>
            </p:cNvPr>
            <p:cNvSpPr/>
            <p:nvPr/>
          </p:nvSpPr>
          <p:spPr>
            <a:xfrm>
              <a:off x="1299808" y="1967189"/>
              <a:ext cx="1723002" cy="1723000"/>
            </a:xfrm>
            <a:prstGeom prst="ellipse">
              <a:avLst/>
            </a:prstGeom>
            <a:gradFill>
              <a:gsLst>
                <a:gs pos="0">
                  <a:srgbClr val="EBECF0"/>
                </a:gs>
                <a:gs pos="50000">
                  <a:srgbClr val="EBECF0"/>
                </a:gs>
                <a:gs pos="100000">
                  <a:sysClr val="window" lastClr="FFFFFF"/>
                </a:gs>
              </a:gsLst>
              <a:lin ang="2700000" scaled="0"/>
            </a:gradFill>
            <a:ln>
              <a:noFill/>
            </a:ln>
          </p:spPr>
          <p:txBody>
            <a:bodyPr spcFirstLastPara="1" wrap="square" lIns="91425" tIns="45700" rIns="91425" bIns="45700" anchor="ctr" anchorCtr="0">
              <a:noAutofit/>
            </a:bodyPr>
            <a:lstStyle/>
            <a:p>
              <a:pPr algn="ctr">
                <a:defRPr/>
              </a:pPr>
              <a:endParaRPr sz="1350" kern="0">
                <a:solidFill>
                  <a:prstClr val="white"/>
                </a:solidFill>
                <a:latin typeface="Roboto"/>
                <a:ea typeface="Roboto"/>
                <a:cs typeface="Roboto"/>
                <a:sym typeface="Roboto"/>
              </a:endParaRPr>
            </a:p>
          </p:txBody>
        </p:sp>
      </p:grpSp>
      <p:sp>
        <p:nvSpPr>
          <p:cNvPr id="436" name="Google Shape;9944;p168">
            <a:extLst>
              <a:ext uri="{FF2B5EF4-FFF2-40B4-BE49-F238E27FC236}">
                <a16:creationId xmlns:a16="http://schemas.microsoft.com/office/drawing/2014/main" id="{1563ACEE-D594-499B-59F1-29E1DC0CBABA}"/>
              </a:ext>
            </a:extLst>
          </p:cNvPr>
          <p:cNvSpPr/>
          <p:nvPr/>
        </p:nvSpPr>
        <p:spPr>
          <a:xfrm>
            <a:off x="8834358" y="5233503"/>
            <a:ext cx="152063" cy="160579"/>
          </a:xfrm>
          <a:prstGeom prst="rect">
            <a:avLst/>
          </a:prstGeom>
          <a:noFill/>
          <a:ln>
            <a:noFill/>
          </a:ln>
        </p:spPr>
        <p:txBody>
          <a:bodyPr spcFirstLastPara="1" wrap="square" lIns="0" tIns="0" rIns="0" bIns="0" anchor="t" anchorCtr="0">
            <a:noAutofit/>
          </a:bodyPr>
          <a:lstStyle/>
          <a:p>
            <a:pPr algn="ctr">
              <a:buClr>
                <a:srgbClr val="85A5C1"/>
              </a:buClr>
              <a:buSzPts val="1100"/>
              <a:buFont typeface="Roboto"/>
              <a:buNone/>
              <a:defRPr/>
            </a:pPr>
            <a:r>
              <a:rPr lang="en-US" sz="1100" b="1">
                <a:solidFill>
                  <a:srgbClr val="00B0F0"/>
                </a:solidFill>
                <a:latin typeface="Roboto"/>
                <a:ea typeface="Roboto"/>
                <a:cs typeface="Roboto"/>
                <a:sym typeface="Roboto"/>
              </a:rPr>
              <a:t>3</a:t>
            </a:r>
            <a:endParaRPr sz="1100">
              <a:solidFill>
                <a:srgbClr val="00B0F0"/>
              </a:solidFill>
              <a:latin typeface="Roboto"/>
              <a:ea typeface="Roboto"/>
              <a:cs typeface="Roboto"/>
              <a:sym typeface="Roboto"/>
            </a:endParaRPr>
          </a:p>
        </p:txBody>
      </p:sp>
      <p:grpSp>
        <p:nvGrpSpPr>
          <p:cNvPr id="2" name="Group 1">
            <a:extLst>
              <a:ext uri="{FF2B5EF4-FFF2-40B4-BE49-F238E27FC236}">
                <a16:creationId xmlns:a16="http://schemas.microsoft.com/office/drawing/2014/main" id="{027ACCC0-83B8-B0BC-A172-DE393B2314BE}"/>
              </a:ext>
            </a:extLst>
          </p:cNvPr>
          <p:cNvGrpSpPr/>
          <p:nvPr/>
        </p:nvGrpSpPr>
        <p:grpSpPr>
          <a:xfrm>
            <a:off x="2847657" y="471065"/>
            <a:ext cx="6496687" cy="610651"/>
            <a:chOff x="3125021" y="520821"/>
            <a:chExt cx="6496687" cy="610651"/>
          </a:xfrm>
        </p:grpSpPr>
        <p:grpSp>
          <p:nvGrpSpPr>
            <p:cNvPr id="463" name="Google Shape;1759;p24">
              <a:extLst>
                <a:ext uri="{FF2B5EF4-FFF2-40B4-BE49-F238E27FC236}">
                  <a16:creationId xmlns:a16="http://schemas.microsoft.com/office/drawing/2014/main" id="{4A074054-BCAF-7A8F-CB14-C74A5D257F67}"/>
                </a:ext>
              </a:extLst>
            </p:cNvPr>
            <p:cNvGrpSpPr/>
            <p:nvPr/>
          </p:nvGrpSpPr>
          <p:grpSpPr>
            <a:xfrm>
              <a:off x="3125021" y="520821"/>
              <a:ext cx="6483831" cy="610651"/>
              <a:chOff x="5573642" y="2488315"/>
              <a:chExt cx="2748650" cy="2748282"/>
            </a:xfrm>
          </p:grpSpPr>
          <p:sp>
            <p:nvSpPr>
              <p:cNvPr id="465" name="Google Shape;1760;p24">
                <a:extLst>
                  <a:ext uri="{FF2B5EF4-FFF2-40B4-BE49-F238E27FC236}">
                    <a16:creationId xmlns:a16="http://schemas.microsoft.com/office/drawing/2014/main" id="{560E523E-58B7-1A63-20FF-57CDBEF4FAE8}"/>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rgbClr val="FFFFFF">
                    <a:alpha val="55686"/>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sp>
            <p:nvSpPr>
              <p:cNvPr id="466" name="Google Shape;1761;p24">
                <a:extLst>
                  <a:ext uri="{FF2B5EF4-FFF2-40B4-BE49-F238E27FC236}">
                    <a16:creationId xmlns:a16="http://schemas.microsoft.com/office/drawing/2014/main" id="{C97DF39A-6AD1-7034-73DA-821C0827783A}"/>
                  </a:ext>
                </a:extLst>
              </p:cNvPr>
              <p:cNvSpPr/>
              <p:nvPr/>
            </p:nvSpPr>
            <p:spPr>
              <a:xfrm>
                <a:off x="5573642" y="2488315"/>
                <a:ext cx="2743198" cy="2743201"/>
              </a:xfrm>
              <a:prstGeom prst="roundRect">
                <a:avLst>
                  <a:gd name="adj" fmla="val 16667"/>
                </a:avLst>
              </a:prstGeom>
              <a:solidFill>
                <a:srgbClr val="EBECF0"/>
              </a:solidFill>
              <a:ln>
                <a:noFill/>
              </a:ln>
              <a:effectLst>
                <a:outerShdw blurRad="177800" dist="114300" dir="2700000" algn="ctr" rotWithShape="0">
                  <a:srgbClr val="ACB0C0">
                    <a:alpha val="41960"/>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grpSp>
        <p:sp>
          <p:nvSpPr>
            <p:cNvPr id="464" name="Google Shape;1299;p19">
              <a:extLst>
                <a:ext uri="{FF2B5EF4-FFF2-40B4-BE49-F238E27FC236}">
                  <a16:creationId xmlns:a16="http://schemas.microsoft.com/office/drawing/2014/main" id="{092DCDCB-14E9-B25C-3F5A-FB1BC8B1EBB2}"/>
                </a:ext>
              </a:extLst>
            </p:cNvPr>
            <p:cNvSpPr/>
            <p:nvPr/>
          </p:nvSpPr>
          <p:spPr>
            <a:xfrm>
              <a:off x="3262097" y="611761"/>
              <a:ext cx="6359611" cy="276999"/>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pPr>
              <a:r>
                <a:rPr lang="en-IN" b="1" kern="100">
                  <a:solidFill>
                    <a:srgbClr val="0070C0"/>
                  </a:solidFill>
                  <a:latin typeface="Open Sans" panose="020B0606030504020204" pitchFamily="34" charset="0"/>
                  <a:ea typeface="Open Sans" panose="020B0606030504020204" pitchFamily="34" charset="0"/>
                  <a:cs typeface="Open Sans" panose="020B0606030504020204" pitchFamily="34" charset="0"/>
                </a:rPr>
                <a:t>Q-Forte: Phase III</a:t>
              </a:r>
              <a:endParaRPr lang="en-IN" kern="10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429" name="Rectangle 22">
            <a:extLst>
              <a:ext uri="{FF2B5EF4-FFF2-40B4-BE49-F238E27FC236}">
                <a16:creationId xmlns:a16="http://schemas.microsoft.com/office/drawing/2014/main" id="{4992012A-53C6-B861-8C94-D1812184B371}"/>
              </a:ext>
            </a:extLst>
          </p:cNvPr>
          <p:cNvSpPr>
            <a:spLocks noChangeArrowheads="1"/>
          </p:cNvSpPr>
          <p:nvPr/>
        </p:nvSpPr>
        <p:spPr bwMode="auto">
          <a:xfrm>
            <a:off x="2316805" y="5534161"/>
            <a:ext cx="233612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defRPr/>
            </a:pPr>
            <a:r>
              <a:rPr lang="en-IN" sz="1400">
                <a:solidFill>
                  <a:srgbClr val="EBECF0">
                    <a:lumMod val="25000"/>
                  </a:srgbClr>
                </a:solidFill>
                <a:latin typeface="Open Sans" panose="020B0606030504020204" pitchFamily="34" charset="0"/>
                <a:ea typeface="Open Sans" panose="020B0606030504020204" pitchFamily="34" charset="0"/>
                <a:cs typeface="Open Sans" panose="020B0606030504020204" pitchFamily="34" charset="0"/>
              </a:rPr>
              <a:t>Quantum Secure Messaging &amp; Collaboration   </a:t>
            </a:r>
          </a:p>
        </p:txBody>
      </p:sp>
      <p:sp>
        <p:nvSpPr>
          <p:cNvPr id="430" name="Rectangle 22">
            <a:extLst>
              <a:ext uri="{FF2B5EF4-FFF2-40B4-BE49-F238E27FC236}">
                <a16:creationId xmlns:a16="http://schemas.microsoft.com/office/drawing/2014/main" id="{2018AD56-3F08-711A-B7A4-8FD1FDDCBDEF}"/>
              </a:ext>
            </a:extLst>
          </p:cNvPr>
          <p:cNvSpPr>
            <a:spLocks noChangeArrowheads="1"/>
          </p:cNvSpPr>
          <p:nvPr/>
        </p:nvSpPr>
        <p:spPr bwMode="auto">
          <a:xfrm>
            <a:off x="5467357" y="5534161"/>
            <a:ext cx="236149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defRPr/>
            </a:pPr>
            <a:r>
              <a:rPr lang="en-IN" sz="1400">
                <a:solidFill>
                  <a:srgbClr val="EBECF0">
                    <a:lumMod val="25000"/>
                  </a:srgbClr>
                </a:solidFill>
                <a:latin typeface="Open Sans" panose="020B0606030504020204" pitchFamily="34" charset="0"/>
                <a:ea typeface="Open Sans" panose="020B0606030504020204" pitchFamily="34" charset="0"/>
                <a:cs typeface="Open Sans" panose="020B0606030504020204" pitchFamily="34" charset="0"/>
              </a:rPr>
              <a:t>Quantum-safe Digital Trust &amp; Identity Management</a:t>
            </a:r>
          </a:p>
        </p:txBody>
      </p:sp>
      <p:sp>
        <p:nvSpPr>
          <p:cNvPr id="431" name="Rectangle 22">
            <a:extLst>
              <a:ext uri="{FF2B5EF4-FFF2-40B4-BE49-F238E27FC236}">
                <a16:creationId xmlns:a16="http://schemas.microsoft.com/office/drawing/2014/main" id="{E9E72C77-B3AF-E041-7612-A757CECF53AD}"/>
              </a:ext>
            </a:extLst>
          </p:cNvPr>
          <p:cNvSpPr>
            <a:spLocks noChangeArrowheads="1"/>
          </p:cNvSpPr>
          <p:nvPr/>
        </p:nvSpPr>
        <p:spPr bwMode="auto">
          <a:xfrm>
            <a:off x="9066037" y="5534161"/>
            <a:ext cx="167236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defRPr/>
            </a:pPr>
            <a:r>
              <a:rPr lang="en-IN" sz="1400">
                <a:solidFill>
                  <a:srgbClr val="EBECF0">
                    <a:lumMod val="25000"/>
                  </a:srgbClr>
                </a:solidFill>
                <a:latin typeface="Open Sans" panose="020B0606030504020204" pitchFamily="34" charset="0"/>
                <a:ea typeface="Open Sans" panose="020B0606030504020204" pitchFamily="34" charset="0"/>
                <a:cs typeface="Open Sans" panose="020B0606030504020204" pitchFamily="34" charset="0"/>
              </a:rPr>
              <a:t>Quantum Secure Data Storage</a:t>
            </a:r>
          </a:p>
        </p:txBody>
      </p:sp>
      <p:pic>
        <p:nvPicPr>
          <p:cNvPr id="3" name="Picture 2" descr="A blue logo with a shield and a keyhole&#10;&#10;AI-generated content may be incorrect.">
            <a:extLst>
              <a:ext uri="{FF2B5EF4-FFF2-40B4-BE49-F238E27FC236}">
                <a16:creationId xmlns:a16="http://schemas.microsoft.com/office/drawing/2014/main" id="{8E272429-3C69-37EE-63AB-711812A47DBB}"/>
              </a:ext>
            </a:extLst>
          </p:cNvPr>
          <p:cNvPicPr>
            <a:picLocks noChangeAspect="1"/>
          </p:cNvPicPr>
          <p:nvPr/>
        </p:nvPicPr>
        <p:blipFill>
          <a:blip r:embed="rId3"/>
          <a:stretch>
            <a:fillRect/>
          </a:stretch>
        </p:blipFill>
        <p:spPr>
          <a:xfrm>
            <a:off x="9274744" y="2296596"/>
            <a:ext cx="1071924" cy="1285318"/>
          </a:xfrm>
          <a:prstGeom prst="rect">
            <a:avLst/>
          </a:prstGeom>
        </p:spPr>
      </p:pic>
      <p:pic>
        <p:nvPicPr>
          <p:cNvPr id="4" name="Picture 3" descr="A blue circle with people icons and arrows&#10;&#10;AI-generated content may be incorrect.">
            <a:extLst>
              <a:ext uri="{FF2B5EF4-FFF2-40B4-BE49-F238E27FC236}">
                <a16:creationId xmlns:a16="http://schemas.microsoft.com/office/drawing/2014/main" id="{52D7B8A9-DF6A-092B-61B4-4739EB62614D}"/>
              </a:ext>
            </a:extLst>
          </p:cNvPr>
          <p:cNvPicPr>
            <a:picLocks noChangeAspect="1"/>
          </p:cNvPicPr>
          <p:nvPr/>
        </p:nvPicPr>
        <p:blipFill>
          <a:blip r:embed="rId4"/>
          <a:stretch>
            <a:fillRect/>
          </a:stretch>
        </p:blipFill>
        <p:spPr>
          <a:xfrm>
            <a:off x="2869362" y="2294513"/>
            <a:ext cx="1108883" cy="1329635"/>
          </a:xfrm>
          <a:prstGeom prst="rect">
            <a:avLst/>
          </a:prstGeom>
        </p:spPr>
      </p:pic>
      <p:grpSp>
        <p:nvGrpSpPr>
          <p:cNvPr id="33" name="Group 32">
            <a:extLst>
              <a:ext uri="{FF2B5EF4-FFF2-40B4-BE49-F238E27FC236}">
                <a16:creationId xmlns:a16="http://schemas.microsoft.com/office/drawing/2014/main" id="{941C9973-A1E0-FA8E-BAD3-E90FA766AED1}"/>
              </a:ext>
            </a:extLst>
          </p:cNvPr>
          <p:cNvGrpSpPr/>
          <p:nvPr/>
        </p:nvGrpSpPr>
        <p:grpSpPr>
          <a:xfrm>
            <a:off x="5533323" y="1957645"/>
            <a:ext cx="2122160" cy="2189843"/>
            <a:chOff x="13376241" y="1494559"/>
            <a:chExt cx="2463379" cy="2541945"/>
          </a:xfrm>
        </p:grpSpPr>
        <p:sp>
          <p:nvSpPr>
            <p:cNvPr id="6" name="Oval 5">
              <a:extLst>
                <a:ext uri="{FF2B5EF4-FFF2-40B4-BE49-F238E27FC236}">
                  <a16:creationId xmlns:a16="http://schemas.microsoft.com/office/drawing/2014/main" id="{38BB8A63-3118-31D1-B81B-0170733CEE68}"/>
                </a:ext>
              </a:extLst>
            </p:cNvPr>
            <p:cNvSpPr/>
            <p:nvPr/>
          </p:nvSpPr>
          <p:spPr>
            <a:xfrm>
              <a:off x="13376241" y="1792514"/>
              <a:ext cx="1968678" cy="1968678"/>
            </a:xfrm>
            <a:prstGeom prst="ellipse">
              <a:avLst/>
            </a:prstGeom>
            <a:noFill/>
            <a:ln w="127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sym typeface="Arial"/>
              </a:endParaRPr>
            </a:p>
          </p:txBody>
        </p:sp>
        <p:grpSp>
          <p:nvGrpSpPr>
            <p:cNvPr id="32" name="Group 31">
              <a:extLst>
                <a:ext uri="{FF2B5EF4-FFF2-40B4-BE49-F238E27FC236}">
                  <a16:creationId xmlns:a16="http://schemas.microsoft.com/office/drawing/2014/main" id="{6E086D9F-40FB-4209-C6E5-927A785D136F}"/>
                </a:ext>
              </a:extLst>
            </p:cNvPr>
            <p:cNvGrpSpPr/>
            <p:nvPr/>
          </p:nvGrpSpPr>
          <p:grpSpPr>
            <a:xfrm>
              <a:off x="13483606" y="1494559"/>
              <a:ext cx="2356014" cy="2541945"/>
              <a:chOff x="13483606" y="1494559"/>
              <a:chExt cx="2356014" cy="2541945"/>
            </a:xfrm>
          </p:grpSpPr>
          <p:grpSp>
            <p:nvGrpSpPr>
              <p:cNvPr id="28" name="Google Shape;1308;p19">
                <a:extLst>
                  <a:ext uri="{FF2B5EF4-FFF2-40B4-BE49-F238E27FC236}">
                    <a16:creationId xmlns:a16="http://schemas.microsoft.com/office/drawing/2014/main" id="{D2EE90E3-251D-F269-4409-E698247ED64A}"/>
                  </a:ext>
                </a:extLst>
              </p:cNvPr>
              <p:cNvGrpSpPr/>
              <p:nvPr/>
            </p:nvGrpSpPr>
            <p:grpSpPr>
              <a:xfrm>
                <a:off x="14556400" y="1494559"/>
                <a:ext cx="863752" cy="846764"/>
                <a:chOff x="7349505" y="606851"/>
                <a:chExt cx="1211126" cy="1211126"/>
              </a:xfrm>
            </p:grpSpPr>
            <p:sp>
              <p:nvSpPr>
                <p:cNvPr id="30" name="Google Shape;1309;p19">
                  <a:extLst>
                    <a:ext uri="{FF2B5EF4-FFF2-40B4-BE49-F238E27FC236}">
                      <a16:creationId xmlns:a16="http://schemas.microsoft.com/office/drawing/2014/main" id="{41806CA0-AD90-C161-3746-31CB2D03B419}"/>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1" name="Google Shape;1310;p19">
                  <a:extLst>
                    <a:ext uri="{FF2B5EF4-FFF2-40B4-BE49-F238E27FC236}">
                      <a16:creationId xmlns:a16="http://schemas.microsoft.com/office/drawing/2014/main" id="{A86E5F62-2FB0-A1DD-B9FB-61A3FDDF970F}"/>
                    </a:ext>
                  </a:extLst>
                </p:cNvPr>
                <p:cNvSpPr/>
                <p:nvPr/>
              </p:nvSpPr>
              <p:spPr>
                <a:xfrm>
                  <a:off x="7349505" y="606851"/>
                  <a:ext cx="1211126" cy="1211126"/>
                </a:xfrm>
                <a:prstGeom prst="ellipse">
                  <a:avLst/>
                </a:prstGeom>
                <a:solidFill>
                  <a:schemeClr val="lt2"/>
                </a:solidFill>
                <a:ln w="3175">
                  <a:solidFill>
                    <a:schemeClr val="bg1">
                      <a:alpha val="60000"/>
                    </a:scheme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29" name="Google Shape;1311;p19">
                <a:extLst>
                  <a:ext uri="{FF2B5EF4-FFF2-40B4-BE49-F238E27FC236}">
                    <a16:creationId xmlns:a16="http://schemas.microsoft.com/office/drawing/2014/main" id="{EC1CAADC-EB7B-06A3-8277-CF2662E3ED6C}"/>
                  </a:ext>
                </a:extLst>
              </p:cNvPr>
              <p:cNvSpPr/>
              <p:nvPr/>
            </p:nvSpPr>
            <p:spPr>
              <a:xfrm>
                <a:off x="14629695" y="1566413"/>
                <a:ext cx="717162" cy="703057"/>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nvGrpSpPr>
              <p:cNvPr id="24" name="Google Shape;1318;p19">
                <a:extLst>
                  <a:ext uri="{FF2B5EF4-FFF2-40B4-BE49-F238E27FC236}">
                    <a16:creationId xmlns:a16="http://schemas.microsoft.com/office/drawing/2014/main" id="{662C682F-6C61-BA2F-EE0A-113F89557D45}"/>
                  </a:ext>
                </a:extLst>
              </p:cNvPr>
              <p:cNvGrpSpPr/>
              <p:nvPr/>
            </p:nvGrpSpPr>
            <p:grpSpPr>
              <a:xfrm>
                <a:off x="14556400" y="3189740"/>
                <a:ext cx="863752" cy="846764"/>
                <a:chOff x="7349505" y="606851"/>
                <a:chExt cx="1211126" cy="1211126"/>
              </a:xfrm>
            </p:grpSpPr>
            <p:sp>
              <p:nvSpPr>
                <p:cNvPr id="26" name="Google Shape;1319;p19">
                  <a:extLst>
                    <a:ext uri="{FF2B5EF4-FFF2-40B4-BE49-F238E27FC236}">
                      <a16:creationId xmlns:a16="http://schemas.microsoft.com/office/drawing/2014/main" id="{989FE97E-2383-9519-DDA5-A8986345F185}"/>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27" name="Google Shape;1320;p19">
                  <a:extLst>
                    <a:ext uri="{FF2B5EF4-FFF2-40B4-BE49-F238E27FC236}">
                      <a16:creationId xmlns:a16="http://schemas.microsoft.com/office/drawing/2014/main" id="{D8E3671B-A112-96F8-C824-35009F267476}"/>
                    </a:ext>
                  </a:extLst>
                </p:cNvPr>
                <p:cNvSpPr/>
                <p:nvPr/>
              </p:nvSpPr>
              <p:spPr>
                <a:xfrm>
                  <a:off x="7349505" y="606851"/>
                  <a:ext cx="1211126" cy="1211126"/>
                </a:xfrm>
                <a:prstGeom prst="ellipse">
                  <a:avLst/>
                </a:prstGeom>
                <a:solidFill>
                  <a:schemeClr val="lt2"/>
                </a:solidFill>
                <a:ln w="3175">
                  <a:solidFill>
                    <a:schemeClr val="bg1">
                      <a:alpha val="60000"/>
                    </a:scheme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25" name="Google Shape;1321;p19">
                <a:extLst>
                  <a:ext uri="{FF2B5EF4-FFF2-40B4-BE49-F238E27FC236}">
                    <a16:creationId xmlns:a16="http://schemas.microsoft.com/office/drawing/2014/main" id="{DD956534-2E08-7E84-130B-C1D43E38FCFB}"/>
                  </a:ext>
                </a:extLst>
              </p:cNvPr>
              <p:cNvSpPr/>
              <p:nvPr/>
            </p:nvSpPr>
            <p:spPr>
              <a:xfrm>
                <a:off x="14629695" y="3261594"/>
                <a:ext cx="717162" cy="703057"/>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nvGrpSpPr>
              <p:cNvPr id="20" name="Google Shape;1313;p19">
                <a:extLst>
                  <a:ext uri="{FF2B5EF4-FFF2-40B4-BE49-F238E27FC236}">
                    <a16:creationId xmlns:a16="http://schemas.microsoft.com/office/drawing/2014/main" id="{D52B2488-F243-B0ED-1E4F-A1ECB1768D1D}"/>
                  </a:ext>
                </a:extLst>
              </p:cNvPr>
              <p:cNvGrpSpPr/>
              <p:nvPr/>
            </p:nvGrpSpPr>
            <p:grpSpPr>
              <a:xfrm>
                <a:off x="14975868" y="2342150"/>
                <a:ext cx="863752" cy="846764"/>
                <a:chOff x="7349505" y="606851"/>
                <a:chExt cx="1211126" cy="1211126"/>
              </a:xfrm>
            </p:grpSpPr>
            <p:sp>
              <p:nvSpPr>
                <p:cNvPr id="22" name="Google Shape;1314;p19">
                  <a:extLst>
                    <a:ext uri="{FF2B5EF4-FFF2-40B4-BE49-F238E27FC236}">
                      <a16:creationId xmlns:a16="http://schemas.microsoft.com/office/drawing/2014/main" id="{4B566F83-3198-8CF5-BCAC-0DAB93E37C12}"/>
                    </a:ext>
                  </a:extLst>
                </p:cNvPr>
                <p:cNvSpPr/>
                <p:nvPr/>
              </p:nvSpPr>
              <p:spPr>
                <a:xfrm>
                  <a:off x="7349505" y="606851"/>
                  <a:ext cx="1211126" cy="1211126"/>
                </a:xfrm>
                <a:prstGeom prst="ellipse">
                  <a:avLst/>
                </a:prstGeom>
                <a:solidFill>
                  <a:schemeClr val="lt2"/>
                </a:solidFill>
                <a:ln>
                  <a:no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23" name="Google Shape;1315;p19">
                  <a:extLst>
                    <a:ext uri="{FF2B5EF4-FFF2-40B4-BE49-F238E27FC236}">
                      <a16:creationId xmlns:a16="http://schemas.microsoft.com/office/drawing/2014/main" id="{49DAA28C-C21F-7331-9311-798314650C75}"/>
                    </a:ext>
                  </a:extLst>
                </p:cNvPr>
                <p:cNvSpPr/>
                <p:nvPr/>
              </p:nvSpPr>
              <p:spPr>
                <a:xfrm>
                  <a:off x="7349505" y="606851"/>
                  <a:ext cx="1211126" cy="1211126"/>
                </a:xfrm>
                <a:prstGeom prst="ellipse">
                  <a:avLst/>
                </a:prstGeom>
                <a:solidFill>
                  <a:schemeClr val="lt2"/>
                </a:solidFill>
                <a:ln w="3175">
                  <a:solidFill>
                    <a:schemeClr val="bg1">
                      <a:alpha val="60000"/>
                    </a:scheme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21" name="Google Shape;1316;p19">
                <a:extLst>
                  <a:ext uri="{FF2B5EF4-FFF2-40B4-BE49-F238E27FC236}">
                    <a16:creationId xmlns:a16="http://schemas.microsoft.com/office/drawing/2014/main" id="{3C6B2BC6-7339-BAE3-2623-941BAB92A370}"/>
                  </a:ext>
                </a:extLst>
              </p:cNvPr>
              <p:cNvSpPr/>
              <p:nvPr/>
            </p:nvSpPr>
            <p:spPr>
              <a:xfrm>
                <a:off x="15049163" y="2414004"/>
                <a:ext cx="717162" cy="703057"/>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nvGrpSpPr>
              <p:cNvPr id="16" name="Google Shape;1303;p19">
                <a:extLst>
                  <a:ext uri="{FF2B5EF4-FFF2-40B4-BE49-F238E27FC236}">
                    <a16:creationId xmlns:a16="http://schemas.microsoft.com/office/drawing/2014/main" id="{1A82B357-740D-C714-6520-AB6487B408C2}"/>
                  </a:ext>
                </a:extLst>
              </p:cNvPr>
              <p:cNvGrpSpPr/>
              <p:nvPr/>
            </p:nvGrpSpPr>
            <p:grpSpPr>
              <a:xfrm>
                <a:off x="13483606" y="2182425"/>
                <a:ext cx="1239246" cy="1214872"/>
                <a:chOff x="7349505" y="606851"/>
                <a:chExt cx="1211126" cy="1211126"/>
              </a:xfrm>
            </p:grpSpPr>
            <p:sp>
              <p:nvSpPr>
                <p:cNvPr id="18" name="Google Shape;1304;p19">
                  <a:extLst>
                    <a:ext uri="{FF2B5EF4-FFF2-40B4-BE49-F238E27FC236}">
                      <a16:creationId xmlns:a16="http://schemas.microsoft.com/office/drawing/2014/main" id="{A6E31CF3-8AF4-C76E-A72C-FE227C45226F}"/>
                    </a:ext>
                  </a:extLst>
                </p:cNvPr>
                <p:cNvSpPr/>
                <p:nvPr/>
              </p:nvSpPr>
              <p:spPr>
                <a:xfrm>
                  <a:off x="7349505" y="606851"/>
                  <a:ext cx="1211126" cy="1211126"/>
                </a:xfrm>
                <a:prstGeom prst="ellipse">
                  <a:avLst/>
                </a:prstGeom>
                <a:solidFill>
                  <a:schemeClr val="lt2"/>
                </a:solidFill>
                <a:ln w="3175">
                  <a:solidFill>
                    <a:schemeClr val="bg1">
                      <a:alpha val="59786"/>
                    </a:schemeClr>
                  </a:solidFill>
                </a:ln>
                <a:effectLst>
                  <a:outerShdw blurRad="177800" dist="114300" dir="2700000" algn="tl" rotWithShape="0">
                    <a:schemeClr val="dk1">
                      <a:alpha val="4196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9" name="Google Shape;1305;p19">
                  <a:extLst>
                    <a:ext uri="{FF2B5EF4-FFF2-40B4-BE49-F238E27FC236}">
                      <a16:creationId xmlns:a16="http://schemas.microsoft.com/office/drawing/2014/main" id="{FC52D2D2-9FA9-B145-CC31-82233370C994}"/>
                    </a:ext>
                  </a:extLst>
                </p:cNvPr>
                <p:cNvSpPr/>
                <p:nvPr/>
              </p:nvSpPr>
              <p:spPr>
                <a:xfrm>
                  <a:off x="7349505" y="606851"/>
                  <a:ext cx="1211126" cy="1211126"/>
                </a:xfrm>
                <a:prstGeom prst="ellipse">
                  <a:avLst/>
                </a:prstGeom>
                <a:solidFill>
                  <a:schemeClr val="lt2"/>
                </a:solidFill>
                <a:ln>
                  <a:noFill/>
                </a:ln>
                <a:effectLst>
                  <a:outerShdw blurRad="114300" dist="114300" dir="13500000" algn="br" rotWithShape="0">
                    <a:schemeClr val="dk2">
                      <a:alpha val="0"/>
                    </a:scheme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7" name="Google Shape;1306;p19">
                <a:extLst>
                  <a:ext uri="{FF2B5EF4-FFF2-40B4-BE49-F238E27FC236}">
                    <a16:creationId xmlns:a16="http://schemas.microsoft.com/office/drawing/2014/main" id="{A46E5B30-B69C-AA42-0069-CF9F9D013A0D}"/>
                  </a:ext>
                </a:extLst>
              </p:cNvPr>
              <p:cNvSpPr/>
              <p:nvPr/>
            </p:nvSpPr>
            <p:spPr>
              <a:xfrm>
                <a:off x="13553074" y="2250527"/>
                <a:ext cx="1100309" cy="1078668"/>
              </a:xfrm>
              <a:prstGeom prst="ellipse">
                <a:avLst/>
              </a:prstGeom>
              <a:gradFill>
                <a:gsLst>
                  <a:gs pos="0">
                    <a:schemeClr val="lt2"/>
                  </a:gs>
                  <a:gs pos="39000">
                    <a:schemeClr val="lt2"/>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pic>
          <p:nvPicPr>
            <p:cNvPr id="12" name="Picture 11" descr="A blue and white logo&#10;&#10;AI-generated content may be incorrect.">
              <a:extLst>
                <a:ext uri="{FF2B5EF4-FFF2-40B4-BE49-F238E27FC236}">
                  <a16:creationId xmlns:a16="http://schemas.microsoft.com/office/drawing/2014/main" id="{708A000C-145B-4AB0-8A29-359781437BA5}"/>
                </a:ext>
              </a:extLst>
            </p:cNvPr>
            <p:cNvPicPr>
              <a:picLocks noChangeAspect="1"/>
            </p:cNvPicPr>
            <p:nvPr/>
          </p:nvPicPr>
          <p:blipFill>
            <a:blip r:embed="rId5"/>
            <a:stretch>
              <a:fillRect/>
            </a:stretch>
          </p:blipFill>
          <p:spPr>
            <a:xfrm>
              <a:off x="14736623" y="1590254"/>
              <a:ext cx="504867" cy="623993"/>
            </a:xfrm>
            <a:prstGeom prst="rect">
              <a:avLst/>
            </a:prstGeom>
          </p:spPr>
        </p:pic>
        <p:pic>
          <p:nvPicPr>
            <p:cNvPr id="13" name="Picture 12" descr="A blue and black logo&#10;&#10;AI-generated content may be incorrect.">
              <a:extLst>
                <a:ext uri="{FF2B5EF4-FFF2-40B4-BE49-F238E27FC236}">
                  <a16:creationId xmlns:a16="http://schemas.microsoft.com/office/drawing/2014/main" id="{461FB6CC-C699-527D-90F0-06E001F57D75}"/>
                </a:ext>
              </a:extLst>
            </p:cNvPr>
            <p:cNvPicPr>
              <a:picLocks noChangeAspect="1"/>
            </p:cNvPicPr>
            <p:nvPr/>
          </p:nvPicPr>
          <p:blipFill>
            <a:blip r:embed="rId6"/>
            <a:stretch>
              <a:fillRect/>
            </a:stretch>
          </p:blipFill>
          <p:spPr>
            <a:xfrm>
              <a:off x="15166755" y="2470945"/>
              <a:ext cx="495263" cy="592163"/>
            </a:xfrm>
            <a:prstGeom prst="rect">
              <a:avLst/>
            </a:prstGeom>
          </p:spPr>
        </p:pic>
        <p:pic>
          <p:nvPicPr>
            <p:cNvPr id="14" name="Picture 13" descr="A computer screen with a shield and a check mark&#10;&#10;AI-generated content may be incorrect.">
              <a:extLst>
                <a:ext uri="{FF2B5EF4-FFF2-40B4-BE49-F238E27FC236}">
                  <a16:creationId xmlns:a16="http://schemas.microsoft.com/office/drawing/2014/main" id="{254FE022-A1B5-F72D-2A83-D7CB738E4750}"/>
                </a:ext>
              </a:extLst>
            </p:cNvPr>
            <p:cNvPicPr>
              <a:picLocks noChangeAspect="1"/>
            </p:cNvPicPr>
            <p:nvPr/>
          </p:nvPicPr>
          <p:blipFill>
            <a:blip r:embed="rId7"/>
            <a:stretch>
              <a:fillRect/>
            </a:stretch>
          </p:blipFill>
          <p:spPr>
            <a:xfrm>
              <a:off x="14747752" y="3286041"/>
              <a:ext cx="539823" cy="628920"/>
            </a:xfrm>
            <a:prstGeom prst="rect">
              <a:avLst/>
            </a:prstGeom>
          </p:spPr>
        </p:pic>
        <p:pic>
          <p:nvPicPr>
            <p:cNvPr id="15" name="Picture 14" descr="A blue circle with a letter in it&#10;&#10;AI-generated content may be incorrect.">
              <a:extLst>
                <a:ext uri="{FF2B5EF4-FFF2-40B4-BE49-F238E27FC236}">
                  <a16:creationId xmlns:a16="http://schemas.microsoft.com/office/drawing/2014/main" id="{8B11DF8D-DF9D-D162-55D5-3AD6D545A964}"/>
                </a:ext>
              </a:extLst>
            </p:cNvPr>
            <p:cNvPicPr>
              <a:picLocks noChangeAspect="1"/>
            </p:cNvPicPr>
            <p:nvPr/>
          </p:nvPicPr>
          <p:blipFill>
            <a:blip r:embed="rId8"/>
            <a:stretch>
              <a:fillRect/>
            </a:stretch>
          </p:blipFill>
          <p:spPr>
            <a:xfrm>
              <a:off x="13591529" y="2266828"/>
              <a:ext cx="1038166" cy="1038166"/>
            </a:xfrm>
            <a:prstGeom prst="rect">
              <a:avLst/>
            </a:prstGeom>
          </p:spPr>
        </p:pic>
      </p:grpSp>
    </p:spTree>
    <p:extLst>
      <p:ext uri="{BB962C8B-B14F-4D97-AF65-F5344CB8AC3E}">
        <p14:creationId xmlns:p14="http://schemas.microsoft.com/office/powerpoint/2010/main" val="1957214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8">
          <a:extLst>
            <a:ext uri="{FF2B5EF4-FFF2-40B4-BE49-F238E27FC236}">
              <a16:creationId xmlns:a16="http://schemas.microsoft.com/office/drawing/2014/main" id="{DCA7D597-9456-4ED7-455F-23480A51F987}"/>
            </a:ext>
          </a:extLst>
        </p:cNvPr>
        <p:cNvGrpSpPr/>
        <p:nvPr/>
      </p:nvGrpSpPr>
      <p:grpSpPr>
        <a:xfrm>
          <a:off x="0" y="0"/>
          <a:ext cx="0" cy="0"/>
          <a:chOff x="0" y="0"/>
          <a:chExt cx="0" cy="0"/>
        </a:xfrm>
      </p:grpSpPr>
      <p:sp>
        <p:nvSpPr>
          <p:cNvPr id="1530" name="Arrow: Pentagon 5">
            <a:extLst>
              <a:ext uri="{FF2B5EF4-FFF2-40B4-BE49-F238E27FC236}">
                <a16:creationId xmlns:a16="http://schemas.microsoft.com/office/drawing/2014/main" id="{228AEB9D-ADA6-1A65-3D47-21376233D9A3}"/>
              </a:ext>
            </a:extLst>
          </p:cNvPr>
          <p:cNvSpPr/>
          <p:nvPr/>
        </p:nvSpPr>
        <p:spPr>
          <a:xfrm>
            <a:off x="-1" y="2845650"/>
            <a:ext cx="3986956" cy="1166701"/>
          </a:xfrm>
          <a:prstGeom prst="homePlate">
            <a:avLst>
              <a:gd name="adj" fmla="val 39831"/>
            </a:avLst>
          </a:prstGeom>
          <a:solidFill>
            <a:srgbClr val="00B0F0"/>
          </a:solidFill>
          <a:ln w="12700" cap="flat" cmpd="sng" algn="ctr">
            <a:noFill/>
            <a:prstDash val="solid"/>
            <a:miter lim="800000"/>
          </a:ln>
          <a:effectLst>
            <a:outerShdw blurRad="355600" dist="114300" dir="2700000" sx="96000" sy="96000" algn="br" rotWithShape="0">
              <a:sysClr val="windowText" lastClr="000000">
                <a:lumMod val="95000"/>
                <a:lumOff val="5000"/>
                <a:alpha val="14000"/>
              </a:sysClr>
            </a:outerShdw>
          </a:effectLst>
        </p:spPr>
        <p:txBody>
          <a:bodyPr rtlCol="0" anchor="ctr"/>
          <a:lstStyle/>
          <a:p>
            <a:pPr algn="ctr">
              <a:defRPr/>
            </a:pPr>
            <a:endParaRPr lang="en-US" sz="1400" kern="0">
              <a:solidFill>
                <a:srgbClr val="00B0F0"/>
              </a:solidFill>
              <a:latin typeface="Manrope (Body)"/>
            </a:endParaRPr>
          </a:p>
        </p:txBody>
      </p:sp>
      <p:sp>
        <p:nvSpPr>
          <p:cNvPr id="59" name="Google Shape;1299;p19">
            <a:extLst>
              <a:ext uri="{FF2B5EF4-FFF2-40B4-BE49-F238E27FC236}">
                <a16:creationId xmlns:a16="http://schemas.microsoft.com/office/drawing/2014/main" id="{78B0FD5B-08FD-CCE4-0283-35759A6E6BBA}"/>
              </a:ext>
            </a:extLst>
          </p:cNvPr>
          <p:cNvSpPr/>
          <p:nvPr/>
        </p:nvSpPr>
        <p:spPr>
          <a:xfrm>
            <a:off x="445586" y="3074528"/>
            <a:ext cx="3124963" cy="708945"/>
          </a:xfrm>
          <a:prstGeom prst="rect">
            <a:avLst/>
          </a:prstGeom>
          <a:noFill/>
          <a:ln>
            <a:noFill/>
          </a:ln>
        </p:spPr>
        <p:txBody>
          <a:bodyPr spcFirstLastPara="1" wrap="square" lIns="91425" tIns="45700" rIns="91425" bIns="45700" anchor="t" anchorCtr="0">
            <a:noAutofit/>
          </a:bodyPr>
          <a:lstStyle/>
          <a:p>
            <a:pPr>
              <a:spcAft>
                <a:spcPts val="800"/>
              </a:spcAft>
            </a:pPr>
            <a:r>
              <a:rPr lang="en-IN" b="1" kern="100">
                <a:solidFill>
                  <a:schemeClr val="bg1"/>
                </a:solidFill>
                <a:effectLst/>
                <a:latin typeface="Open Sans" panose="020B0606030504020204" pitchFamily="34" charset="0"/>
                <a:ea typeface="Open Sans" panose="020B0606030504020204" pitchFamily="34" charset="0"/>
                <a:cs typeface="Open Sans" panose="020B0606030504020204" pitchFamily="34" charset="0"/>
              </a:rPr>
              <a:t>Q-Forte:</a:t>
            </a:r>
            <a:r>
              <a:rPr lang="en-IN" b="1" kern="100">
                <a:solidFill>
                  <a:schemeClr val="bg1"/>
                </a:solidFill>
                <a:latin typeface="Open Sans" panose="020B0606030504020204" pitchFamily="34" charset="0"/>
                <a:ea typeface="Open Sans" panose="020B0606030504020204" pitchFamily="34" charset="0"/>
                <a:cs typeface="Open Sans" panose="020B0606030504020204" pitchFamily="34" charset="0"/>
              </a:rPr>
              <a:t> Quantum Assured InfoSec Platform</a:t>
            </a:r>
            <a:r>
              <a:rPr lang="en-IN" b="1" kern="100">
                <a:solidFill>
                  <a:schemeClr val="bg1"/>
                </a:solidFill>
                <a:effectLst/>
                <a:latin typeface="Open Sans" panose="020B0606030504020204" pitchFamily="34" charset="0"/>
                <a:ea typeface="Open Sans" panose="020B0606030504020204" pitchFamily="34" charset="0"/>
                <a:cs typeface="Open Sans" panose="020B0606030504020204" pitchFamily="34" charset="0"/>
              </a:rPr>
              <a:t> </a:t>
            </a:r>
            <a:endParaRPr lang="en-IN" kern="100">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p:txBody>
      </p:sp>
      <p:grpSp>
        <p:nvGrpSpPr>
          <p:cNvPr id="26" name="Group 25">
            <a:extLst>
              <a:ext uri="{FF2B5EF4-FFF2-40B4-BE49-F238E27FC236}">
                <a16:creationId xmlns:a16="http://schemas.microsoft.com/office/drawing/2014/main" id="{9224D0DF-3BE1-B00F-EF44-2DC694476F16}"/>
              </a:ext>
            </a:extLst>
          </p:cNvPr>
          <p:cNvGrpSpPr/>
          <p:nvPr/>
        </p:nvGrpSpPr>
        <p:grpSpPr>
          <a:xfrm>
            <a:off x="4037200" y="225162"/>
            <a:ext cx="5962036" cy="6407676"/>
            <a:chOff x="4037200" y="225162"/>
            <a:chExt cx="5962036" cy="6407676"/>
          </a:xfrm>
        </p:grpSpPr>
        <p:grpSp>
          <p:nvGrpSpPr>
            <p:cNvPr id="39" name="Group 38">
              <a:extLst>
                <a:ext uri="{FF2B5EF4-FFF2-40B4-BE49-F238E27FC236}">
                  <a16:creationId xmlns:a16="http://schemas.microsoft.com/office/drawing/2014/main" id="{CE04F4A5-3B99-57C5-3FC3-B45EC87D8185}"/>
                </a:ext>
              </a:extLst>
            </p:cNvPr>
            <p:cNvGrpSpPr/>
            <p:nvPr/>
          </p:nvGrpSpPr>
          <p:grpSpPr>
            <a:xfrm>
              <a:off x="4591988" y="780750"/>
              <a:ext cx="4852460" cy="4852459"/>
              <a:chOff x="3438363" y="623669"/>
              <a:chExt cx="5191562" cy="5191562"/>
            </a:xfrm>
          </p:grpSpPr>
          <p:sp>
            <p:nvSpPr>
              <p:cNvPr id="2" name="Oval 1">
                <a:extLst>
                  <a:ext uri="{FF2B5EF4-FFF2-40B4-BE49-F238E27FC236}">
                    <a16:creationId xmlns:a16="http://schemas.microsoft.com/office/drawing/2014/main" id="{0729B776-4C63-8D27-5E0E-C5EEC9A4C920}"/>
                  </a:ext>
                </a:extLst>
              </p:cNvPr>
              <p:cNvSpPr/>
              <p:nvPr/>
            </p:nvSpPr>
            <p:spPr>
              <a:xfrm>
                <a:off x="3438363" y="623669"/>
                <a:ext cx="5191562" cy="5191562"/>
              </a:xfrm>
              <a:prstGeom prst="ellipse">
                <a:avLst/>
              </a:prstGeom>
              <a:noFill/>
              <a:ln w="9525">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noFill/>
                  <a:effectLst/>
                  <a:uLnTx/>
                  <a:uFillTx/>
                  <a:latin typeface="Arial"/>
                  <a:ea typeface="+mn-ea"/>
                  <a:cs typeface="+mn-cs"/>
                </a:endParaRPr>
              </a:p>
            </p:txBody>
          </p:sp>
          <p:grpSp>
            <p:nvGrpSpPr>
              <p:cNvPr id="38" name="Group 37">
                <a:extLst>
                  <a:ext uri="{FF2B5EF4-FFF2-40B4-BE49-F238E27FC236}">
                    <a16:creationId xmlns:a16="http://schemas.microsoft.com/office/drawing/2014/main" id="{33F82032-01DC-B5C9-FD9B-6C38CE5847B2}"/>
                  </a:ext>
                </a:extLst>
              </p:cNvPr>
              <p:cNvGrpSpPr/>
              <p:nvPr/>
            </p:nvGrpSpPr>
            <p:grpSpPr>
              <a:xfrm>
                <a:off x="3564151" y="745431"/>
                <a:ext cx="4939987" cy="4948038"/>
                <a:chOff x="3564151" y="745431"/>
                <a:chExt cx="4939987" cy="4948038"/>
              </a:xfrm>
            </p:grpSpPr>
            <p:grpSp>
              <p:nvGrpSpPr>
                <p:cNvPr id="1433" name="Group 1432">
                  <a:extLst>
                    <a:ext uri="{FF2B5EF4-FFF2-40B4-BE49-F238E27FC236}">
                      <a16:creationId xmlns:a16="http://schemas.microsoft.com/office/drawing/2014/main" id="{E7A081C4-E536-C5E9-1836-A72A8212FADD}"/>
                    </a:ext>
                  </a:extLst>
                </p:cNvPr>
                <p:cNvGrpSpPr/>
                <p:nvPr/>
              </p:nvGrpSpPr>
              <p:grpSpPr>
                <a:xfrm flipV="1">
                  <a:off x="3564151" y="745431"/>
                  <a:ext cx="4939987" cy="4948038"/>
                  <a:chOff x="2147546" y="2289378"/>
                  <a:chExt cx="2282200" cy="2285922"/>
                </a:xfrm>
              </p:grpSpPr>
              <p:sp>
                <p:nvSpPr>
                  <p:cNvPr id="1434" name="Rectangle: Rounded Corners 103">
                    <a:extLst>
                      <a:ext uri="{FF2B5EF4-FFF2-40B4-BE49-F238E27FC236}">
                        <a16:creationId xmlns:a16="http://schemas.microsoft.com/office/drawing/2014/main" id="{AF15AFE3-2442-0DEE-5FDE-EF062D225E11}"/>
                      </a:ext>
                    </a:extLst>
                  </p:cNvPr>
                  <p:cNvSpPr/>
                  <p:nvPr/>
                </p:nvSpPr>
                <p:spPr>
                  <a:xfrm>
                    <a:off x="2147546" y="2289378"/>
                    <a:ext cx="2279244" cy="2279244"/>
                  </a:xfrm>
                  <a:prstGeom prst="ellipse">
                    <a:avLst/>
                  </a:prstGeom>
                  <a:solidFill>
                    <a:srgbClr val="F1F4F8"/>
                  </a:solidFill>
                  <a:ln w="12700" cap="flat" cmpd="sng" algn="ctr">
                    <a:noFill/>
                    <a:prstDash val="solid"/>
                    <a:miter lim="800000"/>
                  </a:ln>
                  <a:effectLst>
                    <a:outerShdw blurRad="76200" dist="76200" dir="8100000" algn="tr" rotWithShape="0">
                      <a:srgbClr val="DBDFEA">
                        <a:alpha val="5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35" name="Rectangle: Rounded Corners 104">
                    <a:extLst>
                      <a:ext uri="{FF2B5EF4-FFF2-40B4-BE49-F238E27FC236}">
                        <a16:creationId xmlns:a16="http://schemas.microsoft.com/office/drawing/2014/main" id="{2D92B03A-08C1-0796-40F9-823FFABCBAB6}"/>
                      </a:ext>
                    </a:extLst>
                  </p:cNvPr>
                  <p:cNvSpPr/>
                  <p:nvPr/>
                </p:nvSpPr>
                <p:spPr>
                  <a:xfrm>
                    <a:off x="2147546" y="2289378"/>
                    <a:ext cx="2279244" cy="2279244"/>
                  </a:xfrm>
                  <a:prstGeom prst="ellipse">
                    <a:avLst/>
                  </a:prstGeom>
                  <a:solidFill>
                    <a:srgbClr val="F1F4F8"/>
                  </a:solidFill>
                  <a:ln w="12700" cap="flat" cmpd="sng" algn="ctr">
                    <a:noFill/>
                    <a:prstDash val="solid"/>
                    <a:miter lim="800000"/>
                  </a:ln>
                  <a:effectLst>
                    <a:outerShdw blurRad="76200" dist="76200" dir="18900000" algn="bl" rotWithShape="0">
                      <a:srgbClr val="FFFFFF"/>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36" name="Rectangle: Rounded Corners 105">
                    <a:extLst>
                      <a:ext uri="{FF2B5EF4-FFF2-40B4-BE49-F238E27FC236}">
                        <a16:creationId xmlns:a16="http://schemas.microsoft.com/office/drawing/2014/main" id="{A6E1953A-6FC0-95E8-7B89-E91F3CDFE755}"/>
                      </a:ext>
                    </a:extLst>
                  </p:cNvPr>
                  <p:cNvSpPr/>
                  <p:nvPr/>
                </p:nvSpPr>
                <p:spPr>
                  <a:xfrm>
                    <a:off x="2147546" y="2289378"/>
                    <a:ext cx="2279244" cy="2279244"/>
                  </a:xfrm>
                  <a:prstGeom prst="ellipse">
                    <a:avLst/>
                  </a:prstGeom>
                  <a:solidFill>
                    <a:srgbClr val="F1F4F8"/>
                  </a:solidFill>
                  <a:ln w="6350" cap="flat" cmpd="sng" algn="ctr">
                    <a:noFill/>
                    <a:prstDash val="solid"/>
                    <a:miter lim="800000"/>
                  </a:ln>
                  <a:effectLst>
                    <a:outerShdw blurRad="12700" dist="12700" dir="18900000" algn="bl" rotWithShape="0">
                      <a:srgbClr val="DBDFEA">
                        <a:alpha val="2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37" name="Rectangle: Rounded Corners 106">
                    <a:extLst>
                      <a:ext uri="{FF2B5EF4-FFF2-40B4-BE49-F238E27FC236}">
                        <a16:creationId xmlns:a16="http://schemas.microsoft.com/office/drawing/2014/main" id="{184168AC-FC13-DAD3-73AB-D698D3486A9D}"/>
                      </a:ext>
                    </a:extLst>
                  </p:cNvPr>
                  <p:cNvSpPr/>
                  <p:nvPr/>
                </p:nvSpPr>
                <p:spPr>
                  <a:xfrm>
                    <a:off x="2150502" y="2296056"/>
                    <a:ext cx="2279244" cy="2279244"/>
                  </a:xfrm>
                  <a:prstGeom prst="ellipse">
                    <a:avLst/>
                  </a:prstGeom>
                  <a:solidFill>
                    <a:srgbClr val="EBECF0"/>
                  </a:solidFill>
                  <a:ln w="6350" cap="flat" cmpd="sng" algn="ctr">
                    <a:solidFill>
                      <a:srgbClr val="FFFFFF">
                        <a:alpha val="50000"/>
                      </a:srgbClr>
                    </a:solidFill>
                    <a:prstDash val="solid"/>
                    <a:miter lim="800000"/>
                  </a:ln>
                  <a:effectLst>
                    <a:innerShdw blurRad="381000" dist="190500" dir="18900000">
                      <a:srgbClr val="FFFFFF">
                        <a:alpha val="50000"/>
                      </a:srgbClr>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grpSp>
            <p:grpSp>
              <p:nvGrpSpPr>
                <p:cNvPr id="1502" name="Group 1501">
                  <a:extLst>
                    <a:ext uri="{FF2B5EF4-FFF2-40B4-BE49-F238E27FC236}">
                      <a16:creationId xmlns:a16="http://schemas.microsoft.com/office/drawing/2014/main" id="{93C67E88-F699-425A-9217-7D7E780FDD3D}"/>
                    </a:ext>
                  </a:extLst>
                </p:cNvPr>
                <p:cNvGrpSpPr/>
                <p:nvPr/>
              </p:nvGrpSpPr>
              <p:grpSpPr>
                <a:xfrm>
                  <a:off x="4030756" y="1219059"/>
                  <a:ext cx="4000780" cy="4000781"/>
                  <a:chOff x="2833686" y="1488241"/>
                  <a:chExt cx="3179011" cy="3179011"/>
                </a:xfrm>
              </p:grpSpPr>
              <p:grpSp>
                <p:nvGrpSpPr>
                  <p:cNvPr id="1503" name="Group 1502">
                    <a:extLst>
                      <a:ext uri="{FF2B5EF4-FFF2-40B4-BE49-F238E27FC236}">
                        <a16:creationId xmlns:a16="http://schemas.microsoft.com/office/drawing/2014/main" id="{1F3CC3BA-7BA9-0C19-B5FA-3A1419F0621B}"/>
                      </a:ext>
                    </a:extLst>
                  </p:cNvPr>
                  <p:cNvGrpSpPr/>
                  <p:nvPr/>
                </p:nvGrpSpPr>
                <p:grpSpPr>
                  <a:xfrm>
                    <a:off x="2833686" y="1488241"/>
                    <a:ext cx="3179011" cy="3179011"/>
                    <a:chOff x="7349505" y="606851"/>
                    <a:chExt cx="1211126" cy="1211126"/>
                  </a:xfrm>
                </p:grpSpPr>
                <p:sp>
                  <p:nvSpPr>
                    <p:cNvPr id="1505" name="Oval 1504">
                      <a:extLst>
                        <a:ext uri="{FF2B5EF4-FFF2-40B4-BE49-F238E27FC236}">
                          <a16:creationId xmlns:a16="http://schemas.microsoft.com/office/drawing/2014/main" id="{51084D2B-EA7C-FDDB-5FAD-A58E8E647D22}"/>
                        </a:ext>
                      </a:extLst>
                    </p:cNvPr>
                    <p:cNvSpPr/>
                    <p:nvPr/>
                  </p:nvSpPr>
                  <p:spPr>
                    <a:xfrm>
                      <a:off x="7349505" y="606851"/>
                      <a:ext cx="1211126" cy="1211126"/>
                    </a:xfrm>
                    <a:prstGeom prst="ellipse">
                      <a:avLst/>
                    </a:prstGeom>
                    <a:solidFill>
                      <a:srgbClr val="EBECF0"/>
                    </a:solidFill>
                    <a:ln w="12700" cap="flat" cmpd="sng" algn="ctr">
                      <a:noFill/>
                      <a:prstDash val="solid"/>
                      <a:miter lim="800000"/>
                    </a:ln>
                    <a:effectLst>
                      <a:outerShdw blurRad="177800" dist="114300" dir="2700000" algn="tl" rotWithShape="0">
                        <a:srgbClr val="ACB0C0">
                          <a:alpha val="42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06" name="Oval 1505">
                      <a:extLst>
                        <a:ext uri="{FF2B5EF4-FFF2-40B4-BE49-F238E27FC236}">
                          <a16:creationId xmlns:a16="http://schemas.microsoft.com/office/drawing/2014/main" id="{78682241-33D1-FDB2-BFBB-C70D485F59BE}"/>
                        </a:ext>
                      </a:extLst>
                    </p:cNvPr>
                    <p:cNvSpPr/>
                    <p:nvPr/>
                  </p:nvSpPr>
                  <p:spPr>
                    <a:xfrm>
                      <a:off x="7349505" y="606851"/>
                      <a:ext cx="1211126" cy="1211126"/>
                    </a:xfrm>
                    <a:prstGeom prst="ellipse">
                      <a:avLst/>
                    </a:prstGeom>
                    <a:solidFill>
                      <a:srgbClr val="EBECF0"/>
                    </a:solidFill>
                    <a:ln w="12700" cap="flat" cmpd="sng" algn="ctr">
                      <a:noFill/>
                      <a:prstDash val="solid"/>
                      <a:miter lim="800000"/>
                    </a:ln>
                    <a:effectLst>
                      <a:outerShdw blurRad="114300" dist="114300" dir="13500000" algn="br" rotWithShape="0">
                        <a:srgbClr val="FFFFFF">
                          <a:alpha val="56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1504" name="Oval 1503">
                    <a:extLst>
                      <a:ext uri="{FF2B5EF4-FFF2-40B4-BE49-F238E27FC236}">
                        <a16:creationId xmlns:a16="http://schemas.microsoft.com/office/drawing/2014/main" id="{5763DF6C-57BE-E399-B19A-432B7694F372}"/>
                      </a:ext>
                    </a:extLst>
                  </p:cNvPr>
                  <p:cNvSpPr/>
                  <p:nvPr/>
                </p:nvSpPr>
                <p:spPr>
                  <a:xfrm>
                    <a:off x="3109533" y="1766899"/>
                    <a:ext cx="2625594" cy="2585288"/>
                  </a:xfrm>
                  <a:prstGeom prst="ellipse">
                    <a:avLst/>
                  </a:prstGeom>
                  <a:gradFill flip="none" rotWithShape="1">
                    <a:gsLst>
                      <a:gs pos="39000">
                        <a:srgbClr val="EBECF0"/>
                      </a:gs>
                      <a:gs pos="100000">
                        <a:srgbClr val="EBECF0">
                          <a:lumMod val="57000"/>
                          <a:lumOff val="43000"/>
                        </a:srgbClr>
                      </a:gs>
                    </a:gsLst>
                    <a:path path="circle">
                      <a:fillToRect r="100000" b="100000"/>
                    </a:path>
                    <a:tileRect l="-100000" t="-100000"/>
                  </a:gradFill>
                  <a:ln w="12700" cap="flat" cmpd="sng" algn="ctr">
                    <a:noFill/>
                    <a:prstDash val="solid"/>
                    <a:miter lim="800000"/>
                  </a:ln>
                  <a:effectLst>
                    <a:innerShdw blurRad="215900" dist="88900" dir="13500000">
                      <a:srgbClr val="EBECF0">
                        <a:lumMod val="75000"/>
                        <a:alpha val="50000"/>
                      </a:srgbClr>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UA"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1477" name="Group 1476">
                  <a:extLst>
                    <a:ext uri="{FF2B5EF4-FFF2-40B4-BE49-F238E27FC236}">
                      <a16:creationId xmlns:a16="http://schemas.microsoft.com/office/drawing/2014/main" id="{43D0C941-E5BA-C341-FE33-E893661EE5D5}"/>
                    </a:ext>
                  </a:extLst>
                </p:cNvPr>
                <p:cNvGrpSpPr/>
                <p:nvPr/>
              </p:nvGrpSpPr>
              <p:grpSpPr>
                <a:xfrm>
                  <a:off x="4615577" y="1770839"/>
                  <a:ext cx="2831139" cy="2897222"/>
                  <a:chOff x="4769155" y="2037727"/>
                  <a:chExt cx="2730031" cy="2793752"/>
                </a:xfrm>
              </p:grpSpPr>
              <p:grpSp>
                <p:nvGrpSpPr>
                  <p:cNvPr id="14" name="Group 13">
                    <a:extLst>
                      <a:ext uri="{FF2B5EF4-FFF2-40B4-BE49-F238E27FC236}">
                        <a16:creationId xmlns:a16="http://schemas.microsoft.com/office/drawing/2014/main" id="{5433C6AF-5C18-1B1E-9520-AA97686E8DFB}"/>
                      </a:ext>
                    </a:extLst>
                  </p:cNvPr>
                  <p:cNvGrpSpPr/>
                  <p:nvPr/>
                </p:nvGrpSpPr>
                <p:grpSpPr>
                  <a:xfrm>
                    <a:off x="5355801" y="2687594"/>
                    <a:ext cx="1480399" cy="1482812"/>
                    <a:chOff x="4955474" y="2685213"/>
                    <a:chExt cx="1480399" cy="1482812"/>
                  </a:xfrm>
                </p:grpSpPr>
                <p:grpSp>
                  <p:nvGrpSpPr>
                    <p:cNvPr id="9" name="Group 8">
                      <a:extLst>
                        <a:ext uri="{FF2B5EF4-FFF2-40B4-BE49-F238E27FC236}">
                          <a16:creationId xmlns:a16="http://schemas.microsoft.com/office/drawing/2014/main" id="{7B89F173-381D-3B9C-1583-DF23D4622E06}"/>
                        </a:ext>
                      </a:extLst>
                    </p:cNvPr>
                    <p:cNvGrpSpPr/>
                    <p:nvPr/>
                  </p:nvGrpSpPr>
                  <p:grpSpPr>
                    <a:xfrm flipV="1">
                      <a:off x="4955474" y="2685213"/>
                      <a:ext cx="1480399" cy="1482812"/>
                      <a:chOff x="2147546" y="2289378"/>
                      <a:chExt cx="2282200" cy="2285922"/>
                    </a:xfrm>
                  </p:grpSpPr>
                  <p:sp>
                    <p:nvSpPr>
                      <p:cNvPr id="10" name="Rectangle: Rounded Corners 103">
                        <a:extLst>
                          <a:ext uri="{FF2B5EF4-FFF2-40B4-BE49-F238E27FC236}">
                            <a16:creationId xmlns:a16="http://schemas.microsoft.com/office/drawing/2014/main" id="{FBC9BA9E-BE9F-8B31-069F-BBBFCD60F478}"/>
                          </a:ext>
                        </a:extLst>
                      </p:cNvPr>
                      <p:cNvSpPr/>
                      <p:nvPr/>
                    </p:nvSpPr>
                    <p:spPr>
                      <a:xfrm>
                        <a:off x="2147546" y="2289378"/>
                        <a:ext cx="2279244" cy="2279244"/>
                      </a:xfrm>
                      <a:prstGeom prst="ellipse">
                        <a:avLst/>
                      </a:prstGeom>
                      <a:solidFill>
                        <a:srgbClr val="F1F4F8"/>
                      </a:solidFill>
                      <a:ln w="12700" cap="flat" cmpd="sng" algn="ctr">
                        <a:noFill/>
                        <a:prstDash val="solid"/>
                        <a:miter lim="800000"/>
                      </a:ln>
                      <a:effectLst>
                        <a:outerShdw blurRad="76200" dist="76200" dir="8100000" algn="tr" rotWithShape="0">
                          <a:srgbClr val="DBDFEA">
                            <a:alpha val="5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1" name="Rectangle: Rounded Corners 104">
                        <a:extLst>
                          <a:ext uri="{FF2B5EF4-FFF2-40B4-BE49-F238E27FC236}">
                            <a16:creationId xmlns:a16="http://schemas.microsoft.com/office/drawing/2014/main" id="{C129B725-AB35-A2B9-5D71-0421D7E713FF}"/>
                          </a:ext>
                        </a:extLst>
                      </p:cNvPr>
                      <p:cNvSpPr/>
                      <p:nvPr/>
                    </p:nvSpPr>
                    <p:spPr>
                      <a:xfrm>
                        <a:off x="2147546" y="2289378"/>
                        <a:ext cx="2279244" cy="2279244"/>
                      </a:xfrm>
                      <a:prstGeom prst="ellipse">
                        <a:avLst/>
                      </a:prstGeom>
                      <a:solidFill>
                        <a:srgbClr val="F1F4F8"/>
                      </a:solidFill>
                      <a:ln w="12700" cap="flat" cmpd="sng" algn="ctr">
                        <a:noFill/>
                        <a:prstDash val="solid"/>
                        <a:miter lim="800000"/>
                      </a:ln>
                      <a:effectLst>
                        <a:outerShdw blurRad="76200" dist="76200" dir="18900000" algn="bl" rotWithShape="0">
                          <a:srgbClr val="FFFFFF"/>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2" name="Rectangle: Rounded Corners 105">
                        <a:extLst>
                          <a:ext uri="{FF2B5EF4-FFF2-40B4-BE49-F238E27FC236}">
                            <a16:creationId xmlns:a16="http://schemas.microsoft.com/office/drawing/2014/main" id="{DBCBDD0B-F696-EB28-4C74-B7F2B91BA821}"/>
                          </a:ext>
                        </a:extLst>
                      </p:cNvPr>
                      <p:cNvSpPr/>
                      <p:nvPr/>
                    </p:nvSpPr>
                    <p:spPr>
                      <a:xfrm>
                        <a:off x="2147546" y="2289378"/>
                        <a:ext cx="2279244" cy="2279244"/>
                      </a:xfrm>
                      <a:prstGeom prst="ellipse">
                        <a:avLst/>
                      </a:prstGeom>
                      <a:solidFill>
                        <a:srgbClr val="F1F4F8"/>
                      </a:solidFill>
                      <a:ln w="6350" cap="flat" cmpd="sng" algn="ctr">
                        <a:noFill/>
                        <a:prstDash val="solid"/>
                        <a:miter lim="800000"/>
                      </a:ln>
                      <a:effectLst>
                        <a:outerShdw blurRad="12700" dist="12700" dir="18900000" algn="bl" rotWithShape="0">
                          <a:srgbClr val="DBDFEA">
                            <a:alpha val="2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3" name="Rectangle: Rounded Corners 106">
                        <a:extLst>
                          <a:ext uri="{FF2B5EF4-FFF2-40B4-BE49-F238E27FC236}">
                            <a16:creationId xmlns:a16="http://schemas.microsoft.com/office/drawing/2014/main" id="{BF3C835A-4E45-7FBA-F704-D9AE5D65C49C}"/>
                          </a:ext>
                        </a:extLst>
                      </p:cNvPr>
                      <p:cNvSpPr/>
                      <p:nvPr/>
                    </p:nvSpPr>
                    <p:spPr>
                      <a:xfrm>
                        <a:off x="2150502" y="2296056"/>
                        <a:ext cx="2279244" cy="2279244"/>
                      </a:xfrm>
                      <a:prstGeom prst="ellipse">
                        <a:avLst/>
                      </a:prstGeom>
                      <a:solidFill>
                        <a:srgbClr val="EBECF0"/>
                      </a:solidFill>
                      <a:ln w="6350" cap="flat" cmpd="sng" algn="ctr">
                        <a:solidFill>
                          <a:srgbClr val="FFFFFF">
                            <a:alpha val="50000"/>
                          </a:srgbClr>
                        </a:solidFill>
                        <a:prstDash val="solid"/>
                        <a:miter lim="800000"/>
                      </a:ln>
                      <a:effectLst>
                        <a:innerShdw blurRad="381000" dist="190500" dir="18900000">
                          <a:srgbClr val="FFFFFF">
                            <a:alpha val="50000"/>
                          </a:srgbClr>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grpSp>
                <p:pic>
                  <p:nvPicPr>
                    <p:cNvPr id="1444" name="Google Shape;1331;p19" descr="A blue and black logo with a city and atom&#10;&#10;Description automatically generated">
                      <a:extLst>
                        <a:ext uri="{FF2B5EF4-FFF2-40B4-BE49-F238E27FC236}">
                          <a16:creationId xmlns:a16="http://schemas.microsoft.com/office/drawing/2014/main" id="{06E0DDC3-5DDB-70D0-198A-AA8F07F7EBE8}"/>
                        </a:ext>
                      </a:extLst>
                    </p:cNvPr>
                    <p:cNvPicPr preferRelativeResize="0"/>
                    <p:nvPr/>
                  </p:nvPicPr>
                  <p:blipFill rotWithShape="1">
                    <a:blip r:embed="rId3">
                      <a:alphaModFix/>
                    </a:blip>
                    <a:srcRect/>
                    <a:stretch/>
                  </p:blipFill>
                  <p:spPr>
                    <a:xfrm>
                      <a:off x="5139921" y="2752434"/>
                      <a:ext cx="1111504" cy="1348370"/>
                    </a:xfrm>
                    <a:prstGeom prst="rect">
                      <a:avLst/>
                    </a:prstGeom>
                    <a:noFill/>
                    <a:ln>
                      <a:noFill/>
                    </a:ln>
                  </p:spPr>
                </p:pic>
              </p:grpSp>
              <p:grpSp>
                <p:nvGrpSpPr>
                  <p:cNvPr id="1474" name="Group 1473">
                    <a:extLst>
                      <a:ext uri="{FF2B5EF4-FFF2-40B4-BE49-F238E27FC236}">
                        <a16:creationId xmlns:a16="http://schemas.microsoft.com/office/drawing/2014/main" id="{4D01F097-015A-461D-E714-BE01C2F65D4F}"/>
                      </a:ext>
                    </a:extLst>
                  </p:cNvPr>
                  <p:cNvGrpSpPr/>
                  <p:nvPr/>
                </p:nvGrpSpPr>
                <p:grpSpPr>
                  <a:xfrm>
                    <a:off x="6314830" y="4195170"/>
                    <a:ext cx="569473" cy="636309"/>
                    <a:chOff x="3360367" y="2928019"/>
                    <a:chExt cx="1974850" cy="2206625"/>
                  </a:xfrm>
                </p:grpSpPr>
                <p:sp>
                  <p:nvSpPr>
                    <p:cNvPr id="1481" name="Honey background">
                      <a:extLst>
                        <a:ext uri="{FF2B5EF4-FFF2-40B4-BE49-F238E27FC236}">
                          <a16:creationId xmlns:a16="http://schemas.microsoft.com/office/drawing/2014/main" id="{A5E6E249-5F7F-DEC2-5FD6-00DC0AB58440}"/>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8100000" algn="tr" rotWithShape="0">
                        <a:srgbClr val="DBDFEA">
                          <a:alpha val="5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84" name="Honey background">
                      <a:extLst>
                        <a:ext uri="{FF2B5EF4-FFF2-40B4-BE49-F238E27FC236}">
                          <a16:creationId xmlns:a16="http://schemas.microsoft.com/office/drawing/2014/main" id="{5A41468C-53BE-9CB7-6B67-429CF86D5EA3}"/>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18900000" algn="bl" rotWithShape="0">
                        <a:srgbClr val="FFFFFF"/>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85" name="Honey background">
                      <a:extLst>
                        <a:ext uri="{FF2B5EF4-FFF2-40B4-BE49-F238E27FC236}">
                          <a16:creationId xmlns:a16="http://schemas.microsoft.com/office/drawing/2014/main" id="{CB7E6D8C-A1C1-CD28-0275-0268B06A6D89}"/>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6350" cap="flat" cmpd="sng" algn="ctr">
                      <a:noFill/>
                      <a:prstDash val="solid"/>
                      <a:miter lim="800000"/>
                    </a:ln>
                    <a:effectLst>
                      <a:outerShdw blurRad="12700" dist="12700" dir="18900000" algn="bl" rotWithShape="0">
                        <a:srgbClr val="DBDFEA">
                          <a:alpha val="2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86" name="Freeform: Shape 23">
                      <a:extLst>
                        <a:ext uri="{FF2B5EF4-FFF2-40B4-BE49-F238E27FC236}">
                          <a16:creationId xmlns:a16="http://schemas.microsoft.com/office/drawing/2014/main" id="{8B1E9AF6-F7F6-B471-E291-F495856FD295}"/>
                        </a:ext>
                      </a:extLst>
                    </p:cNvPr>
                    <p:cNvSpPr/>
                    <p:nvPr/>
                  </p:nvSpPr>
                  <p:spPr>
                    <a:xfrm>
                      <a:off x="3360367" y="2944105"/>
                      <a:ext cx="1974849" cy="2174453"/>
                    </a:xfrm>
                    <a:custGeom>
                      <a:avLst/>
                      <a:gdLst>
                        <a:gd name="connsiteX0" fmla="*/ 987898 w 1974849"/>
                        <a:gd name="connsiteY0" fmla="*/ 0 h 2174453"/>
                        <a:gd name="connsiteX1" fmla="*/ 1165237 w 1974849"/>
                        <a:gd name="connsiteY1" fmla="*/ 48258 h 2174453"/>
                        <a:gd name="connsiteX2" fmla="*/ 1800821 w 1974849"/>
                        <a:gd name="connsiteY2" fmla="*/ 415398 h 2174453"/>
                        <a:gd name="connsiteX3" fmla="*/ 1974849 w 1974849"/>
                        <a:gd name="connsiteY3" fmla="*/ 718194 h 2174453"/>
                        <a:gd name="connsiteX4" fmla="*/ 1974849 w 1974849"/>
                        <a:gd name="connsiteY4" fmla="*/ 1456259 h 2174453"/>
                        <a:gd name="connsiteX5" fmla="*/ 1800821 w 1974849"/>
                        <a:gd name="connsiteY5" fmla="*/ 1759055 h 2174453"/>
                        <a:gd name="connsiteX6" fmla="*/ 1165237 w 1974849"/>
                        <a:gd name="connsiteY6" fmla="*/ 2126195 h 2174453"/>
                        <a:gd name="connsiteX7" fmla="*/ 813396 w 1974849"/>
                        <a:gd name="connsiteY7" fmla="*/ 2126195 h 2174453"/>
                        <a:gd name="connsiteX8" fmla="*/ 177812 w 1974849"/>
                        <a:gd name="connsiteY8" fmla="*/ 1759055 h 2174453"/>
                        <a:gd name="connsiteX9" fmla="*/ 0 w 1974849"/>
                        <a:gd name="connsiteY9" fmla="*/ 1456259 h 2174453"/>
                        <a:gd name="connsiteX10" fmla="*/ 0 w 1974849"/>
                        <a:gd name="connsiteY10" fmla="*/ 718194 h 2174453"/>
                        <a:gd name="connsiteX11" fmla="*/ 177812 w 1974849"/>
                        <a:gd name="connsiteY11" fmla="*/ 415398 h 2174453"/>
                        <a:gd name="connsiteX12" fmla="*/ 813396 w 1974849"/>
                        <a:gd name="connsiteY12" fmla="*/ 48258 h 2174453"/>
                        <a:gd name="connsiteX13" fmla="*/ 987898 w 1974849"/>
                        <a:gd name="connsiteY13" fmla="*/ 0 h 21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74849" h="2174453">
                          <a:moveTo>
                            <a:pt x="987898" y="0"/>
                          </a:moveTo>
                          <a:cubicBezTo>
                            <a:pt x="1048902" y="0"/>
                            <a:pt x="1110380" y="16086"/>
                            <a:pt x="1165237" y="48258"/>
                          </a:cubicBezTo>
                          <a:cubicBezTo>
                            <a:pt x="1800821" y="415398"/>
                            <a:pt x="1800821" y="415398"/>
                            <a:pt x="1800821" y="415398"/>
                          </a:cubicBezTo>
                          <a:cubicBezTo>
                            <a:pt x="1910535" y="475957"/>
                            <a:pt x="1974849" y="593290"/>
                            <a:pt x="1974849" y="718194"/>
                          </a:cubicBezTo>
                          <a:cubicBezTo>
                            <a:pt x="1974849" y="1456259"/>
                            <a:pt x="1974849" y="1456259"/>
                            <a:pt x="1974849" y="1456259"/>
                          </a:cubicBezTo>
                          <a:cubicBezTo>
                            <a:pt x="1974849" y="1581162"/>
                            <a:pt x="1910535" y="1694710"/>
                            <a:pt x="1800821" y="1759055"/>
                          </a:cubicBezTo>
                          <a:cubicBezTo>
                            <a:pt x="1165237" y="2126195"/>
                            <a:pt x="1165237" y="2126195"/>
                            <a:pt x="1165237" y="2126195"/>
                          </a:cubicBezTo>
                          <a:cubicBezTo>
                            <a:pt x="1055523" y="2190539"/>
                            <a:pt x="919326" y="2190539"/>
                            <a:pt x="813396" y="2126195"/>
                          </a:cubicBezTo>
                          <a:cubicBezTo>
                            <a:pt x="177812" y="1759055"/>
                            <a:pt x="177812" y="1759055"/>
                            <a:pt x="177812" y="1759055"/>
                          </a:cubicBezTo>
                          <a:cubicBezTo>
                            <a:pt x="68098" y="1694710"/>
                            <a:pt x="0" y="1581162"/>
                            <a:pt x="0" y="1456259"/>
                          </a:cubicBezTo>
                          <a:cubicBezTo>
                            <a:pt x="0" y="718194"/>
                            <a:pt x="0" y="718194"/>
                            <a:pt x="0" y="718194"/>
                          </a:cubicBezTo>
                          <a:cubicBezTo>
                            <a:pt x="0" y="593290"/>
                            <a:pt x="68098" y="475957"/>
                            <a:pt x="177812" y="415398"/>
                          </a:cubicBezTo>
                          <a:cubicBezTo>
                            <a:pt x="813396" y="48258"/>
                            <a:pt x="813396" y="48258"/>
                            <a:pt x="813396" y="48258"/>
                          </a:cubicBezTo>
                          <a:cubicBezTo>
                            <a:pt x="866361" y="16086"/>
                            <a:pt x="926893" y="0"/>
                            <a:pt x="987898" y="0"/>
                          </a:cubicBezTo>
                          <a:close/>
                        </a:path>
                      </a:pathLst>
                    </a:custGeom>
                    <a:solidFill>
                      <a:srgbClr val="F1F4F8"/>
                    </a:solidFill>
                    <a:ln w="6350" cap="flat" cmpd="sng" algn="ctr">
                      <a:solidFill>
                        <a:srgbClr val="FFFFFF">
                          <a:alpha val="50000"/>
                        </a:srgbClr>
                      </a:solidFill>
                      <a:prstDash val="solid"/>
                      <a:miter lim="800000"/>
                    </a:ln>
                    <a:effectLst>
                      <a:innerShdw blurRad="381000" dist="190500" dir="18900000">
                        <a:srgbClr val="EBECF0">
                          <a:alpha val="50000"/>
                        </a:srgbClr>
                      </a:innerShdw>
                    </a:effectLst>
                  </p:spPr>
                  <p:txBody>
                    <a:bodyPr lIns="182880" tIns="274320" rIns="182880" rtlCol="0" anchor="t"/>
                    <a:lstStyle/>
                    <a:p>
                      <a:pPr marL="0" marR="0" lvl="0" indent="0" algn="ctr" defTabSz="914400" rtl="0" eaLnBrk="1" fontAlgn="auto" latinLnBrk="0" hangingPunct="1">
                        <a:lnSpc>
                          <a:spcPct val="110000"/>
                        </a:lnSpc>
                        <a:spcBef>
                          <a:spcPts val="600"/>
                        </a:spcBef>
                        <a:spcAft>
                          <a:spcPts val="0"/>
                        </a:spcAft>
                        <a:buClrTx/>
                        <a:buSzTx/>
                        <a:buFontTx/>
                        <a:buNone/>
                        <a:tabLst/>
                        <a:defRPr/>
                      </a:pPr>
                      <a:endParaRPr kumimoji="0" lang="en-US" sz="1000" b="0" i="0" u="none" strike="noStrike" kern="0" cap="none" spc="0" normalizeH="0" baseline="0" noProof="0">
                        <a:ln>
                          <a:noFill/>
                        </a:ln>
                        <a:solidFill>
                          <a:srgbClr val="526290">
                            <a:alpha val="70000"/>
                          </a:srgbClr>
                        </a:solidFill>
                        <a:effectLst/>
                        <a:uLnTx/>
                        <a:uFillTx/>
                        <a:latin typeface="Inter"/>
                        <a:ea typeface="+mn-ea"/>
                        <a:cs typeface="+mn-cs"/>
                      </a:endParaRPr>
                    </a:p>
                  </p:txBody>
                </p:sp>
              </p:grpSp>
              <p:grpSp>
                <p:nvGrpSpPr>
                  <p:cNvPr id="1487" name="Group 1486">
                    <a:extLst>
                      <a:ext uri="{FF2B5EF4-FFF2-40B4-BE49-F238E27FC236}">
                        <a16:creationId xmlns:a16="http://schemas.microsoft.com/office/drawing/2014/main" id="{6ACE38EC-0A71-D9C8-0F91-44F236ACC5DB}"/>
                      </a:ext>
                    </a:extLst>
                  </p:cNvPr>
                  <p:cNvGrpSpPr/>
                  <p:nvPr/>
                </p:nvGrpSpPr>
                <p:grpSpPr>
                  <a:xfrm>
                    <a:off x="5436825" y="4195170"/>
                    <a:ext cx="569473" cy="636309"/>
                    <a:chOff x="3360367" y="2928019"/>
                    <a:chExt cx="1974850" cy="2206625"/>
                  </a:xfrm>
                </p:grpSpPr>
                <p:sp>
                  <p:nvSpPr>
                    <p:cNvPr id="1488" name="Honey background">
                      <a:extLst>
                        <a:ext uri="{FF2B5EF4-FFF2-40B4-BE49-F238E27FC236}">
                          <a16:creationId xmlns:a16="http://schemas.microsoft.com/office/drawing/2014/main" id="{7A9BF142-1FB1-B981-32D0-C5B985F627B6}"/>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8100000" algn="tr" rotWithShape="0">
                        <a:srgbClr val="DBDFEA">
                          <a:alpha val="5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91" name="Honey background">
                      <a:extLst>
                        <a:ext uri="{FF2B5EF4-FFF2-40B4-BE49-F238E27FC236}">
                          <a16:creationId xmlns:a16="http://schemas.microsoft.com/office/drawing/2014/main" id="{B7B00239-5EE8-290C-87ED-D0DF115C9B84}"/>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18900000" algn="bl" rotWithShape="0">
                        <a:srgbClr val="FFFFFF"/>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92" name="Honey background">
                      <a:extLst>
                        <a:ext uri="{FF2B5EF4-FFF2-40B4-BE49-F238E27FC236}">
                          <a16:creationId xmlns:a16="http://schemas.microsoft.com/office/drawing/2014/main" id="{8CB5B120-6315-07DF-AB6E-8CC6799780F3}"/>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6350" cap="flat" cmpd="sng" algn="ctr">
                      <a:noFill/>
                      <a:prstDash val="solid"/>
                      <a:miter lim="800000"/>
                    </a:ln>
                    <a:effectLst>
                      <a:outerShdw blurRad="12700" dist="12700" dir="18900000" algn="bl" rotWithShape="0">
                        <a:srgbClr val="DBDFEA">
                          <a:alpha val="2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93" name="Freeform: Shape 23">
                      <a:extLst>
                        <a:ext uri="{FF2B5EF4-FFF2-40B4-BE49-F238E27FC236}">
                          <a16:creationId xmlns:a16="http://schemas.microsoft.com/office/drawing/2014/main" id="{ED37FEC3-ACA8-690C-1AED-A1406536FF0C}"/>
                        </a:ext>
                      </a:extLst>
                    </p:cNvPr>
                    <p:cNvSpPr/>
                    <p:nvPr/>
                  </p:nvSpPr>
                  <p:spPr>
                    <a:xfrm>
                      <a:off x="3360367" y="2944105"/>
                      <a:ext cx="1974849" cy="2174453"/>
                    </a:xfrm>
                    <a:custGeom>
                      <a:avLst/>
                      <a:gdLst>
                        <a:gd name="connsiteX0" fmla="*/ 987898 w 1974849"/>
                        <a:gd name="connsiteY0" fmla="*/ 0 h 2174453"/>
                        <a:gd name="connsiteX1" fmla="*/ 1165237 w 1974849"/>
                        <a:gd name="connsiteY1" fmla="*/ 48258 h 2174453"/>
                        <a:gd name="connsiteX2" fmla="*/ 1800821 w 1974849"/>
                        <a:gd name="connsiteY2" fmla="*/ 415398 h 2174453"/>
                        <a:gd name="connsiteX3" fmla="*/ 1974849 w 1974849"/>
                        <a:gd name="connsiteY3" fmla="*/ 718194 h 2174453"/>
                        <a:gd name="connsiteX4" fmla="*/ 1974849 w 1974849"/>
                        <a:gd name="connsiteY4" fmla="*/ 1456259 h 2174453"/>
                        <a:gd name="connsiteX5" fmla="*/ 1800821 w 1974849"/>
                        <a:gd name="connsiteY5" fmla="*/ 1759055 h 2174453"/>
                        <a:gd name="connsiteX6" fmla="*/ 1165237 w 1974849"/>
                        <a:gd name="connsiteY6" fmla="*/ 2126195 h 2174453"/>
                        <a:gd name="connsiteX7" fmla="*/ 813396 w 1974849"/>
                        <a:gd name="connsiteY7" fmla="*/ 2126195 h 2174453"/>
                        <a:gd name="connsiteX8" fmla="*/ 177812 w 1974849"/>
                        <a:gd name="connsiteY8" fmla="*/ 1759055 h 2174453"/>
                        <a:gd name="connsiteX9" fmla="*/ 0 w 1974849"/>
                        <a:gd name="connsiteY9" fmla="*/ 1456259 h 2174453"/>
                        <a:gd name="connsiteX10" fmla="*/ 0 w 1974849"/>
                        <a:gd name="connsiteY10" fmla="*/ 718194 h 2174453"/>
                        <a:gd name="connsiteX11" fmla="*/ 177812 w 1974849"/>
                        <a:gd name="connsiteY11" fmla="*/ 415398 h 2174453"/>
                        <a:gd name="connsiteX12" fmla="*/ 813396 w 1974849"/>
                        <a:gd name="connsiteY12" fmla="*/ 48258 h 2174453"/>
                        <a:gd name="connsiteX13" fmla="*/ 987898 w 1974849"/>
                        <a:gd name="connsiteY13" fmla="*/ 0 h 21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74849" h="2174453">
                          <a:moveTo>
                            <a:pt x="987898" y="0"/>
                          </a:moveTo>
                          <a:cubicBezTo>
                            <a:pt x="1048902" y="0"/>
                            <a:pt x="1110380" y="16086"/>
                            <a:pt x="1165237" y="48258"/>
                          </a:cubicBezTo>
                          <a:cubicBezTo>
                            <a:pt x="1800821" y="415398"/>
                            <a:pt x="1800821" y="415398"/>
                            <a:pt x="1800821" y="415398"/>
                          </a:cubicBezTo>
                          <a:cubicBezTo>
                            <a:pt x="1910535" y="475957"/>
                            <a:pt x="1974849" y="593290"/>
                            <a:pt x="1974849" y="718194"/>
                          </a:cubicBezTo>
                          <a:cubicBezTo>
                            <a:pt x="1974849" y="1456259"/>
                            <a:pt x="1974849" y="1456259"/>
                            <a:pt x="1974849" y="1456259"/>
                          </a:cubicBezTo>
                          <a:cubicBezTo>
                            <a:pt x="1974849" y="1581162"/>
                            <a:pt x="1910535" y="1694710"/>
                            <a:pt x="1800821" y="1759055"/>
                          </a:cubicBezTo>
                          <a:cubicBezTo>
                            <a:pt x="1165237" y="2126195"/>
                            <a:pt x="1165237" y="2126195"/>
                            <a:pt x="1165237" y="2126195"/>
                          </a:cubicBezTo>
                          <a:cubicBezTo>
                            <a:pt x="1055523" y="2190539"/>
                            <a:pt x="919326" y="2190539"/>
                            <a:pt x="813396" y="2126195"/>
                          </a:cubicBezTo>
                          <a:cubicBezTo>
                            <a:pt x="177812" y="1759055"/>
                            <a:pt x="177812" y="1759055"/>
                            <a:pt x="177812" y="1759055"/>
                          </a:cubicBezTo>
                          <a:cubicBezTo>
                            <a:pt x="68098" y="1694710"/>
                            <a:pt x="0" y="1581162"/>
                            <a:pt x="0" y="1456259"/>
                          </a:cubicBezTo>
                          <a:cubicBezTo>
                            <a:pt x="0" y="718194"/>
                            <a:pt x="0" y="718194"/>
                            <a:pt x="0" y="718194"/>
                          </a:cubicBezTo>
                          <a:cubicBezTo>
                            <a:pt x="0" y="593290"/>
                            <a:pt x="68098" y="475957"/>
                            <a:pt x="177812" y="415398"/>
                          </a:cubicBezTo>
                          <a:cubicBezTo>
                            <a:pt x="813396" y="48258"/>
                            <a:pt x="813396" y="48258"/>
                            <a:pt x="813396" y="48258"/>
                          </a:cubicBezTo>
                          <a:cubicBezTo>
                            <a:pt x="866361" y="16086"/>
                            <a:pt x="926893" y="0"/>
                            <a:pt x="987898" y="0"/>
                          </a:cubicBezTo>
                          <a:close/>
                        </a:path>
                      </a:pathLst>
                    </a:custGeom>
                    <a:solidFill>
                      <a:srgbClr val="F1F4F8"/>
                    </a:solidFill>
                    <a:ln w="6350" cap="flat" cmpd="sng" algn="ctr">
                      <a:solidFill>
                        <a:srgbClr val="FFFFFF">
                          <a:alpha val="50000"/>
                        </a:srgbClr>
                      </a:solidFill>
                      <a:prstDash val="solid"/>
                      <a:miter lim="800000"/>
                    </a:ln>
                    <a:effectLst>
                      <a:innerShdw blurRad="381000" dist="190500" dir="18900000">
                        <a:srgbClr val="EBECF0">
                          <a:alpha val="50000"/>
                        </a:srgbClr>
                      </a:innerShdw>
                    </a:effectLst>
                  </p:spPr>
                  <p:txBody>
                    <a:bodyPr lIns="182880" tIns="274320" rIns="182880" rtlCol="0" anchor="t"/>
                    <a:lstStyle/>
                    <a:p>
                      <a:pPr marL="0" marR="0" lvl="0" indent="0" algn="ctr" defTabSz="914400" rtl="0" eaLnBrk="1" fontAlgn="auto" latinLnBrk="0" hangingPunct="1">
                        <a:lnSpc>
                          <a:spcPct val="110000"/>
                        </a:lnSpc>
                        <a:spcBef>
                          <a:spcPts val="600"/>
                        </a:spcBef>
                        <a:spcAft>
                          <a:spcPts val="0"/>
                        </a:spcAft>
                        <a:buClrTx/>
                        <a:buSzTx/>
                        <a:buFontTx/>
                        <a:buNone/>
                        <a:tabLst/>
                        <a:defRPr/>
                      </a:pPr>
                      <a:endParaRPr kumimoji="0" lang="en-US" sz="1000" b="0" i="0" u="none" strike="noStrike" kern="0" cap="none" spc="0" normalizeH="0" baseline="0" noProof="0">
                        <a:ln>
                          <a:noFill/>
                        </a:ln>
                        <a:solidFill>
                          <a:srgbClr val="526290">
                            <a:alpha val="70000"/>
                          </a:srgbClr>
                        </a:solidFill>
                        <a:effectLst/>
                        <a:uLnTx/>
                        <a:uFillTx/>
                        <a:latin typeface="Inter"/>
                        <a:ea typeface="+mn-ea"/>
                        <a:cs typeface="+mn-cs"/>
                      </a:endParaRPr>
                    </a:p>
                  </p:txBody>
                </p:sp>
              </p:grpSp>
              <p:grpSp>
                <p:nvGrpSpPr>
                  <p:cNvPr id="18" name="Group 17">
                    <a:extLst>
                      <a:ext uri="{FF2B5EF4-FFF2-40B4-BE49-F238E27FC236}">
                        <a16:creationId xmlns:a16="http://schemas.microsoft.com/office/drawing/2014/main" id="{907E22BE-2C39-7328-29B4-065D70B578F0}"/>
                      </a:ext>
                    </a:extLst>
                  </p:cNvPr>
                  <p:cNvGrpSpPr/>
                  <p:nvPr/>
                </p:nvGrpSpPr>
                <p:grpSpPr>
                  <a:xfrm>
                    <a:off x="6929713" y="2699625"/>
                    <a:ext cx="569473" cy="636309"/>
                    <a:chOff x="3360367" y="2928019"/>
                    <a:chExt cx="1974850" cy="2206625"/>
                  </a:xfrm>
                </p:grpSpPr>
                <p:sp>
                  <p:nvSpPr>
                    <p:cNvPr id="20" name="Honey background">
                      <a:extLst>
                        <a:ext uri="{FF2B5EF4-FFF2-40B4-BE49-F238E27FC236}">
                          <a16:creationId xmlns:a16="http://schemas.microsoft.com/office/drawing/2014/main" id="{EAE2F1F0-9536-2630-9399-7F70D5000580}"/>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8100000" algn="tr" rotWithShape="0">
                        <a:srgbClr val="DBDFEA">
                          <a:alpha val="5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21" name="Honey background">
                      <a:extLst>
                        <a:ext uri="{FF2B5EF4-FFF2-40B4-BE49-F238E27FC236}">
                          <a16:creationId xmlns:a16="http://schemas.microsoft.com/office/drawing/2014/main" id="{E0F9C7D7-A330-C99C-D28A-319DAFED0B56}"/>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18900000" algn="bl" rotWithShape="0">
                        <a:srgbClr val="FFFFFF"/>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22" name="Honey background">
                      <a:extLst>
                        <a:ext uri="{FF2B5EF4-FFF2-40B4-BE49-F238E27FC236}">
                          <a16:creationId xmlns:a16="http://schemas.microsoft.com/office/drawing/2014/main" id="{CFB486CA-CB8A-9633-D970-DCF72112C2BE}"/>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6350" cap="flat" cmpd="sng" algn="ctr">
                      <a:noFill/>
                      <a:prstDash val="solid"/>
                      <a:miter lim="800000"/>
                    </a:ln>
                    <a:effectLst>
                      <a:outerShdw blurRad="12700" dist="12700" dir="18900000" algn="bl" rotWithShape="0">
                        <a:srgbClr val="DBDFEA">
                          <a:alpha val="2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23" name="Freeform: Shape 23">
                      <a:extLst>
                        <a:ext uri="{FF2B5EF4-FFF2-40B4-BE49-F238E27FC236}">
                          <a16:creationId xmlns:a16="http://schemas.microsoft.com/office/drawing/2014/main" id="{8E8478DC-86A9-CC16-794A-276D83E7A375}"/>
                        </a:ext>
                      </a:extLst>
                    </p:cNvPr>
                    <p:cNvSpPr/>
                    <p:nvPr/>
                  </p:nvSpPr>
                  <p:spPr>
                    <a:xfrm>
                      <a:off x="3360367" y="2944105"/>
                      <a:ext cx="1974849" cy="2174453"/>
                    </a:xfrm>
                    <a:custGeom>
                      <a:avLst/>
                      <a:gdLst>
                        <a:gd name="connsiteX0" fmla="*/ 987898 w 1974849"/>
                        <a:gd name="connsiteY0" fmla="*/ 0 h 2174453"/>
                        <a:gd name="connsiteX1" fmla="*/ 1165237 w 1974849"/>
                        <a:gd name="connsiteY1" fmla="*/ 48258 h 2174453"/>
                        <a:gd name="connsiteX2" fmla="*/ 1800821 w 1974849"/>
                        <a:gd name="connsiteY2" fmla="*/ 415398 h 2174453"/>
                        <a:gd name="connsiteX3" fmla="*/ 1974849 w 1974849"/>
                        <a:gd name="connsiteY3" fmla="*/ 718194 h 2174453"/>
                        <a:gd name="connsiteX4" fmla="*/ 1974849 w 1974849"/>
                        <a:gd name="connsiteY4" fmla="*/ 1456259 h 2174453"/>
                        <a:gd name="connsiteX5" fmla="*/ 1800821 w 1974849"/>
                        <a:gd name="connsiteY5" fmla="*/ 1759055 h 2174453"/>
                        <a:gd name="connsiteX6" fmla="*/ 1165237 w 1974849"/>
                        <a:gd name="connsiteY6" fmla="*/ 2126195 h 2174453"/>
                        <a:gd name="connsiteX7" fmla="*/ 813396 w 1974849"/>
                        <a:gd name="connsiteY7" fmla="*/ 2126195 h 2174453"/>
                        <a:gd name="connsiteX8" fmla="*/ 177812 w 1974849"/>
                        <a:gd name="connsiteY8" fmla="*/ 1759055 h 2174453"/>
                        <a:gd name="connsiteX9" fmla="*/ 0 w 1974849"/>
                        <a:gd name="connsiteY9" fmla="*/ 1456259 h 2174453"/>
                        <a:gd name="connsiteX10" fmla="*/ 0 w 1974849"/>
                        <a:gd name="connsiteY10" fmla="*/ 718194 h 2174453"/>
                        <a:gd name="connsiteX11" fmla="*/ 177812 w 1974849"/>
                        <a:gd name="connsiteY11" fmla="*/ 415398 h 2174453"/>
                        <a:gd name="connsiteX12" fmla="*/ 813396 w 1974849"/>
                        <a:gd name="connsiteY12" fmla="*/ 48258 h 2174453"/>
                        <a:gd name="connsiteX13" fmla="*/ 987898 w 1974849"/>
                        <a:gd name="connsiteY13" fmla="*/ 0 h 21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74849" h="2174453">
                          <a:moveTo>
                            <a:pt x="987898" y="0"/>
                          </a:moveTo>
                          <a:cubicBezTo>
                            <a:pt x="1048902" y="0"/>
                            <a:pt x="1110380" y="16086"/>
                            <a:pt x="1165237" y="48258"/>
                          </a:cubicBezTo>
                          <a:cubicBezTo>
                            <a:pt x="1800821" y="415398"/>
                            <a:pt x="1800821" y="415398"/>
                            <a:pt x="1800821" y="415398"/>
                          </a:cubicBezTo>
                          <a:cubicBezTo>
                            <a:pt x="1910535" y="475957"/>
                            <a:pt x="1974849" y="593290"/>
                            <a:pt x="1974849" y="718194"/>
                          </a:cubicBezTo>
                          <a:cubicBezTo>
                            <a:pt x="1974849" y="1456259"/>
                            <a:pt x="1974849" y="1456259"/>
                            <a:pt x="1974849" y="1456259"/>
                          </a:cubicBezTo>
                          <a:cubicBezTo>
                            <a:pt x="1974849" y="1581162"/>
                            <a:pt x="1910535" y="1694710"/>
                            <a:pt x="1800821" y="1759055"/>
                          </a:cubicBezTo>
                          <a:cubicBezTo>
                            <a:pt x="1165237" y="2126195"/>
                            <a:pt x="1165237" y="2126195"/>
                            <a:pt x="1165237" y="2126195"/>
                          </a:cubicBezTo>
                          <a:cubicBezTo>
                            <a:pt x="1055523" y="2190539"/>
                            <a:pt x="919326" y="2190539"/>
                            <a:pt x="813396" y="2126195"/>
                          </a:cubicBezTo>
                          <a:cubicBezTo>
                            <a:pt x="177812" y="1759055"/>
                            <a:pt x="177812" y="1759055"/>
                            <a:pt x="177812" y="1759055"/>
                          </a:cubicBezTo>
                          <a:cubicBezTo>
                            <a:pt x="68098" y="1694710"/>
                            <a:pt x="0" y="1581162"/>
                            <a:pt x="0" y="1456259"/>
                          </a:cubicBezTo>
                          <a:cubicBezTo>
                            <a:pt x="0" y="718194"/>
                            <a:pt x="0" y="718194"/>
                            <a:pt x="0" y="718194"/>
                          </a:cubicBezTo>
                          <a:cubicBezTo>
                            <a:pt x="0" y="593290"/>
                            <a:pt x="68098" y="475957"/>
                            <a:pt x="177812" y="415398"/>
                          </a:cubicBezTo>
                          <a:cubicBezTo>
                            <a:pt x="813396" y="48258"/>
                            <a:pt x="813396" y="48258"/>
                            <a:pt x="813396" y="48258"/>
                          </a:cubicBezTo>
                          <a:cubicBezTo>
                            <a:pt x="866361" y="16086"/>
                            <a:pt x="926893" y="0"/>
                            <a:pt x="987898" y="0"/>
                          </a:cubicBezTo>
                          <a:close/>
                        </a:path>
                      </a:pathLst>
                    </a:custGeom>
                    <a:solidFill>
                      <a:srgbClr val="F1F4F8"/>
                    </a:solidFill>
                    <a:ln w="6350" cap="flat" cmpd="sng" algn="ctr">
                      <a:solidFill>
                        <a:srgbClr val="FFFFFF">
                          <a:alpha val="50000"/>
                        </a:srgbClr>
                      </a:solidFill>
                      <a:prstDash val="solid"/>
                      <a:miter lim="800000"/>
                    </a:ln>
                    <a:effectLst>
                      <a:innerShdw blurRad="381000" dist="190500" dir="18900000">
                        <a:srgbClr val="EBECF0">
                          <a:alpha val="50000"/>
                        </a:srgbClr>
                      </a:innerShdw>
                    </a:effectLst>
                  </p:spPr>
                  <p:txBody>
                    <a:bodyPr lIns="182880" tIns="274320" rIns="182880" rtlCol="0" anchor="t"/>
                    <a:lstStyle/>
                    <a:p>
                      <a:pPr marL="0" marR="0" lvl="0" indent="0" algn="ctr" defTabSz="914400" rtl="0" eaLnBrk="1" fontAlgn="auto" latinLnBrk="0" hangingPunct="1">
                        <a:lnSpc>
                          <a:spcPct val="110000"/>
                        </a:lnSpc>
                        <a:spcBef>
                          <a:spcPts val="600"/>
                        </a:spcBef>
                        <a:spcAft>
                          <a:spcPts val="0"/>
                        </a:spcAft>
                        <a:buClrTx/>
                        <a:buSzTx/>
                        <a:buFontTx/>
                        <a:buNone/>
                        <a:tabLst/>
                        <a:defRPr/>
                      </a:pPr>
                      <a:endParaRPr kumimoji="0" lang="en-US" sz="1000" b="0" i="0" u="none" strike="noStrike" kern="0" cap="none" spc="0" normalizeH="0" baseline="0" noProof="0">
                        <a:ln>
                          <a:noFill/>
                        </a:ln>
                        <a:solidFill>
                          <a:srgbClr val="526290">
                            <a:alpha val="70000"/>
                          </a:srgbClr>
                        </a:solidFill>
                        <a:effectLst/>
                        <a:uLnTx/>
                        <a:uFillTx/>
                        <a:latin typeface="Inter"/>
                        <a:ea typeface="+mn-ea"/>
                        <a:cs typeface="+mn-cs"/>
                      </a:endParaRPr>
                    </a:p>
                  </p:txBody>
                </p:sp>
              </p:grpSp>
              <p:grpSp>
                <p:nvGrpSpPr>
                  <p:cNvPr id="25" name="Group 24">
                    <a:extLst>
                      <a:ext uri="{FF2B5EF4-FFF2-40B4-BE49-F238E27FC236}">
                        <a16:creationId xmlns:a16="http://schemas.microsoft.com/office/drawing/2014/main" id="{BD83BE2E-0B98-4355-89B5-F19EBA971F38}"/>
                      </a:ext>
                    </a:extLst>
                  </p:cNvPr>
                  <p:cNvGrpSpPr/>
                  <p:nvPr/>
                </p:nvGrpSpPr>
                <p:grpSpPr>
                  <a:xfrm>
                    <a:off x="4769156" y="2699625"/>
                    <a:ext cx="569473" cy="636309"/>
                    <a:chOff x="3360367" y="2928019"/>
                    <a:chExt cx="1974850" cy="2206625"/>
                  </a:xfrm>
                </p:grpSpPr>
                <p:sp>
                  <p:nvSpPr>
                    <p:cNvPr id="27" name="Honey background">
                      <a:extLst>
                        <a:ext uri="{FF2B5EF4-FFF2-40B4-BE49-F238E27FC236}">
                          <a16:creationId xmlns:a16="http://schemas.microsoft.com/office/drawing/2014/main" id="{3E9263AB-2E9C-FA25-64F7-86462B4D37B2}"/>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8100000" algn="tr" rotWithShape="0">
                        <a:srgbClr val="DBDFEA">
                          <a:alpha val="5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28" name="Honey background">
                      <a:extLst>
                        <a:ext uri="{FF2B5EF4-FFF2-40B4-BE49-F238E27FC236}">
                          <a16:creationId xmlns:a16="http://schemas.microsoft.com/office/drawing/2014/main" id="{383EF6B6-B790-00DF-ED13-81C6C4FD1123}"/>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18900000" algn="bl" rotWithShape="0">
                        <a:srgbClr val="FFFFFF"/>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29" name="Honey background">
                      <a:extLst>
                        <a:ext uri="{FF2B5EF4-FFF2-40B4-BE49-F238E27FC236}">
                          <a16:creationId xmlns:a16="http://schemas.microsoft.com/office/drawing/2014/main" id="{431A613D-99D5-2543-B97F-ED680F937E9D}"/>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6350" cap="flat" cmpd="sng" algn="ctr">
                      <a:noFill/>
                      <a:prstDash val="solid"/>
                      <a:miter lim="800000"/>
                    </a:ln>
                    <a:effectLst>
                      <a:outerShdw blurRad="12700" dist="12700" dir="18900000" algn="bl" rotWithShape="0">
                        <a:srgbClr val="DBDFEA">
                          <a:alpha val="2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30" name="Freeform: Shape 23">
                      <a:extLst>
                        <a:ext uri="{FF2B5EF4-FFF2-40B4-BE49-F238E27FC236}">
                          <a16:creationId xmlns:a16="http://schemas.microsoft.com/office/drawing/2014/main" id="{01398923-FE83-2BDA-9D0E-E7EE12EAEA72}"/>
                        </a:ext>
                      </a:extLst>
                    </p:cNvPr>
                    <p:cNvSpPr/>
                    <p:nvPr/>
                  </p:nvSpPr>
                  <p:spPr>
                    <a:xfrm>
                      <a:off x="3360367" y="2944105"/>
                      <a:ext cx="1974849" cy="2174453"/>
                    </a:xfrm>
                    <a:custGeom>
                      <a:avLst/>
                      <a:gdLst>
                        <a:gd name="connsiteX0" fmla="*/ 987898 w 1974849"/>
                        <a:gd name="connsiteY0" fmla="*/ 0 h 2174453"/>
                        <a:gd name="connsiteX1" fmla="*/ 1165237 w 1974849"/>
                        <a:gd name="connsiteY1" fmla="*/ 48258 h 2174453"/>
                        <a:gd name="connsiteX2" fmla="*/ 1800821 w 1974849"/>
                        <a:gd name="connsiteY2" fmla="*/ 415398 h 2174453"/>
                        <a:gd name="connsiteX3" fmla="*/ 1974849 w 1974849"/>
                        <a:gd name="connsiteY3" fmla="*/ 718194 h 2174453"/>
                        <a:gd name="connsiteX4" fmla="*/ 1974849 w 1974849"/>
                        <a:gd name="connsiteY4" fmla="*/ 1456259 h 2174453"/>
                        <a:gd name="connsiteX5" fmla="*/ 1800821 w 1974849"/>
                        <a:gd name="connsiteY5" fmla="*/ 1759055 h 2174453"/>
                        <a:gd name="connsiteX6" fmla="*/ 1165237 w 1974849"/>
                        <a:gd name="connsiteY6" fmla="*/ 2126195 h 2174453"/>
                        <a:gd name="connsiteX7" fmla="*/ 813396 w 1974849"/>
                        <a:gd name="connsiteY7" fmla="*/ 2126195 h 2174453"/>
                        <a:gd name="connsiteX8" fmla="*/ 177812 w 1974849"/>
                        <a:gd name="connsiteY8" fmla="*/ 1759055 h 2174453"/>
                        <a:gd name="connsiteX9" fmla="*/ 0 w 1974849"/>
                        <a:gd name="connsiteY9" fmla="*/ 1456259 h 2174453"/>
                        <a:gd name="connsiteX10" fmla="*/ 0 w 1974849"/>
                        <a:gd name="connsiteY10" fmla="*/ 718194 h 2174453"/>
                        <a:gd name="connsiteX11" fmla="*/ 177812 w 1974849"/>
                        <a:gd name="connsiteY11" fmla="*/ 415398 h 2174453"/>
                        <a:gd name="connsiteX12" fmla="*/ 813396 w 1974849"/>
                        <a:gd name="connsiteY12" fmla="*/ 48258 h 2174453"/>
                        <a:gd name="connsiteX13" fmla="*/ 987898 w 1974849"/>
                        <a:gd name="connsiteY13" fmla="*/ 0 h 21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74849" h="2174453">
                          <a:moveTo>
                            <a:pt x="987898" y="0"/>
                          </a:moveTo>
                          <a:cubicBezTo>
                            <a:pt x="1048902" y="0"/>
                            <a:pt x="1110380" y="16086"/>
                            <a:pt x="1165237" y="48258"/>
                          </a:cubicBezTo>
                          <a:cubicBezTo>
                            <a:pt x="1800821" y="415398"/>
                            <a:pt x="1800821" y="415398"/>
                            <a:pt x="1800821" y="415398"/>
                          </a:cubicBezTo>
                          <a:cubicBezTo>
                            <a:pt x="1910535" y="475957"/>
                            <a:pt x="1974849" y="593290"/>
                            <a:pt x="1974849" y="718194"/>
                          </a:cubicBezTo>
                          <a:cubicBezTo>
                            <a:pt x="1974849" y="1456259"/>
                            <a:pt x="1974849" y="1456259"/>
                            <a:pt x="1974849" y="1456259"/>
                          </a:cubicBezTo>
                          <a:cubicBezTo>
                            <a:pt x="1974849" y="1581162"/>
                            <a:pt x="1910535" y="1694710"/>
                            <a:pt x="1800821" y="1759055"/>
                          </a:cubicBezTo>
                          <a:cubicBezTo>
                            <a:pt x="1165237" y="2126195"/>
                            <a:pt x="1165237" y="2126195"/>
                            <a:pt x="1165237" y="2126195"/>
                          </a:cubicBezTo>
                          <a:cubicBezTo>
                            <a:pt x="1055523" y="2190539"/>
                            <a:pt x="919326" y="2190539"/>
                            <a:pt x="813396" y="2126195"/>
                          </a:cubicBezTo>
                          <a:cubicBezTo>
                            <a:pt x="177812" y="1759055"/>
                            <a:pt x="177812" y="1759055"/>
                            <a:pt x="177812" y="1759055"/>
                          </a:cubicBezTo>
                          <a:cubicBezTo>
                            <a:pt x="68098" y="1694710"/>
                            <a:pt x="0" y="1581162"/>
                            <a:pt x="0" y="1456259"/>
                          </a:cubicBezTo>
                          <a:cubicBezTo>
                            <a:pt x="0" y="718194"/>
                            <a:pt x="0" y="718194"/>
                            <a:pt x="0" y="718194"/>
                          </a:cubicBezTo>
                          <a:cubicBezTo>
                            <a:pt x="0" y="593290"/>
                            <a:pt x="68098" y="475957"/>
                            <a:pt x="177812" y="415398"/>
                          </a:cubicBezTo>
                          <a:cubicBezTo>
                            <a:pt x="813396" y="48258"/>
                            <a:pt x="813396" y="48258"/>
                            <a:pt x="813396" y="48258"/>
                          </a:cubicBezTo>
                          <a:cubicBezTo>
                            <a:pt x="866361" y="16086"/>
                            <a:pt x="926893" y="0"/>
                            <a:pt x="987898" y="0"/>
                          </a:cubicBezTo>
                          <a:close/>
                        </a:path>
                      </a:pathLst>
                    </a:custGeom>
                    <a:solidFill>
                      <a:srgbClr val="F1F4F8"/>
                    </a:solidFill>
                    <a:ln w="6350" cap="flat" cmpd="sng" algn="ctr">
                      <a:solidFill>
                        <a:srgbClr val="FFFFFF">
                          <a:alpha val="50000"/>
                        </a:srgbClr>
                      </a:solidFill>
                      <a:prstDash val="solid"/>
                      <a:miter lim="800000"/>
                    </a:ln>
                    <a:effectLst>
                      <a:innerShdw blurRad="381000" dist="190500" dir="18900000">
                        <a:srgbClr val="EBECF0">
                          <a:alpha val="50000"/>
                        </a:srgbClr>
                      </a:innerShdw>
                    </a:effectLst>
                  </p:spPr>
                  <p:txBody>
                    <a:bodyPr lIns="182880" tIns="274320" rIns="182880" rtlCol="0" anchor="t"/>
                    <a:lstStyle/>
                    <a:p>
                      <a:pPr marL="0" marR="0" lvl="0" indent="0" algn="ctr" defTabSz="914400" rtl="0" eaLnBrk="1" fontAlgn="auto" latinLnBrk="0" hangingPunct="1">
                        <a:lnSpc>
                          <a:spcPct val="110000"/>
                        </a:lnSpc>
                        <a:spcBef>
                          <a:spcPts val="600"/>
                        </a:spcBef>
                        <a:spcAft>
                          <a:spcPts val="0"/>
                        </a:spcAft>
                        <a:buClrTx/>
                        <a:buSzTx/>
                        <a:buFontTx/>
                        <a:buNone/>
                        <a:tabLst/>
                        <a:defRPr/>
                      </a:pPr>
                      <a:endParaRPr kumimoji="0" lang="en-US" sz="1000" b="0" i="0" u="none" strike="noStrike" kern="0" cap="none" spc="0" normalizeH="0" baseline="0" noProof="0">
                        <a:ln>
                          <a:noFill/>
                        </a:ln>
                        <a:solidFill>
                          <a:srgbClr val="526290">
                            <a:alpha val="70000"/>
                          </a:srgbClr>
                        </a:solidFill>
                        <a:effectLst/>
                        <a:uLnTx/>
                        <a:uFillTx/>
                        <a:latin typeface="Inter"/>
                        <a:ea typeface="+mn-ea"/>
                        <a:cs typeface="+mn-cs"/>
                      </a:endParaRPr>
                    </a:p>
                  </p:txBody>
                </p:sp>
              </p:grpSp>
              <p:grpSp>
                <p:nvGrpSpPr>
                  <p:cNvPr id="46" name="Group 45">
                    <a:extLst>
                      <a:ext uri="{FF2B5EF4-FFF2-40B4-BE49-F238E27FC236}">
                        <a16:creationId xmlns:a16="http://schemas.microsoft.com/office/drawing/2014/main" id="{BF5FDA61-84B1-ACDE-3E31-C8F69EDE4AB3}"/>
                      </a:ext>
                    </a:extLst>
                  </p:cNvPr>
                  <p:cNvGrpSpPr/>
                  <p:nvPr/>
                </p:nvGrpSpPr>
                <p:grpSpPr>
                  <a:xfrm>
                    <a:off x="6314830" y="2037727"/>
                    <a:ext cx="569473" cy="636309"/>
                    <a:chOff x="3360367" y="2928019"/>
                    <a:chExt cx="1974850" cy="2206625"/>
                  </a:xfrm>
                </p:grpSpPr>
                <p:sp>
                  <p:nvSpPr>
                    <p:cNvPr id="48" name="Honey background">
                      <a:extLst>
                        <a:ext uri="{FF2B5EF4-FFF2-40B4-BE49-F238E27FC236}">
                          <a16:creationId xmlns:a16="http://schemas.microsoft.com/office/drawing/2014/main" id="{048F1B00-B48D-6F4B-9327-1FFB1F651E9E}"/>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8100000" algn="tr" rotWithShape="0">
                        <a:srgbClr val="DBDFEA">
                          <a:alpha val="5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49" name="Honey background">
                      <a:extLst>
                        <a:ext uri="{FF2B5EF4-FFF2-40B4-BE49-F238E27FC236}">
                          <a16:creationId xmlns:a16="http://schemas.microsoft.com/office/drawing/2014/main" id="{D6B71589-9B1F-5160-A6F7-F140D5B5119C}"/>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18900000" algn="bl" rotWithShape="0">
                        <a:srgbClr val="FFFFFF"/>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50" name="Honey background">
                      <a:extLst>
                        <a:ext uri="{FF2B5EF4-FFF2-40B4-BE49-F238E27FC236}">
                          <a16:creationId xmlns:a16="http://schemas.microsoft.com/office/drawing/2014/main" id="{38ACE5FE-7291-FB0B-25F7-2B7FA10AB4DA}"/>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6350" cap="flat" cmpd="sng" algn="ctr">
                      <a:noFill/>
                      <a:prstDash val="solid"/>
                      <a:miter lim="800000"/>
                    </a:ln>
                    <a:effectLst>
                      <a:outerShdw blurRad="12700" dist="12700" dir="18900000" algn="bl" rotWithShape="0">
                        <a:srgbClr val="DBDFEA">
                          <a:alpha val="2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51" name="Freeform: Shape 23">
                      <a:extLst>
                        <a:ext uri="{FF2B5EF4-FFF2-40B4-BE49-F238E27FC236}">
                          <a16:creationId xmlns:a16="http://schemas.microsoft.com/office/drawing/2014/main" id="{616E0736-9281-CE0B-1FE8-12A179CB39B8}"/>
                        </a:ext>
                      </a:extLst>
                    </p:cNvPr>
                    <p:cNvSpPr/>
                    <p:nvPr/>
                  </p:nvSpPr>
                  <p:spPr>
                    <a:xfrm>
                      <a:off x="3360367" y="2944105"/>
                      <a:ext cx="1974849" cy="2174453"/>
                    </a:xfrm>
                    <a:custGeom>
                      <a:avLst/>
                      <a:gdLst>
                        <a:gd name="connsiteX0" fmla="*/ 987898 w 1974849"/>
                        <a:gd name="connsiteY0" fmla="*/ 0 h 2174453"/>
                        <a:gd name="connsiteX1" fmla="*/ 1165237 w 1974849"/>
                        <a:gd name="connsiteY1" fmla="*/ 48258 h 2174453"/>
                        <a:gd name="connsiteX2" fmla="*/ 1800821 w 1974849"/>
                        <a:gd name="connsiteY2" fmla="*/ 415398 h 2174453"/>
                        <a:gd name="connsiteX3" fmla="*/ 1974849 w 1974849"/>
                        <a:gd name="connsiteY3" fmla="*/ 718194 h 2174453"/>
                        <a:gd name="connsiteX4" fmla="*/ 1974849 w 1974849"/>
                        <a:gd name="connsiteY4" fmla="*/ 1456259 h 2174453"/>
                        <a:gd name="connsiteX5" fmla="*/ 1800821 w 1974849"/>
                        <a:gd name="connsiteY5" fmla="*/ 1759055 h 2174453"/>
                        <a:gd name="connsiteX6" fmla="*/ 1165237 w 1974849"/>
                        <a:gd name="connsiteY6" fmla="*/ 2126195 h 2174453"/>
                        <a:gd name="connsiteX7" fmla="*/ 813396 w 1974849"/>
                        <a:gd name="connsiteY7" fmla="*/ 2126195 h 2174453"/>
                        <a:gd name="connsiteX8" fmla="*/ 177812 w 1974849"/>
                        <a:gd name="connsiteY8" fmla="*/ 1759055 h 2174453"/>
                        <a:gd name="connsiteX9" fmla="*/ 0 w 1974849"/>
                        <a:gd name="connsiteY9" fmla="*/ 1456259 h 2174453"/>
                        <a:gd name="connsiteX10" fmla="*/ 0 w 1974849"/>
                        <a:gd name="connsiteY10" fmla="*/ 718194 h 2174453"/>
                        <a:gd name="connsiteX11" fmla="*/ 177812 w 1974849"/>
                        <a:gd name="connsiteY11" fmla="*/ 415398 h 2174453"/>
                        <a:gd name="connsiteX12" fmla="*/ 813396 w 1974849"/>
                        <a:gd name="connsiteY12" fmla="*/ 48258 h 2174453"/>
                        <a:gd name="connsiteX13" fmla="*/ 987898 w 1974849"/>
                        <a:gd name="connsiteY13" fmla="*/ 0 h 21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74849" h="2174453">
                          <a:moveTo>
                            <a:pt x="987898" y="0"/>
                          </a:moveTo>
                          <a:cubicBezTo>
                            <a:pt x="1048902" y="0"/>
                            <a:pt x="1110380" y="16086"/>
                            <a:pt x="1165237" y="48258"/>
                          </a:cubicBezTo>
                          <a:cubicBezTo>
                            <a:pt x="1800821" y="415398"/>
                            <a:pt x="1800821" y="415398"/>
                            <a:pt x="1800821" y="415398"/>
                          </a:cubicBezTo>
                          <a:cubicBezTo>
                            <a:pt x="1910535" y="475957"/>
                            <a:pt x="1974849" y="593290"/>
                            <a:pt x="1974849" y="718194"/>
                          </a:cubicBezTo>
                          <a:cubicBezTo>
                            <a:pt x="1974849" y="1456259"/>
                            <a:pt x="1974849" y="1456259"/>
                            <a:pt x="1974849" y="1456259"/>
                          </a:cubicBezTo>
                          <a:cubicBezTo>
                            <a:pt x="1974849" y="1581162"/>
                            <a:pt x="1910535" y="1694710"/>
                            <a:pt x="1800821" y="1759055"/>
                          </a:cubicBezTo>
                          <a:cubicBezTo>
                            <a:pt x="1165237" y="2126195"/>
                            <a:pt x="1165237" y="2126195"/>
                            <a:pt x="1165237" y="2126195"/>
                          </a:cubicBezTo>
                          <a:cubicBezTo>
                            <a:pt x="1055523" y="2190539"/>
                            <a:pt x="919326" y="2190539"/>
                            <a:pt x="813396" y="2126195"/>
                          </a:cubicBezTo>
                          <a:cubicBezTo>
                            <a:pt x="177812" y="1759055"/>
                            <a:pt x="177812" y="1759055"/>
                            <a:pt x="177812" y="1759055"/>
                          </a:cubicBezTo>
                          <a:cubicBezTo>
                            <a:pt x="68098" y="1694710"/>
                            <a:pt x="0" y="1581162"/>
                            <a:pt x="0" y="1456259"/>
                          </a:cubicBezTo>
                          <a:cubicBezTo>
                            <a:pt x="0" y="718194"/>
                            <a:pt x="0" y="718194"/>
                            <a:pt x="0" y="718194"/>
                          </a:cubicBezTo>
                          <a:cubicBezTo>
                            <a:pt x="0" y="593290"/>
                            <a:pt x="68098" y="475957"/>
                            <a:pt x="177812" y="415398"/>
                          </a:cubicBezTo>
                          <a:cubicBezTo>
                            <a:pt x="813396" y="48258"/>
                            <a:pt x="813396" y="48258"/>
                            <a:pt x="813396" y="48258"/>
                          </a:cubicBezTo>
                          <a:cubicBezTo>
                            <a:pt x="866361" y="16086"/>
                            <a:pt x="926893" y="0"/>
                            <a:pt x="987898" y="0"/>
                          </a:cubicBezTo>
                          <a:close/>
                        </a:path>
                      </a:pathLst>
                    </a:custGeom>
                    <a:solidFill>
                      <a:srgbClr val="F1F4F8"/>
                    </a:solidFill>
                    <a:ln w="6350" cap="flat" cmpd="sng" algn="ctr">
                      <a:solidFill>
                        <a:srgbClr val="FFFFFF">
                          <a:alpha val="50000"/>
                        </a:srgbClr>
                      </a:solidFill>
                      <a:prstDash val="solid"/>
                      <a:miter lim="800000"/>
                    </a:ln>
                    <a:effectLst>
                      <a:innerShdw blurRad="381000" dist="190500" dir="18900000">
                        <a:srgbClr val="EBECF0">
                          <a:alpha val="50000"/>
                        </a:srgbClr>
                      </a:innerShdw>
                    </a:effectLst>
                  </p:spPr>
                  <p:txBody>
                    <a:bodyPr lIns="182880" tIns="274320" rIns="182880" rtlCol="0" anchor="t"/>
                    <a:lstStyle/>
                    <a:p>
                      <a:pPr marL="0" marR="0" lvl="0" indent="0" algn="ctr" defTabSz="914400" rtl="0" eaLnBrk="1" fontAlgn="auto" latinLnBrk="0" hangingPunct="1">
                        <a:lnSpc>
                          <a:spcPct val="110000"/>
                        </a:lnSpc>
                        <a:spcBef>
                          <a:spcPts val="600"/>
                        </a:spcBef>
                        <a:spcAft>
                          <a:spcPts val="0"/>
                        </a:spcAft>
                        <a:buClrTx/>
                        <a:buSzTx/>
                        <a:buFontTx/>
                        <a:buNone/>
                        <a:tabLst/>
                        <a:defRPr/>
                      </a:pPr>
                      <a:endParaRPr kumimoji="0" lang="en-US" sz="1000" b="0" i="0" u="none" strike="noStrike" kern="0" cap="none" spc="0" normalizeH="0" baseline="0" noProof="0">
                        <a:ln>
                          <a:noFill/>
                        </a:ln>
                        <a:solidFill>
                          <a:srgbClr val="526290">
                            <a:alpha val="70000"/>
                          </a:srgbClr>
                        </a:solidFill>
                        <a:effectLst/>
                        <a:uLnTx/>
                        <a:uFillTx/>
                        <a:latin typeface="Inter"/>
                        <a:ea typeface="+mn-ea"/>
                        <a:cs typeface="+mn-cs"/>
                      </a:endParaRPr>
                    </a:p>
                  </p:txBody>
                </p:sp>
              </p:grpSp>
              <p:grpSp>
                <p:nvGrpSpPr>
                  <p:cNvPr id="53" name="Group 52">
                    <a:extLst>
                      <a:ext uri="{FF2B5EF4-FFF2-40B4-BE49-F238E27FC236}">
                        <a16:creationId xmlns:a16="http://schemas.microsoft.com/office/drawing/2014/main" id="{F5E66AA4-87AE-1F57-186F-DD6B5342E9F3}"/>
                      </a:ext>
                    </a:extLst>
                  </p:cNvPr>
                  <p:cNvGrpSpPr/>
                  <p:nvPr/>
                </p:nvGrpSpPr>
                <p:grpSpPr>
                  <a:xfrm>
                    <a:off x="5449348" y="2037727"/>
                    <a:ext cx="569473" cy="636309"/>
                    <a:chOff x="3360367" y="2928019"/>
                    <a:chExt cx="1974850" cy="2206625"/>
                  </a:xfrm>
                </p:grpSpPr>
                <p:sp>
                  <p:nvSpPr>
                    <p:cNvPr id="55" name="Honey background">
                      <a:extLst>
                        <a:ext uri="{FF2B5EF4-FFF2-40B4-BE49-F238E27FC236}">
                          <a16:creationId xmlns:a16="http://schemas.microsoft.com/office/drawing/2014/main" id="{FC7131BE-FC83-3C52-87B4-A3AA23D1D904}"/>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8100000" algn="tr" rotWithShape="0">
                        <a:srgbClr val="DBDFEA">
                          <a:alpha val="5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56" name="Honey background">
                      <a:extLst>
                        <a:ext uri="{FF2B5EF4-FFF2-40B4-BE49-F238E27FC236}">
                          <a16:creationId xmlns:a16="http://schemas.microsoft.com/office/drawing/2014/main" id="{6847D46D-D48C-9BB6-B286-FAAA66EDBD43}"/>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18900000" algn="bl" rotWithShape="0">
                        <a:srgbClr val="FFFFFF"/>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57" name="Honey background">
                      <a:extLst>
                        <a:ext uri="{FF2B5EF4-FFF2-40B4-BE49-F238E27FC236}">
                          <a16:creationId xmlns:a16="http://schemas.microsoft.com/office/drawing/2014/main" id="{8937DFB1-406C-73FC-0817-10FF09DFBE2A}"/>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6350" cap="flat" cmpd="sng" algn="ctr">
                      <a:noFill/>
                      <a:prstDash val="solid"/>
                      <a:miter lim="800000"/>
                    </a:ln>
                    <a:effectLst>
                      <a:outerShdw blurRad="12700" dist="12700" dir="18900000" algn="bl" rotWithShape="0">
                        <a:srgbClr val="DBDFEA">
                          <a:alpha val="2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58" name="Freeform: Shape 23">
                      <a:extLst>
                        <a:ext uri="{FF2B5EF4-FFF2-40B4-BE49-F238E27FC236}">
                          <a16:creationId xmlns:a16="http://schemas.microsoft.com/office/drawing/2014/main" id="{B4F96EBF-A7AA-0EF3-562B-4C0197A95310}"/>
                        </a:ext>
                      </a:extLst>
                    </p:cNvPr>
                    <p:cNvSpPr/>
                    <p:nvPr/>
                  </p:nvSpPr>
                  <p:spPr>
                    <a:xfrm>
                      <a:off x="3360367" y="2944105"/>
                      <a:ext cx="1974849" cy="2174453"/>
                    </a:xfrm>
                    <a:custGeom>
                      <a:avLst/>
                      <a:gdLst>
                        <a:gd name="connsiteX0" fmla="*/ 987898 w 1974849"/>
                        <a:gd name="connsiteY0" fmla="*/ 0 h 2174453"/>
                        <a:gd name="connsiteX1" fmla="*/ 1165237 w 1974849"/>
                        <a:gd name="connsiteY1" fmla="*/ 48258 h 2174453"/>
                        <a:gd name="connsiteX2" fmla="*/ 1800821 w 1974849"/>
                        <a:gd name="connsiteY2" fmla="*/ 415398 h 2174453"/>
                        <a:gd name="connsiteX3" fmla="*/ 1974849 w 1974849"/>
                        <a:gd name="connsiteY3" fmla="*/ 718194 h 2174453"/>
                        <a:gd name="connsiteX4" fmla="*/ 1974849 w 1974849"/>
                        <a:gd name="connsiteY4" fmla="*/ 1456259 h 2174453"/>
                        <a:gd name="connsiteX5" fmla="*/ 1800821 w 1974849"/>
                        <a:gd name="connsiteY5" fmla="*/ 1759055 h 2174453"/>
                        <a:gd name="connsiteX6" fmla="*/ 1165237 w 1974849"/>
                        <a:gd name="connsiteY6" fmla="*/ 2126195 h 2174453"/>
                        <a:gd name="connsiteX7" fmla="*/ 813396 w 1974849"/>
                        <a:gd name="connsiteY7" fmla="*/ 2126195 h 2174453"/>
                        <a:gd name="connsiteX8" fmla="*/ 177812 w 1974849"/>
                        <a:gd name="connsiteY8" fmla="*/ 1759055 h 2174453"/>
                        <a:gd name="connsiteX9" fmla="*/ 0 w 1974849"/>
                        <a:gd name="connsiteY9" fmla="*/ 1456259 h 2174453"/>
                        <a:gd name="connsiteX10" fmla="*/ 0 w 1974849"/>
                        <a:gd name="connsiteY10" fmla="*/ 718194 h 2174453"/>
                        <a:gd name="connsiteX11" fmla="*/ 177812 w 1974849"/>
                        <a:gd name="connsiteY11" fmla="*/ 415398 h 2174453"/>
                        <a:gd name="connsiteX12" fmla="*/ 813396 w 1974849"/>
                        <a:gd name="connsiteY12" fmla="*/ 48258 h 2174453"/>
                        <a:gd name="connsiteX13" fmla="*/ 987898 w 1974849"/>
                        <a:gd name="connsiteY13" fmla="*/ 0 h 21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74849" h="2174453">
                          <a:moveTo>
                            <a:pt x="987898" y="0"/>
                          </a:moveTo>
                          <a:cubicBezTo>
                            <a:pt x="1048902" y="0"/>
                            <a:pt x="1110380" y="16086"/>
                            <a:pt x="1165237" y="48258"/>
                          </a:cubicBezTo>
                          <a:cubicBezTo>
                            <a:pt x="1800821" y="415398"/>
                            <a:pt x="1800821" y="415398"/>
                            <a:pt x="1800821" y="415398"/>
                          </a:cubicBezTo>
                          <a:cubicBezTo>
                            <a:pt x="1910535" y="475957"/>
                            <a:pt x="1974849" y="593290"/>
                            <a:pt x="1974849" y="718194"/>
                          </a:cubicBezTo>
                          <a:cubicBezTo>
                            <a:pt x="1974849" y="1456259"/>
                            <a:pt x="1974849" y="1456259"/>
                            <a:pt x="1974849" y="1456259"/>
                          </a:cubicBezTo>
                          <a:cubicBezTo>
                            <a:pt x="1974849" y="1581162"/>
                            <a:pt x="1910535" y="1694710"/>
                            <a:pt x="1800821" y="1759055"/>
                          </a:cubicBezTo>
                          <a:cubicBezTo>
                            <a:pt x="1165237" y="2126195"/>
                            <a:pt x="1165237" y="2126195"/>
                            <a:pt x="1165237" y="2126195"/>
                          </a:cubicBezTo>
                          <a:cubicBezTo>
                            <a:pt x="1055523" y="2190539"/>
                            <a:pt x="919326" y="2190539"/>
                            <a:pt x="813396" y="2126195"/>
                          </a:cubicBezTo>
                          <a:cubicBezTo>
                            <a:pt x="177812" y="1759055"/>
                            <a:pt x="177812" y="1759055"/>
                            <a:pt x="177812" y="1759055"/>
                          </a:cubicBezTo>
                          <a:cubicBezTo>
                            <a:pt x="68098" y="1694710"/>
                            <a:pt x="0" y="1581162"/>
                            <a:pt x="0" y="1456259"/>
                          </a:cubicBezTo>
                          <a:cubicBezTo>
                            <a:pt x="0" y="718194"/>
                            <a:pt x="0" y="718194"/>
                            <a:pt x="0" y="718194"/>
                          </a:cubicBezTo>
                          <a:cubicBezTo>
                            <a:pt x="0" y="593290"/>
                            <a:pt x="68098" y="475957"/>
                            <a:pt x="177812" y="415398"/>
                          </a:cubicBezTo>
                          <a:cubicBezTo>
                            <a:pt x="813396" y="48258"/>
                            <a:pt x="813396" y="48258"/>
                            <a:pt x="813396" y="48258"/>
                          </a:cubicBezTo>
                          <a:cubicBezTo>
                            <a:pt x="866361" y="16086"/>
                            <a:pt x="926893" y="0"/>
                            <a:pt x="987898" y="0"/>
                          </a:cubicBezTo>
                          <a:close/>
                        </a:path>
                      </a:pathLst>
                    </a:custGeom>
                    <a:solidFill>
                      <a:srgbClr val="F1F4F8"/>
                    </a:solidFill>
                    <a:ln w="6350" cap="flat" cmpd="sng" algn="ctr">
                      <a:solidFill>
                        <a:srgbClr val="FFFFFF">
                          <a:alpha val="50000"/>
                        </a:srgbClr>
                      </a:solidFill>
                      <a:prstDash val="solid"/>
                      <a:miter lim="800000"/>
                    </a:ln>
                    <a:effectLst>
                      <a:innerShdw blurRad="381000" dist="190500" dir="18900000">
                        <a:srgbClr val="EBECF0">
                          <a:alpha val="50000"/>
                        </a:srgbClr>
                      </a:innerShdw>
                    </a:effectLst>
                  </p:spPr>
                  <p:txBody>
                    <a:bodyPr lIns="182880" tIns="274320" rIns="182880" rtlCol="0" anchor="t"/>
                    <a:lstStyle/>
                    <a:p>
                      <a:pPr marL="0" marR="0" lvl="0" indent="0" algn="ctr" defTabSz="914400" rtl="0" eaLnBrk="1" fontAlgn="auto" latinLnBrk="0" hangingPunct="1">
                        <a:lnSpc>
                          <a:spcPct val="110000"/>
                        </a:lnSpc>
                        <a:spcBef>
                          <a:spcPts val="600"/>
                        </a:spcBef>
                        <a:spcAft>
                          <a:spcPts val="0"/>
                        </a:spcAft>
                        <a:buClrTx/>
                        <a:buSzTx/>
                        <a:buFontTx/>
                        <a:buNone/>
                        <a:tabLst/>
                        <a:defRPr/>
                      </a:pPr>
                      <a:endParaRPr kumimoji="0" lang="en-US" sz="1000" b="0" i="0" u="none" strike="noStrike" kern="0" cap="none" spc="0" normalizeH="0" baseline="0" noProof="0">
                        <a:ln>
                          <a:noFill/>
                        </a:ln>
                        <a:solidFill>
                          <a:srgbClr val="526290">
                            <a:alpha val="70000"/>
                          </a:srgbClr>
                        </a:solidFill>
                        <a:effectLst/>
                        <a:uLnTx/>
                        <a:uFillTx/>
                        <a:latin typeface="Inter"/>
                        <a:ea typeface="+mn-ea"/>
                        <a:cs typeface="+mn-cs"/>
                      </a:endParaRPr>
                    </a:p>
                  </p:txBody>
                </p:sp>
              </p:grpSp>
              <p:grpSp>
                <p:nvGrpSpPr>
                  <p:cNvPr id="60" name="Group 59">
                    <a:extLst>
                      <a:ext uri="{FF2B5EF4-FFF2-40B4-BE49-F238E27FC236}">
                        <a16:creationId xmlns:a16="http://schemas.microsoft.com/office/drawing/2014/main" id="{EF88187D-1F3F-7B57-6DDE-E65B403E2C35}"/>
                      </a:ext>
                    </a:extLst>
                  </p:cNvPr>
                  <p:cNvGrpSpPr/>
                  <p:nvPr/>
                </p:nvGrpSpPr>
                <p:grpSpPr>
                  <a:xfrm>
                    <a:off x="6866794" y="3552056"/>
                    <a:ext cx="569473" cy="636309"/>
                    <a:chOff x="3360367" y="2928019"/>
                    <a:chExt cx="1974850" cy="2206625"/>
                  </a:xfrm>
                </p:grpSpPr>
                <p:sp>
                  <p:nvSpPr>
                    <p:cNvPr id="62" name="Honey background">
                      <a:extLst>
                        <a:ext uri="{FF2B5EF4-FFF2-40B4-BE49-F238E27FC236}">
                          <a16:creationId xmlns:a16="http://schemas.microsoft.com/office/drawing/2014/main" id="{F6915422-1EAA-CE07-B774-5369FBFE0D45}"/>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8100000" algn="tr" rotWithShape="0">
                        <a:srgbClr val="DBDFEA">
                          <a:alpha val="5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63" name="Honey background">
                      <a:extLst>
                        <a:ext uri="{FF2B5EF4-FFF2-40B4-BE49-F238E27FC236}">
                          <a16:creationId xmlns:a16="http://schemas.microsoft.com/office/drawing/2014/main" id="{0007ACFD-BB6C-A749-61D3-EB1DCB4672BE}"/>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18900000" algn="bl" rotWithShape="0">
                        <a:srgbClr val="FFFFFF"/>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08" name="Honey background">
                      <a:extLst>
                        <a:ext uri="{FF2B5EF4-FFF2-40B4-BE49-F238E27FC236}">
                          <a16:creationId xmlns:a16="http://schemas.microsoft.com/office/drawing/2014/main" id="{CF930C63-F68B-DA66-BC21-043A7C5CD83F}"/>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6350" cap="flat" cmpd="sng" algn="ctr">
                      <a:noFill/>
                      <a:prstDash val="solid"/>
                      <a:miter lim="800000"/>
                    </a:ln>
                    <a:effectLst>
                      <a:outerShdw blurRad="12700" dist="12700" dir="18900000" algn="bl" rotWithShape="0">
                        <a:srgbClr val="DBDFEA">
                          <a:alpha val="2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09" name="Freeform: Shape 23">
                      <a:extLst>
                        <a:ext uri="{FF2B5EF4-FFF2-40B4-BE49-F238E27FC236}">
                          <a16:creationId xmlns:a16="http://schemas.microsoft.com/office/drawing/2014/main" id="{0813FC9F-D9D8-E695-2829-C5E63A0AD845}"/>
                        </a:ext>
                      </a:extLst>
                    </p:cNvPr>
                    <p:cNvSpPr/>
                    <p:nvPr/>
                  </p:nvSpPr>
                  <p:spPr>
                    <a:xfrm>
                      <a:off x="3360367" y="2944105"/>
                      <a:ext cx="1974849" cy="2174453"/>
                    </a:xfrm>
                    <a:custGeom>
                      <a:avLst/>
                      <a:gdLst>
                        <a:gd name="connsiteX0" fmla="*/ 987898 w 1974849"/>
                        <a:gd name="connsiteY0" fmla="*/ 0 h 2174453"/>
                        <a:gd name="connsiteX1" fmla="*/ 1165237 w 1974849"/>
                        <a:gd name="connsiteY1" fmla="*/ 48258 h 2174453"/>
                        <a:gd name="connsiteX2" fmla="*/ 1800821 w 1974849"/>
                        <a:gd name="connsiteY2" fmla="*/ 415398 h 2174453"/>
                        <a:gd name="connsiteX3" fmla="*/ 1974849 w 1974849"/>
                        <a:gd name="connsiteY3" fmla="*/ 718194 h 2174453"/>
                        <a:gd name="connsiteX4" fmla="*/ 1974849 w 1974849"/>
                        <a:gd name="connsiteY4" fmla="*/ 1456259 h 2174453"/>
                        <a:gd name="connsiteX5" fmla="*/ 1800821 w 1974849"/>
                        <a:gd name="connsiteY5" fmla="*/ 1759055 h 2174453"/>
                        <a:gd name="connsiteX6" fmla="*/ 1165237 w 1974849"/>
                        <a:gd name="connsiteY6" fmla="*/ 2126195 h 2174453"/>
                        <a:gd name="connsiteX7" fmla="*/ 813396 w 1974849"/>
                        <a:gd name="connsiteY7" fmla="*/ 2126195 h 2174453"/>
                        <a:gd name="connsiteX8" fmla="*/ 177812 w 1974849"/>
                        <a:gd name="connsiteY8" fmla="*/ 1759055 h 2174453"/>
                        <a:gd name="connsiteX9" fmla="*/ 0 w 1974849"/>
                        <a:gd name="connsiteY9" fmla="*/ 1456259 h 2174453"/>
                        <a:gd name="connsiteX10" fmla="*/ 0 w 1974849"/>
                        <a:gd name="connsiteY10" fmla="*/ 718194 h 2174453"/>
                        <a:gd name="connsiteX11" fmla="*/ 177812 w 1974849"/>
                        <a:gd name="connsiteY11" fmla="*/ 415398 h 2174453"/>
                        <a:gd name="connsiteX12" fmla="*/ 813396 w 1974849"/>
                        <a:gd name="connsiteY12" fmla="*/ 48258 h 2174453"/>
                        <a:gd name="connsiteX13" fmla="*/ 987898 w 1974849"/>
                        <a:gd name="connsiteY13" fmla="*/ 0 h 21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74849" h="2174453">
                          <a:moveTo>
                            <a:pt x="987898" y="0"/>
                          </a:moveTo>
                          <a:cubicBezTo>
                            <a:pt x="1048902" y="0"/>
                            <a:pt x="1110380" y="16086"/>
                            <a:pt x="1165237" y="48258"/>
                          </a:cubicBezTo>
                          <a:cubicBezTo>
                            <a:pt x="1800821" y="415398"/>
                            <a:pt x="1800821" y="415398"/>
                            <a:pt x="1800821" y="415398"/>
                          </a:cubicBezTo>
                          <a:cubicBezTo>
                            <a:pt x="1910535" y="475957"/>
                            <a:pt x="1974849" y="593290"/>
                            <a:pt x="1974849" y="718194"/>
                          </a:cubicBezTo>
                          <a:cubicBezTo>
                            <a:pt x="1974849" y="1456259"/>
                            <a:pt x="1974849" y="1456259"/>
                            <a:pt x="1974849" y="1456259"/>
                          </a:cubicBezTo>
                          <a:cubicBezTo>
                            <a:pt x="1974849" y="1581162"/>
                            <a:pt x="1910535" y="1694710"/>
                            <a:pt x="1800821" y="1759055"/>
                          </a:cubicBezTo>
                          <a:cubicBezTo>
                            <a:pt x="1165237" y="2126195"/>
                            <a:pt x="1165237" y="2126195"/>
                            <a:pt x="1165237" y="2126195"/>
                          </a:cubicBezTo>
                          <a:cubicBezTo>
                            <a:pt x="1055523" y="2190539"/>
                            <a:pt x="919326" y="2190539"/>
                            <a:pt x="813396" y="2126195"/>
                          </a:cubicBezTo>
                          <a:cubicBezTo>
                            <a:pt x="177812" y="1759055"/>
                            <a:pt x="177812" y="1759055"/>
                            <a:pt x="177812" y="1759055"/>
                          </a:cubicBezTo>
                          <a:cubicBezTo>
                            <a:pt x="68098" y="1694710"/>
                            <a:pt x="0" y="1581162"/>
                            <a:pt x="0" y="1456259"/>
                          </a:cubicBezTo>
                          <a:cubicBezTo>
                            <a:pt x="0" y="718194"/>
                            <a:pt x="0" y="718194"/>
                            <a:pt x="0" y="718194"/>
                          </a:cubicBezTo>
                          <a:cubicBezTo>
                            <a:pt x="0" y="593290"/>
                            <a:pt x="68098" y="475957"/>
                            <a:pt x="177812" y="415398"/>
                          </a:cubicBezTo>
                          <a:cubicBezTo>
                            <a:pt x="813396" y="48258"/>
                            <a:pt x="813396" y="48258"/>
                            <a:pt x="813396" y="48258"/>
                          </a:cubicBezTo>
                          <a:cubicBezTo>
                            <a:pt x="866361" y="16086"/>
                            <a:pt x="926893" y="0"/>
                            <a:pt x="987898" y="0"/>
                          </a:cubicBezTo>
                          <a:close/>
                        </a:path>
                      </a:pathLst>
                    </a:custGeom>
                    <a:solidFill>
                      <a:srgbClr val="F1F4F8"/>
                    </a:solidFill>
                    <a:ln w="6350" cap="flat" cmpd="sng" algn="ctr">
                      <a:solidFill>
                        <a:srgbClr val="FFFFFF">
                          <a:alpha val="50000"/>
                        </a:srgbClr>
                      </a:solidFill>
                      <a:prstDash val="solid"/>
                      <a:miter lim="800000"/>
                    </a:ln>
                    <a:effectLst>
                      <a:innerShdw blurRad="381000" dist="190500" dir="18900000">
                        <a:srgbClr val="EBECF0">
                          <a:alpha val="50000"/>
                        </a:srgbClr>
                      </a:innerShdw>
                    </a:effectLst>
                  </p:spPr>
                  <p:txBody>
                    <a:bodyPr lIns="182880" tIns="274320" rIns="182880" rtlCol="0" anchor="t"/>
                    <a:lstStyle/>
                    <a:p>
                      <a:pPr marL="0" marR="0" lvl="0" indent="0" algn="ctr" defTabSz="914400" rtl="0" eaLnBrk="1" fontAlgn="auto" latinLnBrk="0" hangingPunct="1">
                        <a:lnSpc>
                          <a:spcPct val="110000"/>
                        </a:lnSpc>
                        <a:spcBef>
                          <a:spcPts val="600"/>
                        </a:spcBef>
                        <a:spcAft>
                          <a:spcPts val="0"/>
                        </a:spcAft>
                        <a:buClrTx/>
                        <a:buSzTx/>
                        <a:buFontTx/>
                        <a:buNone/>
                        <a:tabLst/>
                        <a:defRPr/>
                      </a:pPr>
                      <a:endParaRPr kumimoji="0" lang="en-US" sz="1000" b="0" i="0" u="none" strike="noStrike" kern="0" cap="none" spc="0" normalizeH="0" baseline="0" noProof="0">
                        <a:ln>
                          <a:noFill/>
                        </a:ln>
                        <a:solidFill>
                          <a:srgbClr val="526290">
                            <a:alpha val="70000"/>
                          </a:srgbClr>
                        </a:solidFill>
                        <a:effectLst/>
                        <a:uLnTx/>
                        <a:uFillTx/>
                        <a:latin typeface="Inter"/>
                        <a:ea typeface="+mn-ea"/>
                        <a:cs typeface="+mn-cs"/>
                      </a:endParaRPr>
                    </a:p>
                  </p:txBody>
                </p:sp>
              </p:grpSp>
              <p:grpSp>
                <p:nvGrpSpPr>
                  <p:cNvPr id="1411" name="Group 1410">
                    <a:extLst>
                      <a:ext uri="{FF2B5EF4-FFF2-40B4-BE49-F238E27FC236}">
                        <a16:creationId xmlns:a16="http://schemas.microsoft.com/office/drawing/2014/main" id="{DA040AD9-D3D4-CD11-C9E6-73C4D3B2C801}"/>
                      </a:ext>
                    </a:extLst>
                  </p:cNvPr>
                  <p:cNvGrpSpPr/>
                  <p:nvPr/>
                </p:nvGrpSpPr>
                <p:grpSpPr>
                  <a:xfrm>
                    <a:off x="4769155" y="3552056"/>
                    <a:ext cx="569473" cy="636309"/>
                    <a:chOff x="3360367" y="2928019"/>
                    <a:chExt cx="1974850" cy="2206625"/>
                  </a:xfrm>
                </p:grpSpPr>
                <p:sp>
                  <p:nvSpPr>
                    <p:cNvPr id="1413" name="Honey background">
                      <a:extLst>
                        <a:ext uri="{FF2B5EF4-FFF2-40B4-BE49-F238E27FC236}">
                          <a16:creationId xmlns:a16="http://schemas.microsoft.com/office/drawing/2014/main" id="{6FEE43AB-0F08-20D9-00FD-AD866BEB039F}"/>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8100000" algn="tr" rotWithShape="0">
                        <a:srgbClr val="DBDFEA">
                          <a:alpha val="5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14" name="Honey background">
                      <a:extLst>
                        <a:ext uri="{FF2B5EF4-FFF2-40B4-BE49-F238E27FC236}">
                          <a16:creationId xmlns:a16="http://schemas.microsoft.com/office/drawing/2014/main" id="{9147DB43-A892-4445-7AF3-1FE41F8134CB}"/>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12700" cap="flat" cmpd="sng" algn="ctr">
                      <a:noFill/>
                      <a:prstDash val="solid"/>
                      <a:miter lim="800000"/>
                    </a:ln>
                    <a:effectLst>
                      <a:outerShdw blurRad="63500" dist="63500" dir="18900000" algn="bl" rotWithShape="0">
                        <a:srgbClr val="FFFFFF"/>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15" name="Honey background">
                      <a:extLst>
                        <a:ext uri="{FF2B5EF4-FFF2-40B4-BE49-F238E27FC236}">
                          <a16:creationId xmlns:a16="http://schemas.microsoft.com/office/drawing/2014/main" id="{CA53781B-CB78-156F-7D12-EBDA4A0EBC68}"/>
                        </a:ext>
                      </a:extLst>
                    </p:cNvPr>
                    <p:cNvSpPr>
                      <a:spLocks/>
                    </p:cNvSpPr>
                    <p:nvPr/>
                  </p:nvSpPr>
                  <p:spPr bwMode="auto">
                    <a:xfrm rot="16200000">
                      <a:off x="3244479" y="3043907"/>
                      <a:ext cx="2206625" cy="1974850"/>
                    </a:xfrm>
                    <a:custGeom>
                      <a:avLst/>
                      <a:gdLst>
                        <a:gd name="T0" fmla="*/ 114 w 583"/>
                        <a:gd name="T1" fmla="*/ 476 h 522"/>
                        <a:gd name="T2" fmla="*/ 17 w 583"/>
                        <a:gd name="T3" fmla="*/ 308 h 522"/>
                        <a:gd name="T4" fmla="*/ 17 w 583"/>
                        <a:gd name="T5" fmla="*/ 215 h 522"/>
                        <a:gd name="T6" fmla="*/ 114 w 583"/>
                        <a:gd name="T7" fmla="*/ 47 h 522"/>
                        <a:gd name="T8" fmla="*/ 194 w 583"/>
                        <a:gd name="T9" fmla="*/ 0 h 522"/>
                        <a:gd name="T10" fmla="*/ 389 w 583"/>
                        <a:gd name="T11" fmla="*/ 0 h 522"/>
                        <a:gd name="T12" fmla="*/ 469 w 583"/>
                        <a:gd name="T13" fmla="*/ 47 h 522"/>
                        <a:gd name="T14" fmla="*/ 566 w 583"/>
                        <a:gd name="T15" fmla="*/ 215 h 522"/>
                        <a:gd name="T16" fmla="*/ 566 w 583"/>
                        <a:gd name="T17" fmla="*/ 308 h 522"/>
                        <a:gd name="T18" fmla="*/ 469 w 583"/>
                        <a:gd name="T19" fmla="*/ 476 h 522"/>
                        <a:gd name="T20" fmla="*/ 389 w 583"/>
                        <a:gd name="T21" fmla="*/ 522 h 522"/>
                        <a:gd name="T22" fmla="*/ 194 w 583"/>
                        <a:gd name="T23" fmla="*/ 522 h 522"/>
                        <a:gd name="T24" fmla="*/ 114 w 583"/>
                        <a:gd name="T25" fmla="*/ 47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3" h="522">
                          <a:moveTo>
                            <a:pt x="114" y="476"/>
                          </a:moveTo>
                          <a:cubicBezTo>
                            <a:pt x="17" y="308"/>
                            <a:pt x="17" y="308"/>
                            <a:pt x="17" y="308"/>
                          </a:cubicBezTo>
                          <a:cubicBezTo>
                            <a:pt x="0" y="279"/>
                            <a:pt x="0" y="243"/>
                            <a:pt x="17" y="215"/>
                          </a:cubicBezTo>
                          <a:cubicBezTo>
                            <a:pt x="114" y="47"/>
                            <a:pt x="114" y="47"/>
                            <a:pt x="114" y="47"/>
                          </a:cubicBezTo>
                          <a:cubicBezTo>
                            <a:pt x="131" y="18"/>
                            <a:pt x="161" y="0"/>
                            <a:pt x="194" y="0"/>
                          </a:cubicBezTo>
                          <a:cubicBezTo>
                            <a:pt x="389" y="0"/>
                            <a:pt x="389" y="0"/>
                            <a:pt x="389" y="0"/>
                          </a:cubicBezTo>
                          <a:cubicBezTo>
                            <a:pt x="422" y="0"/>
                            <a:pt x="453" y="18"/>
                            <a:pt x="469" y="47"/>
                          </a:cubicBezTo>
                          <a:cubicBezTo>
                            <a:pt x="566" y="215"/>
                            <a:pt x="566" y="215"/>
                            <a:pt x="566" y="215"/>
                          </a:cubicBezTo>
                          <a:cubicBezTo>
                            <a:pt x="583" y="243"/>
                            <a:pt x="583" y="279"/>
                            <a:pt x="566" y="308"/>
                          </a:cubicBezTo>
                          <a:cubicBezTo>
                            <a:pt x="469" y="476"/>
                            <a:pt x="469" y="476"/>
                            <a:pt x="469" y="476"/>
                          </a:cubicBezTo>
                          <a:cubicBezTo>
                            <a:pt x="453" y="505"/>
                            <a:pt x="422" y="522"/>
                            <a:pt x="389" y="522"/>
                          </a:cubicBezTo>
                          <a:cubicBezTo>
                            <a:pt x="194" y="522"/>
                            <a:pt x="194" y="522"/>
                            <a:pt x="194" y="522"/>
                          </a:cubicBezTo>
                          <a:cubicBezTo>
                            <a:pt x="161" y="522"/>
                            <a:pt x="131" y="505"/>
                            <a:pt x="114" y="476"/>
                          </a:cubicBezTo>
                          <a:close/>
                        </a:path>
                      </a:pathLst>
                    </a:custGeom>
                    <a:solidFill>
                      <a:srgbClr val="F1F4F8"/>
                    </a:solidFill>
                    <a:ln w="6350" cap="flat" cmpd="sng" algn="ctr">
                      <a:noFill/>
                      <a:prstDash val="solid"/>
                      <a:miter lim="800000"/>
                    </a:ln>
                    <a:effectLst>
                      <a:outerShdw blurRad="12700" dist="12700" dir="18900000" algn="bl" rotWithShape="0">
                        <a:srgbClr val="DBDFEA">
                          <a:alpha val="20000"/>
                        </a:srgbClr>
                      </a:outerShdw>
                    </a:effectLst>
                  </p:spPr>
                  <p:txBody>
                    <a:bodyPr tIns="2743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1F4F8"/>
                        </a:solidFill>
                        <a:effectLst/>
                        <a:uLnTx/>
                        <a:uFillTx/>
                        <a:latin typeface="Inter"/>
                        <a:ea typeface="+mn-ea"/>
                        <a:cs typeface="+mn-cs"/>
                      </a:endParaRPr>
                    </a:p>
                  </p:txBody>
                </p:sp>
                <p:sp>
                  <p:nvSpPr>
                    <p:cNvPr id="1416" name="Freeform: Shape 23">
                      <a:extLst>
                        <a:ext uri="{FF2B5EF4-FFF2-40B4-BE49-F238E27FC236}">
                          <a16:creationId xmlns:a16="http://schemas.microsoft.com/office/drawing/2014/main" id="{9BA3E03B-C560-7DEB-C3CA-2A927ABCBCCB}"/>
                        </a:ext>
                      </a:extLst>
                    </p:cNvPr>
                    <p:cNvSpPr/>
                    <p:nvPr/>
                  </p:nvSpPr>
                  <p:spPr>
                    <a:xfrm>
                      <a:off x="3360367" y="2944105"/>
                      <a:ext cx="1974849" cy="2174453"/>
                    </a:xfrm>
                    <a:custGeom>
                      <a:avLst/>
                      <a:gdLst>
                        <a:gd name="connsiteX0" fmla="*/ 987898 w 1974849"/>
                        <a:gd name="connsiteY0" fmla="*/ 0 h 2174453"/>
                        <a:gd name="connsiteX1" fmla="*/ 1165237 w 1974849"/>
                        <a:gd name="connsiteY1" fmla="*/ 48258 h 2174453"/>
                        <a:gd name="connsiteX2" fmla="*/ 1800821 w 1974849"/>
                        <a:gd name="connsiteY2" fmla="*/ 415398 h 2174453"/>
                        <a:gd name="connsiteX3" fmla="*/ 1974849 w 1974849"/>
                        <a:gd name="connsiteY3" fmla="*/ 718194 h 2174453"/>
                        <a:gd name="connsiteX4" fmla="*/ 1974849 w 1974849"/>
                        <a:gd name="connsiteY4" fmla="*/ 1456259 h 2174453"/>
                        <a:gd name="connsiteX5" fmla="*/ 1800821 w 1974849"/>
                        <a:gd name="connsiteY5" fmla="*/ 1759055 h 2174453"/>
                        <a:gd name="connsiteX6" fmla="*/ 1165237 w 1974849"/>
                        <a:gd name="connsiteY6" fmla="*/ 2126195 h 2174453"/>
                        <a:gd name="connsiteX7" fmla="*/ 813396 w 1974849"/>
                        <a:gd name="connsiteY7" fmla="*/ 2126195 h 2174453"/>
                        <a:gd name="connsiteX8" fmla="*/ 177812 w 1974849"/>
                        <a:gd name="connsiteY8" fmla="*/ 1759055 h 2174453"/>
                        <a:gd name="connsiteX9" fmla="*/ 0 w 1974849"/>
                        <a:gd name="connsiteY9" fmla="*/ 1456259 h 2174453"/>
                        <a:gd name="connsiteX10" fmla="*/ 0 w 1974849"/>
                        <a:gd name="connsiteY10" fmla="*/ 718194 h 2174453"/>
                        <a:gd name="connsiteX11" fmla="*/ 177812 w 1974849"/>
                        <a:gd name="connsiteY11" fmla="*/ 415398 h 2174453"/>
                        <a:gd name="connsiteX12" fmla="*/ 813396 w 1974849"/>
                        <a:gd name="connsiteY12" fmla="*/ 48258 h 2174453"/>
                        <a:gd name="connsiteX13" fmla="*/ 987898 w 1974849"/>
                        <a:gd name="connsiteY13" fmla="*/ 0 h 217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74849" h="2174453">
                          <a:moveTo>
                            <a:pt x="987898" y="0"/>
                          </a:moveTo>
                          <a:cubicBezTo>
                            <a:pt x="1048902" y="0"/>
                            <a:pt x="1110380" y="16086"/>
                            <a:pt x="1165237" y="48258"/>
                          </a:cubicBezTo>
                          <a:cubicBezTo>
                            <a:pt x="1800821" y="415398"/>
                            <a:pt x="1800821" y="415398"/>
                            <a:pt x="1800821" y="415398"/>
                          </a:cubicBezTo>
                          <a:cubicBezTo>
                            <a:pt x="1910535" y="475957"/>
                            <a:pt x="1974849" y="593290"/>
                            <a:pt x="1974849" y="718194"/>
                          </a:cubicBezTo>
                          <a:cubicBezTo>
                            <a:pt x="1974849" y="1456259"/>
                            <a:pt x="1974849" y="1456259"/>
                            <a:pt x="1974849" y="1456259"/>
                          </a:cubicBezTo>
                          <a:cubicBezTo>
                            <a:pt x="1974849" y="1581162"/>
                            <a:pt x="1910535" y="1694710"/>
                            <a:pt x="1800821" y="1759055"/>
                          </a:cubicBezTo>
                          <a:cubicBezTo>
                            <a:pt x="1165237" y="2126195"/>
                            <a:pt x="1165237" y="2126195"/>
                            <a:pt x="1165237" y="2126195"/>
                          </a:cubicBezTo>
                          <a:cubicBezTo>
                            <a:pt x="1055523" y="2190539"/>
                            <a:pt x="919326" y="2190539"/>
                            <a:pt x="813396" y="2126195"/>
                          </a:cubicBezTo>
                          <a:cubicBezTo>
                            <a:pt x="177812" y="1759055"/>
                            <a:pt x="177812" y="1759055"/>
                            <a:pt x="177812" y="1759055"/>
                          </a:cubicBezTo>
                          <a:cubicBezTo>
                            <a:pt x="68098" y="1694710"/>
                            <a:pt x="0" y="1581162"/>
                            <a:pt x="0" y="1456259"/>
                          </a:cubicBezTo>
                          <a:cubicBezTo>
                            <a:pt x="0" y="718194"/>
                            <a:pt x="0" y="718194"/>
                            <a:pt x="0" y="718194"/>
                          </a:cubicBezTo>
                          <a:cubicBezTo>
                            <a:pt x="0" y="593290"/>
                            <a:pt x="68098" y="475957"/>
                            <a:pt x="177812" y="415398"/>
                          </a:cubicBezTo>
                          <a:cubicBezTo>
                            <a:pt x="813396" y="48258"/>
                            <a:pt x="813396" y="48258"/>
                            <a:pt x="813396" y="48258"/>
                          </a:cubicBezTo>
                          <a:cubicBezTo>
                            <a:pt x="866361" y="16086"/>
                            <a:pt x="926893" y="0"/>
                            <a:pt x="987898" y="0"/>
                          </a:cubicBezTo>
                          <a:close/>
                        </a:path>
                      </a:pathLst>
                    </a:custGeom>
                    <a:solidFill>
                      <a:srgbClr val="F1F4F8"/>
                    </a:solidFill>
                    <a:ln w="6350" cap="flat" cmpd="sng" algn="ctr">
                      <a:solidFill>
                        <a:srgbClr val="FFFFFF">
                          <a:alpha val="50000"/>
                        </a:srgbClr>
                      </a:solidFill>
                      <a:prstDash val="solid"/>
                      <a:miter lim="800000"/>
                    </a:ln>
                    <a:effectLst>
                      <a:innerShdw blurRad="381000" dist="190500" dir="18900000">
                        <a:srgbClr val="EBECF0">
                          <a:alpha val="50000"/>
                        </a:srgbClr>
                      </a:innerShdw>
                    </a:effectLst>
                  </p:spPr>
                  <p:txBody>
                    <a:bodyPr lIns="182880" tIns="274320" rIns="182880" rtlCol="0" anchor="t"/>
                    <a:lstStyle/>
                    <a:p>
                      <a:pPr marL="0" marR="0" lvl="0" indent="0" algn="ctr" defTabSz="914400" rtl="0" eaLnBrk="1" fontAlgn="auto" latinLnBrk="0" hangingPunct="1">
                        <a:lnSpc>
                          <a:spcPct val="110000"/>
                        </a:lnSpc>
                        <a:spcBef>
                          <a:spcPts val="600"/>
                        </a:spcBef>
                        <a:spcAft>
                          <a:spcPts val="0"/>
                        </a:spcAft>
                        <a:buClrTx/>
                        <a:buSzTx/>
                        <a:buFontTx/>
                        <a:buNone/>
                        <a:tabLst/>
                        <a:defRPr/>
                      </a:pPr>
                      <a:endParaRPr kumimoji="0" lang="en-US" sz="1000" b="0" i="0" u="none" strike="noStrike" kern="0" cap="none" spc="0" normalizeH="0" baseline="0" noProof="0">
                        <a:ln>
                          <a:noFill/>
                        </a:ln>
                        <a:solidFill>
                          <a:srgbClr val="526290">
                            <a:alpha val="70000"/>
                          </a:srgbClr>
                        </a:solidFill>
                        <a:effectLst/>
                        <a:uLnTx/>
                        <a:uFillTx/>
                        <a:latin typeface="Inter"/>
                        <a:ea typeface="+mn-ea"/>
                        <a:cs typeface="+mn-cs"/>
                      </a:endParaRPr>
                    </a:p>
                  </p:txBody>
                </p:sp>
              </p:grpSp>
              <p:pic>
                <p:nvPicPr>
                  <p:cNvPr id="1426" name="Picture 1425" descr="A logo of cubes connected to each other&#10;&#10;AI-generated content may be incorrect.">
                    <a:extLst>
                      <a:ext uri="{FF2B5EF4-FFF2-40B4-BE49-F238E27FC236}">
                        <a16:creationId xmlns:a16="http://schemas.microsoft.com/office/drawing/2014/main" id="{CA2CF7B2-B246-BD50-3141-D6650AB3C673}"/>
                      </a:ext>
                    </a:extLst>
                  </p:cNvPr>
                  <p:cNvPicPr>
                    <a:picLocks noChangeAspect="1"/>
                  </p:cNvPicPr>
                  <p:nvPr/>
                </p:nvPicPr>
                <p:blipFill>
                  <a:blip r:embed="rId4"/>
                  <a:stretch>
                    <a:fillRect/>
                  </a:stretch>
                </p:blipFill>
                <p:spPr>
                  <a:xfrm>
                    <a:off x="5481290" y="4250703"/>
                    <a:ext cx="480542" cy="525243"/>
                  </a:xfrm>
                  <a:prstGeom prst="rect">
                    <a:avLst/>
                  </a:prstGeom>
                </p:spPr>
              </p:pic>
              <p:pic>
                <p:nvPicPr>
                  <p:cNvPr id="1428" name="Picture 1427">
                    <a:extLst>
                      <a:ext uri="{FF2B5EF4-FFF2-40B4-BE49-F238E27FC236}">
                        <a16:creationId xmlns:a16="http://schemas.microsoft.com/office/drawing/2014/main" id="{D4637B92-76B7-9012-E75A-A69928CB5593}"/>
                      </a:ext>
                    </a:extLst>
                  </p:cNvPr>
                  <p:cNvPicPr>
                    <a:picLocks noChangeAspect="1"/>
                  </p:cNvPicPr>
                  <p:nvPr/>
                </p:nvPicPr>
                <p:blipFill>
                  <a:blip r:embed="rId5"/>
                  <a:stretch>
                    <a:fillRect/>
                  </a:stretch>
                </p:blipFill>
                <p:spPr>
                  <a:xfrm>
                    <a:off x="6359295" y="4250703"/>
                    <a:ext cx="480542" cy="525243"/>
                  </a:xfrm>
                  <a:prstGeom prst="rect">
                    <a:avLst/>
                  </a:prstGeom>
                </p:spPr>
              </p:pic>
              <p:pic>
                <p:nvPicPr>
                  <p:cNvPr id="1459" name="Picture 1458" descr="A hexagon with a logo on it&#10;&#10;AI-generated content may be incorrect.">
                    <a:extLst>
                      <a:ext uri="{FF2B5EF4-FFF2-40B4-BE49-F238E27FC236}">
                        <a16:creationId xmlns:a16="http://schemas.microsoft.com/office/drawing/2014/main" id="{47E1BCA4-997B-CC15-0A32-6F4CE424DB74}"/>
                      </a:ext>
                    </a:extLst>
                  </p:cNvPr>
                  <p:cNvPicPr>
                    <a:picLocks noChangeAspect="1"/>
                  </p:cNvPicPr>
                  <p:nvPr/>
                </p:nvPicPr>
                <p:blipFill>
                  <a:blip r:embed="rId6"/>
                  <a:stretch>
                    <a:fillRect/>
                  </a:stretch>
                </p:blipFill>
                <p:spPr>
                  <a:xfrm>
                    <a:off x="6911259" y="3607589"/>
                    <a:ext cx="480542" cy="525243"/>
                  </a:xfrm>
                  <a:prstGeom prst="rect">
                    <a:avLst/>
                  </a:prstGeom>
                </p:spPr>
              </p:pic>
              <p:pic>
                <p:nvPicPr>
                  <p:cNvPr id="1461" name="Picture 1460" descr="A hexagon with a logo&#10;&#10;AI-generated content may be incorrect.">
                    <a:extLst>
                      <a:ext uri="{FF2B5EF4-FFF2-40B4-BE49-F238E27FC236}">
                        <a16:creationId xmlns:a16="http://schemas.microsoft.com/office/drawing/2014/main" id="{A47826E0-0D05-8216-8BEF-BB3F3C4798D4}"/>
                      </a:ext>
                    </a:extLst>
                  </p:cNvPr>
                  <p:cNvPicPr>
                    <a:picLocks noChangeAspect="1"/>
                  </p:cNvPicPr>
                  <p:nvPr/>
                </p:nvPicPr>
                <p:blipFill>
                  <a:blip r:embed="rId7"/>
                  <a:stretch>
                    <a:fillRect/>
                  </a:stretch>
                </p:blipFill>
                <p:spPr>
                  <a:xfrm>
                    <a:off x="4813620" y="3607589"/>
                    <a:ext cx="480542" cy="525243"/>
                  </a:xfrm>
                  <a:prstGeom prst="rect">
                    <a:avLst/>
                  </a:prstGeom>
                </p:spPr>
              </p:pic>
              <p:pic>
                <p:nvPicPr>
                  <p:cNvPr id="1463" name="Picture 1462" descr="A hexagon with a logo&#10;&#10;AI-generated content may be incorrect.">
                    <a:extLst>
                      <a:ext uri="{FF2B5EF4-FFF2-40B4-BE49-F238E27FC236}">
                        <a16:creationId xmlns:a16="http://schemas.microsoft.com/office/drawing/2014/main" id="{96564AEE-F651-548E-645A-5F5420423B3E}"/>
                      </a:ext>
                    </a:extLst>
                  </p:cNvPr>
                  <p:cNvPicPr>
                    <a:picLocks noChangeAspect="1"/>
                  </p:cNvPicPr>
                  <p:nvPr/>
                </p:nvPicPr>
                <p:blipFill>
                  <a:blip r:embed="rId8"/>
                  <a:stretch>
                    <a:fillRect/>
                  </a:stretch>
                </p:blipFill>
                <p:spPr>
                  <a:xfrm>
                    <a:off x="4813621" y="2755158"/>
                    <a:ext cx="480542" cy="525243"/>
                  </a:xfrm>
                  <a:prstGeom prst="rect">
                    <a:avLst/>
                  </a:prstGeom>
                </p:spPr>
              </p:pic>
              <p:pic>
                <p:nvPicPr>
                  <p:cNvPr id="1465" name="Picture 1464" descr="A blue hexagon with a credit card and shield&#10;&#10;AI-generated content may be incorrect.">
                    <a:extLst>
                      <a:ext uri="{FF2B5EF4-FFF2-40B4-BE49-F238E27FC236}">
                        <a16:creationId xmlns:a16="http://schemas.microsoft.com/office/drawing/2014/main" id="{15E1CEC6-4EE7-9793-888E-80636EB2D715}"/>
                      </a:ext>
                    </a:extLst>
                  </p:cNvPr>
                  <p:cNvPicPr>
                    <a:picLocks noChangeAspect="1"/>
                  </p:cNvPicPr>
                  <p:nvPr/>
                </p:nvPicPr>
                <p:blipFill>
                  <a:blip r:embed="rId9"/>
                  <a:stretch>
                    <a:fillRect/>
                  </a:stretch>
                </p:blipFill>
                <p:spPr>
                  <a:xfrm>
                    <a:off x="6359295" y="2093260"/>
                    <a:ext cx="480542" cy="525243"/>
                  </a:xfrm>
                  <a:prstGeom prst="rect">
                    <a:avLst/>
                  </a:prstGeom>
                </p:spPr>
              </p:pic>
              <p:pic>
                <p:nvPicPr>
                  <p:cNvPr id="1469" name="Picture 1468" descr="A blue hexagon with a blue and white hexagon with a shield on top&#10;&#10;AI-generated content may be incorrect.">
                    <a:extLst>
                      <a:ext uri="{FF2B5EF4-FFF2-40B4-BE49-F238E27FC236}">
                        <a16:creationId xmlns:a16="http://schemas.microsoft.com/office/drawing/2014/main" id="{F9DBB52C-A12B-4696-93E0-83ED8988CAFA}"/>
                      </a:ext>
                    </a:extLst>
                  </p:cNvPr>
                  <p:cNvPicPr>
                    <a:picLocks noChangeAspect="1"/>
                  </p:cNvPicPr>
                  <p:nvPr/>
                </p:nvPicPr>
                <p:blipFill>
                  <a:blip r:embed="rId10"/>
                  <a:stretch>
                    <a:fillRect/>
                  </a:stretch>
                </p:blipFill>
                <p:spPr>
                  <a:xfrm>
                    <a:off x="6974178" y="2755158"/>
                    <a:ext cx="480542" cy="525243"/>
                  </a:xfrm>
                  <a:prstGeom prst="rect">
                    <a:avLst/>
                  </a:prstGeom>
                </p:spPr>
              </p:pic>
              <p:pic>
                <p:nvPicPr>
                  <p:cNvPr id="1476" name="Picture 1475">
                    <a:extLst>
                      <a:ext uri="{FF2B5EF4-FFF2-40B4-BE49-F238E27FC236}">
                        <a16:creationId xmlns:a16="http://schemas.microsoft.com/office/drawing/2014/main" id="{09473870-806A-5896-6155-3454D3699A10}"/>
                      </a:ext>
                    </a:extLst>
                  </p:cNvPr>
                  <p:cNvPicPr>
                    <a:picLocks noChangeAspect="1"/>
                  </p:cNvPicPr>
                  <p:nvPr/>
                </p:nvPicPr>
                <p:blipFill>
                  <a:blip r:embed="rId11"/>
                  <a:stretch>
                    <a:fillRect/>
                  </a:stretch>
                </p:blipFill>
                <p:spPr>
                  <a:xfrm>
                    <a:off x="5493813" y="2093260"/>
                    <a:ext cx="480542" cy="525243"/>
                  </a:xfrm>
                  <a:prstGeom prst="rect">
                    <a:avLst/>
                  </a:prstGeom>
                </p:spPr>
              </p:pic>
            </p:grpSp>
            <p:pic>
              <p:nvPicPr>
                <p:cNvPr id="17" name="Picture 16" descr="A black background with a black square&#10;&#10;AI-generated content may be incorrect.">
                  <a:extLst>
                    <a:ext uri="{FF2B5EF4-FFF2-40B4-BE49-F238E27FC236}">
                      <a16:creationId xmlns:a16="http://schemas.microsoft.com/office/drawing/2014/main" id="{6D65EDE9-B3FE-F3EB-85F9-A942547FA653}"/>
                    </a:ext>
                  </a:extLst>
                </p:cNvPr>
                <p:cNvPicPr>
                  <a:picLocks noChangeAspect="1"/>
                </p:cNvPicPr>
                <p:nvPr/>
              </p:nvPicPr>
              <p:blipFill>
                <a:blip r:embed="rId12"/>
                <a:stretch>
                  <a:fillRect/>
                </a:stretch>
              </p:blipFill>
              <p:spPr>
                <a:xfrm>
                  <a:off x="5389616" y="1285077"/>
                  <a:ext cx="1354770" cy="349545"/>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F71A313E-4102-4D00-5B3A-7025699E09BD}"/>
                    </a:ext>
                  </a:extLst>
                </p:cNvPr>
                <p:cNvPicPr>
                  <a:picLocks noChangeAspect="1"/>
                </p:cNvPicPr>
                <p:nvPr/>
              </p:nvPicPr>
              <p:blipFill>
                <a:blip r:embed="rId13"/>
                <a:stretch>
                  <a:fillRect/>
                </a:stretch>
              </p:blipFill>
              <p:spPr>
                <a:xfrm>
                  <a:off x="5403164" y="4804279"/>
                  <a:ext cx="1396873" cy="362619"/>
                </a:xfrm>
                <a:prstGeom prst="rect">
                  <a:avLst/>
                </a:prstGeom>
              </p:spPr>
            </p:pic>
          </p:grpSp>
        </p:grpSp>
        <p:grpSp>
          <p:nvGrpSpPr>
            <p:cNvPr id="37" name="Group 36">
              <a:extLst>
                <a:ext uri="{FF2B5EF4-FFF2-40B4-BE49-F238E27FC236}">
                  <a16:creationId xmlns:a16="http://schemas.microsoft.com/office/drawing/2014/main" id="{6085214B-6B9B-866D-B6FD-BE468DD0CE11}"/>
                </a:ext>
              </a:extLst>
            </p:cNvPr>
            <p:cNvGrpSpPr/>
            <p:nvPr/>
          </p:nvGrpSpPr>
          <p:grpSpPr>
            <a:xfrm>
              <a:off x="6394719" y="225162"/>
              <a:ext cx="998453" cy="978816"/>
              <a:chOff x="4465778" y="-376031"/>
              <a:chExt cx="1217312" cy="1193371"/>
            </a:xfrm>
          </p:grpSpPr>
          <p:grpSp>
            <p:nvGrpSpPr>
              <p:cNvPr id="24" name="Google Shape;1307;p19">
                <a:extLst>
                  <a:ext uri="{FF2B5EF4-FFF2-40B4-BE49-F238E27FC236}">
                    <a16:creationId xmlns:a16="http://schemas.microsoft.com/office/drawing/2014/main" id="{12BD23A9-7CCD-B6A2-05A2-8C503F1966E5}"/>
                  </a:ext>
                </a:extLst>
              </p:cNvPr>
              <p:cNvGrpSpPr/>
              <p:nvPr/>
            </p:nvGrpSpPr>
            <p:grpSpPr>
              <a:xfrm>
                <a:off x="4465778" y="-376031"/>
                <a:ext cx="1217312" cy="1193371"/>
                <a:chOff x="2833686" y="1488241"/>
                <a:chExt cx="3179010" cy="3179010"/>
              </a:xfrm>
            </p:grpSpPr>
            <p:grpSp>
              <p:nvGrpSpPr>
                <p:cNvPr id="32" name="Google Shape;1308;p19">
                  <a:extLst>
                    <a:ext uri="{FF2B5EF4-FFF2-40B4-BE49-F238E27FC236}">
                      <a16:creationId xmlns:a16="http://schemas.microsoft.com/office/drawing/2014/main" id="{30603049-8FA5-0BC5-0AEF-7E763E5CD3BA}"/>
                    </a:ext>
                  </a:extLst>
                </p:cNvPr>
                <p:cNvGrpSpPr/>
                <p:nvPr/>
              </p:nvGrpSpPr>
              <p:grpSpPr>
                <a:xfrm>
                  <a:off x="2833686" y="1488241"/>
                  <a:ext cx="3179010" cy="3179010"/>
                  <a:chOff x="7349505" y="606851"/>
                  <a:chExt cx="1211126" cy="1211126"/>
                </a:xfrm>
              </p:grpSpPr>
              <p:sp>
                <p:nvSpPr>
                  <p:cNvPr id="35" name="Google Shape;1309;p19">
                    <a:extLst>
                      <a:ext uri="{FF2B5EF4-FFF2-40B4-BE49-F238E27FC236}">
                        <a16:creationId xmlns:a16="http://schemas.microsoft.com/office/drawing/2014/main" id="{8A717A91-DE1A-0229-A570-63D1C29FC4A6}"/>
                      </a:ext>
                    </a:extLst>
                  </p:cNvPr>
                  <p:cNvSpPr/>
                  <p:nvPr/>
                </p:nvSpPr>
                <p:spPr>
                  <a:xfrm>
                    <a:off x="7349505" y="606851"/>
                    <a:ext cx="1211126" cy="1211126"/>
                  </a:xfrm>
                  <a:prstGeom prst="ellipse">
                    <a:avLst/>
                  </a:prstGeom>
                  <a:solidFill>
                    <a:srgbClr val="EBECF0"/>
                  </a:solidFill>
                  <a:ln>
                    <a:noFill/>
                  </a:ln>
                  <a:effectLst>
                    <a:outerShdw blurRad="177800" dist="114300" dir="2700000" algn="tl" rotWithShape="0">
                      <a:srgbClr val="ACB0C0">
                        <a:alpha val="4196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6" name="Google Shape;1310;p19">
                    <a:extLst>
                      <a:ext uri="{FF2B5EF4-FFF2-40B4-BE49-F238E27FC236}">
                        <a16:creationId xmlns:a16="http://schemas.microsoft.com/office/drawing/2014/main" id="{EA902850-9793-75BD-B3C9-9769BA3DA268}"/>
                      </a:ext>
                    </a:extLst>
                  </p:cNvPr>
                  <p:cNvSpPr/>
                  <p:nvPr/>
                </p:nvSpPr>
                <p:spPr>
                  <a:xfrm>
                    <a:off x="7349505" y="606851"/>
                    <a:ext cx="1211126" cy="1211126"/>
                  </a:xfrm>
                  <a:prstGeom prst="ellipse">
                    <a:avLst/>
                  </a:prstGeom>
                  <a:solidFill>
                    <a:srgbClr val="EBECF0"/>
                  </a:solidFill>
                  <a:ln w="3175">
                    <a:solidFill>
                      <a:srgbClr val="FFFFFF">
                        <a:alpha val="60005"/>
                      </a:srgbClr>
                    </a:solidFill>
                  </a:ln>
                  <a:effectLst>
                    <a:outerShdw blurRad="114300" dist="114300" dir="13500000" algn="br" rotWithShape="0">
                      <a:srgbClr val="FFFFFF">
                        <a:alpha val="55686"/>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34" name="Google Shape;1311;p19">
                  <a:extLst>
                    <a:ext uri="{FF2B5EF4-FFF2-40B4-BE49-F238E27FC236}">
                      <a16:creationId xmlns:a16="http://schemas.microsoft.com/office/drawing/2014/main" id="{898B5F0C-838C-18B7-703F-3881B6CA96D4}"/>
                    </a:ext>
                  </a:extLst>
                </p:cNvPr>
                <p:cNvSpPr/>
                <p:nvPr/>
              </p:nvSpPr>
              <p:spPr>
                <a:xfrm>
                  <a:off x="3103447" y="1758002"/>
                  <a:ext cx="2639489" cy="2639489"/>
                </a:xfrm>
                <a:prstGeom prst="ellipse">
                  <a:avLst/>
                </a:prstGeom>
                <a:gradFill>
                  <a:gsLst>
                    <a:gs pos="0">
                      <a:srgbClr val="EBECF0"/>
                    </a:gs>
                    <a:gs pos="39000">
                      <a:srgbClr val="EBECF0"/>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pic>
            <p:nvPicPr>
              <p:cNvPr id="16" name="Picture 15" descr="A logo of a cloud computing company&#10;&#10;AI-generated content may be incorrect.">
                <a:extLst>
                  <a:ext uri="{FF2B5EF4-FFF2-40B4-BE49-F238E27FC236}">
                    <a16:creationId xmlns:a16="http://schemas.microsoft.com/office/drawing/2014/main" id="{8E60CC70-A87A-88F1-BAF4-6E6EECE4733B}"/>
                  </a:ext>
                </a:extLst>
              </p:cNvPr>
              <p:cNvPicPr>
                <a:picLocks noChangeAspect="1"/>
              </p:cNvPicPr>
              <p:nvPr/>
            </p:nvPicPr>
            <p:blipFill>
              <a:blip r:embed="rId14"/>
              <a:stretch>
                <a:fillRect/>
              </a:stretch>
            </p:blipFill>
            <p:spPr>
              <a:xfrm>
                <a:off x="4670364" y="-276950"/>
                <a:ext cx="808140" cy="995209"/>
              </a:xfrm>
              <a:prstGeom prst="rect">
                <a:avLst/>
              </a:prstGeom>
            </p:spPr>
          </p:pic>
        </p:grpSp>
        <p:grpSp>
          <p:nvGrpSpPr>
            <p:cNvPr id="1509" name="Google Shape;1307;p19">
              <a:extLst>
                <a:ext uri="{FF2B5EF4-FFF2-40B4-BE49-F238E27FC236}">
                  <a16:creationId xmlns:a16="http://schemas.microsoft.com/office/drawing/2014/main" id="{BC5791F2-3701-3B38-4442-6209574AA966}"/>
                </a:ext>
              </a:extLst>
            </p:cNvPr>
            <p:cNvGrpSpPr/>
            <p:nvPr/>
          </p:nvGrpSpPr>
          <p:grpSpPr>
            <a:xfrm>
              <a:off x="4082204" y="1330417"/>
              <a:ext cx="1058762" cy="1037939"/>
              <a:chOff x="2833686" y="1488241"/>
              <a:chExt cx="3179010" cy="3179010"/>
            </a:xfrm>
          </p:grpSpPr>
          <p:grpSp>
            <p:nvGrpSpPr>
              <p:cNvPr id="1511" name="Google Shape;1308;p19">
                <a:extLst>
                  <a:ext uri="{FF2B5EF4-FFF2-40B4-BE49-F238E27FC236}">
                    <a16:creationId xmlns:a16="http://schemas.microsoft.com/office/drawing/2014/main" id="{1DDD98C2-E3F1-E1E9-8008-C1F908FDFD76}"/>
                  </a:ext>
                </a:extLst>
              </p:cNvPr>
              <p:cNvGrpSpPr/>
              <p:nvPr/>
            </p:nvGrpSpPr>
            <p:grpSpPr>
              <a:xfrm>
                <a:off x="2833686" y="1488241"/>
                <a:ext cx="3179010" cy="3179010"/>
                <a:chOff x="7349505" y="606851"/>
                <a:chExt cx="1211126" cy="1211126"/>
              </a:xfrm>
            </p:grpSpPr>
            <p:sp>
              <p:nvSpPr>
                <p:cNvPr id="1281" name="Google Shape;1309;p19">
                  <a:extLst>
                    <a:ext uri="{FF2B5EF4-FFF2-40B4-BE49-F238E27FC236}">
                      <a16:creationId xmlns:a16="http://schemas.microsoft.com/office/drawing/2014/main" id="{D6AE528E-B879-7E89-1D8D-EEA0203D4FA8}"/>
                    </a:ext>
                  </a:extLst>
                </p:cNvPr>
                <p:cNvSpPr/>
                <p:nvPr/>
              </p:nvSpPr>
              <p:spPr>
                <a:xfrm>
                  <a:off x="7349505" y="606851"/>
                  <a:ext cx="1211126" cy="1211126"/>
                </a:xfrm>
                <a:prstGeom prst="ellipse">
                  <a:avLst/>
                </a:prstGeom>
                <a:solidFill>
                  <a:srgbClr val="EBECF0"/>
                </a:solidFill>
                <a:ln>
                  <a:noFill/>
                </a:ln>
                <a:effectLst>
                  <a:outerShdw blurRad="177800" dist="114300" dir="2700000" algn="tl" rotWithShape="0">
                    <a:srgbClr val="ACB0C0">
                      <a:alpha val="4196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282" name="Google Shape;1310;p19">
                  <a:extLst>
                    <a:ext uri="{FF2B5EF4-FFF2-40B4-BE49-F238E27FC236}">
                      <a16:creationId xmlns:a16="http://schemas.microsoft.com/office/drawing/2014/main" id="{DD3166FC-D230-D80D-E22D-32FCA11626D9}"/>
                    </a:ext>
                  </a:extLst>
                </p:cNvPr>
                <p:cNvSpPr/>
                <p:nvPr/>
              </p:nvSpPr>
              <p:spPr>
                <a:xfrm>
                  <a:off x="7349505" y="606851"/>
                  <a:ext cx="1211126" cy="1211126"/>
                </a:xfrm>
                <a:prstGeom prst="ellipse">
                  <a:avLst/>
                </a:prstGeom>
                <a:solidFill>
                  <a:srgbClr val="EBECF0"/>
                </a:solidFill>
                <a:ln w="3175">
                  <a:solidFill>
                    <a:srgbClr val="FFFFFF">
                      <a:alpha val="60005"/>
                    </a:srgbClr>
                  </a:solidFill>
                </a:ln>
                <a:effectLst>
                  <a:outerShdw blurRad="114300" dist="114300" dir="13500000" algn="br" rotWithShape="0">
                    <a:srgbClr val="FFFFFF">
                      <a:alpha val="55686"/>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280" name="Google Shape;1311;p19">
                <a:extLst>
                  <a:ext uri="{FF2B5EF4-FFF2-40B4-BE49-F238E27FC236}">
                    <a16:creationId xmlns:a16="http://schemas.microsoft.com/office/drawing/2014/main" id="{4077A193-5D81-4599-DBD4-07E006DC0A2E}"/>
                  </a:ext>
                </a:extLst>
              </p:cNvPr>
              <p:cNvSpPr/>
              <p:nvPr/>
            </p:nvSpPr>
            <p:spPr>
              <a:xfrm>
                <a:off x="3103447" y="1758002"/>
                <a:ext cx="2639489" cy="2639489"/>
              </a:xfrm>
              <a:prstGeom prst="ellipse">
                <a:avLst/>
              </a:prstGeom>
              <a:gradFill>
                <a:gsLst>
                  <a:gs pos="0">
                    <a:srgbClr val="EBECF0"/>
                  </a:gs>
                  <a:gs pos="39000">
                    <a:srgbClr val="EBECF0"/>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grpSp>
          <p:nvGrpSpPr>
            <p:cNvPr id="1283" name="Group 1282">
              <a:extLst>
                <a:ext uri="{FF2B5EF4-FFF2-40B4-BE49-F238E27FC236}">
                  <a16:creationId xmlns:a16="http://schemas.microsoft.com/office/drawing/2014/main" id="{4A371D3F-4A38-4C54-6635-A4D30C293D09}"/>
                </a:ext>
              </a:extLst>
            </p:cNvPr>
            <p:cNvGrpSpPr/>
            <p:nvPr/>
          </p:nvGrpSpPr>
          <p:grpSpPr>
            <a:xfrm>
              <a:off x="4037200" y="3498458"/>
              <a:ext cx="1038654" cy="1018227"/>
              <a:chOff x="2604555" y="4328093"/>
              <a:chExt cx="1040549" cy="1020084"/>
            </a:xfrm>
          </p:grpSpPr>
          <p:grpSp>
            <p:nvGrpSpPr>
              <p:cNvPr id="1284" name="Google Shape;1317;p19">
                <a:extLst>
                  <a:ext uri="{FF2B5EF4-FFF2-40B4-BE49-F238E27FC236}">
                    <a16:creationId xmlns:a16="http://schemas.microsoft.com/office/drawing/2014/main" id="{41DA31A2-7DF7-D32E-0EFD-13B881C0BCBC}"/>
                  </a:ext>
                </a:extLst>
              </p:cNvPr>
              <p:cNvGrpSpPr/>
              <p:nvPr/>
            </p:nvGrpSpPr>
            <p:grpSpPr>
              <a:xfrm>
                <a:off x="2604555" y="4328093"/>
                <a:ext cx="1040549" cy="1020084"/>
                <a:chOff x="2833686" y="1488241"/>
                <a:chExt cx="3179010" cy="3179010"/>
              </a:xfrm>
            </p:grpSpPr>
            <p:grpSp>
              <p:nvGrpSpPr>
                <p:cNvPr id="1300" name="Google Shape;1318;p19">
                  <a:extLst>
                    <a:ext uri="{FF2B5EF4-FFF2-40B4-BE49-F238E27FC236}">
                      <a16:creationId xmlns:a16="http://schemas.microsoft.com/office/drawing/2014/main" id="{D5B1E192-294A-EB55-7353-AE5A9F5586E3}"/>
                    </a:ext>
                  </a:extLst>
                </p:cNvPr>
                <p:cNvGrpSpPr/>
                <p:nvPr/>
              </p:nvGrpSpPr>
              <p:grpSpPr>
                <a:xfrm>
                  <a:off x="2833686" y="1488241"/>
                  <a:ext cx="3179010" cy="3179010"/>
                  <a:chOff x="7349505" y="606851"/>
                  <a:chExt cx="1211126" cy="1211126"/>
                </a:xfrm>
              </p:grpSpPr>
              <p:sp>
                <p:nvSpPr>
                  <p:cNvPr id="1303" name="Google Shape;1319;p19">
                    <a:extLst>
                      <a:ext uri="{FF2B5EF4-FFF2-40B4-BE49-F238E27FC236}">
                        <a16:creationId xmlns:a16="http://schemas.microsoft.com/office/drawing/2014/main" id="{132287C8-35AB-5AB9-70F1-EAA55BA67968}"/>
                      </a:ext>
                    </a:extLst>
                  </p:cNvPr>
                  <p:cNvSpPr/>
                  <p:nvPr/>
                </p:nvSpPr>
                <p:spPr>
                  <a:xfrm>
                    <a:off x="7349505" y="606851"/>
                    <a:ext cx="1211126" cy="1211126"/>
                  </a:xfrm>
                  <a:prstGeom prst="ellipse">
                    <a:avLst/>
                  </a:prstGeom>
                  <a:solidFill>
                    <a:srgbClr val="EBECF0"/>
                  </a:solidFill>
                  <a:ln>
                    <a:noFill/>
                  </a:ln>
                  <a:effectLst>
                    <a:outerShdw blurRad="177800" dist="114300" dir="2700000" algn="tl" rotWithShape="0">
                      <a:srgbClr val="ACB0C0">
                        <a:alpha val="4196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304" name="Google Shape;1320;p19">
                    <a:extLst>
                      <a:ext uri="{FF2B5EF4-FFF2-40B4-BE49-F238E27FC236}">
                        <a16:creationId xmlns:a16="http://schemas.microsoft.com/office/drawing/2014/main" id="{E3360D93-0D0D-C690-FF64-109B8B88183B}"/>
                      </a:ext>
                    </a:extLst>
                  </p:cNvPr>
                  <p:cNvSpPr/>
                  <p:nvPr/>
                </p:nvSpPr>
                <p:spPr>
                  <a:xfrm>
                    <a:off x="7349505" y="606851"/>
                    <a:ext cx="1211126" cy="1211126"/>
                  </a:xfrm>
                  <a:prstGeom prst="ellipse">
                    <a:avLst/>
                  </a:prstGeom>
                  <a:solidFill>
                    <a:srgbClr val="EBECF0"/>
                  </a:solidFill>
                  <a:ln w="3175">
                    <a:solidFill>
                      <a:srgbClr val="FFFFFF">
                        <a:alpha val="60000"/>
                      </a:srgbClr>
                    </a:solidFill>
                  </a:ln>
                  <a:effectLst>
                    <a:outerShdw blurRad="114300" dist="114300" dir="13500000" algn="br" rotWithShape="0">
                      <a:srgbClr val="FFFFFF">
                        <a:alpha val="55686"/>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sp>
              <p:nvSpPr>
                <p:cNvPr id="1302" name="Google Shape;1321;p19">
                  <a:extLst>
                    <a:ext uri="{FF2B5EF4-FFF2-40B4-BE49-F238E27FC236}">
                      <a16:creationId xmlns:a16="http://schemas.microsoft.com/office/drawing/2014/main" id="{B339EE4E-B518-092B-591B-A0CEB3FD36A0}"/>
                    </a:ext>
                  </a:extLst>
                </p:cNvPr>
                <p:cNvSpPr/>
                <p:nvPr/>
              </p:nvSpPr>
              <p:spPr>
                <a:xfrm>
                  <a:off x="3103447" y="1758002"/>
                  <a:ext cx="2639490" cy="2639490"/>
                </a:xfrm>
                <a:prstGeom prst="ellipse">
                  <a:avLst/>
                </a:prstGeom>
                <a:gradFill>
                  <a:gsLst>
                    <a:gs pos="0">
                      <a:srgbClr val="EBECF0"/>
                    </a:gs>
                    <a:gs pos="39000">
                      <a:srgbClr val="EBECF0"/>
                    </a:gs>
                    <a:gs pos="100000">
                      <a:srgbClr val="F3F3F6"/>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pic>
            <p:nvPicPr>
              <p:cNvPr id="1299" name="Google Shape;1332;p19">
                <a:extLst>
                  <a:ext uri="{FF2B5EF4-FFF2-40B4-BE49-F238E27FC236}">
                    <a16:creationId xmlns:a16="http://schemas.microsoft.com/office/drawing/2014/main" id="{C9F643CC-32C3-A856-6AE1-9B5FE5993B87}"/>
                  </a:ext>
                </a:extLst>
              </p:cNvPr>
              <p:cNvPicPr preferRelativeResize="0"/>
              <p:nvPr/>
            </p:nvPicPr>
            <p:blipFill rotWithShape="1">
              <a:blip r:embed="rId15">
                <a:alphaModFix/>
              </a:blip>
              <a:srcRect/>
              <a:stretch/>
            </p:blipFill>
            <p:spPr>
              <a:xfrm>
                <a:off x="2817915" y="4471807"/>
                <a:ext cx="613828" cy="732657"/>
              </a:xfrm>
              <a:prstGeom prst="rect">
                <a:avLst/>
              </a:prstGeom>
              <a:noFill/>
              <a:ln>
                <a:noFill/>
              </a:ln>
            </p:spPr>
          </p:pic>
        </p:grpSp>
        <p:grpSp>
          <p:nvGrpSpPr>
            <p:cNvPr id="1306" name="Google Shape;1308;p19">
              <a:extLst>
                <a:ext uri="{FF2B5EF4-FFF2-40B4-BE49-F238E27FC236}">
                  <a16:creationId xmlns:a16="http://schemas.microsoft.com/office/drawing/2014/main" id="{21D08C69-0B3D-FE9C-F666-B661DAD13111}"/>
                </a:ext>
              </a:extLst>
            </p:cNvPr>
            <p:cNvGrpSpPr/>
            <p:nvPr/>
          </p:nvGrpSpPr>
          <p:grpSpPr>
            <a:xfrm>
              <a:off x="8795945" y="1329033"/>
              <a:ext cx="1073825" cy="1040708"/>
              <a:chOff x="7335545" y="606851"/>
              <a:chExt cx="1225086" cy="1211126"/>
            </a:xfrm>
          </p:grpSpPr>
          <p:sp>
            <p:nvSpPr>
              <p:cNvPr id="1308" name="Google Shape;1309;p19">
                <a:extLst>
                  <a:ext uri="{FF2B5EF4-FFF2-40B4-BE49-F238E27FC236}">
                    <a16:creationId xmlns:a16="http://schemas.microsoft.com/office/drawing/2014/main" id="{DAF96D32-BF8C-2C95-16B1-9306F4D56388}"/>
                  </a:ext>
                </a:extLst>
              </p:cNvPr>
              <p:cNvSpPr/>
              <p:nvPr/>
            </p:nvSpPr>
            <p:spPr>
              <a:xfrm>
                <a:off x="7349505" y="606851"/>
                <a:ext cx="1211126" cy="1211126"/>
              </a:xfrm>
              <a:prstGeom prst="ellipse">
                <a:avLst/>
              </a:prstGeom>
              <a:solidFill>
                <a:srgbClr val="EBECF0"/>
              </a:solidFill>
              <a:ln>
                <a:noFill/>
              </a:ln>
              <a:effectLst>
                <a:outerShdw blurRad="177800" dist="114300" dir="2700000" algn="tl" rotWithShape="0">
                  <a:srgbClr val="ACB0C0">
                    <a:alpha val="4196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309" name="Google Shape;1310;p19">
                <a:extLst>
                  <a:ext uri="{FF2B5EF4-FFF2-40B4-BE49-F238E27FC236}">
                    <a16:creationId xmlns:a16="http://schemas.microsoft.com/office/drawing/2014/main" id="{E29D8C3A-A136-40C9-2190-330CB1CDED80}"/>
                  </a:ext>
                </a:extLst>
              </p:cNvPr>
              <p:cNvSpPr/>
              <p:nvPr/>
            </p:nvSpPr>
            <p:spPr>
              <a:xfrm>
                <a:off x="7335545" y="606851"/>
                <a:ext cx="1211126" cy="1211126"/>
              </a:xfrm>
              <a:prstGeom prst="ellipse">
                <a:avLst/>
              </a:prstGeom>
              <a:solidFill>
                <a:srgbClr val="EBECF0"/>
              </a:solidFill>
              <a:ln w="3175">
                <a:solidFill>
                  <a:srgbClr val="FFFFFF">
                    <a:alpha val="59977"/>
                  </a:srgb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grpSp>
          <p:nvGrpSpPr>
            <p:cNvPr id="1312" name="Google Shape;1308;p19">
              <a:extLst>
                <a:ext uri="{FF2B5EF4-FFF2-40B4-BE49-F238E27FC236}">
                  <a16:creationId xmlns:a16="http://schemas.microsoft.com/office/drawing/2014/main" id="{83FDD753-8686-CBCC-5873-26D24A2167E9}"/>
                </a:ext>
              </a:extLst>
            </p:cNvPr>
            <p:cNvGrpSpPr/>
            <p:nvPr/>
          </p:nvGrpSpPr>
          <p:grpSpPr>
            <a:xfrm>
              <a:off x="8957811" y="3497100"/>
              <a:ext cx="1041425" cy="1020943"/>
              <a:chOff x="7349505" y="606851"/>
              <a:chExt cx="1211126" cy="1211126"/>
            </a:xfrm>
          </p:grpSpPr>
          <p:sp>
            <p:nvSpPr>
              <p:cNvPr id="1314" name="Google Shape;1309;p19">
                <a:extLst>
                  <a:ext uri="{FF2B5EF4-FFF2-40B4-BE49-F238E27FC236}">
                    <a16:creationId xmlns:a16="http://schemas.microsoft.com/office/drawing/2014/main" id="{F380A1D0-AC00-D9DE-D6D1-D298751C10CC}"/>
                  </a:ext>
                </a:extLst>
              </p:cNvPr>
              <p:cNvSpPr/>
              <p:nvPr/>
            </p:nvSpPr>
            <p:spPr>
              <a:xfrm>
                <a:off x="7349505" y="606851"/>
                <a:ext cx="1211126" cy="1211126"/>
              </a:xfrm>
              <a:prstGeom prst="ellipse">
                <a:avLst/>
              </a:prstGeom>
              <a:solidFill>
                <a:srgbClr val="EBECF0"/>
              </a:solidFill>
              <a:ln>
                <a:noFill/>
              </a:ln>
              <a:effectLst>
                <a:outerShdw blurRad="177800" dist="114300" dir="2700000" algn="tl" rotWithShape="0">
                  <a:srgbClr val="ACB0C0">
                    <a:alpha val="4196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315" name="Google Shape;1310;p19">
                <a:extLst>
                  <a:ext uri="{FF2B5EF4-FFF2-40B4-BE49-F238E27FC236}">
                    <a16:creationId xmlns:a16="http://schemas.microsoft.com/office/drawing/2014/main" id="{1E3F8661-CEBC-92BE-3BAD-7CB0464570D4}"/>
                  </a:ext>
                </a:extLst>
              </p:cNvPr>
              <p:cNvSpPr/>
              <p:nvPr/>
            </p:nvSpPr>
            <p:spPr>
              <a:xfrm>
                <a:off x="7349505" y="606851"/>
                <a:ext cx="1211126" cy="1211126"/>
              </a:xfrm>
              <a:prstGeom prst="ellipse">
                <a:avLst/>
              </a:prstGeom>
              <a:solidFill>
                <a:srgbClr val="EBECF0"/>
              </a:solidFill>
              <a:ln w="3175">
                <a:solidFill>
                  <a:srgbClr val="FFFFFF">
                    <a:alpha val="59977"/>
                  </a:srgbClr>
                </a:solidFill>
              </a:ln>
              <a:effectLst>
                <a:outerShdw blurRad="114300" dist="114300" dir="13500000" algn="br" rotWithShape="0">
                  <a:srgbClr val="EBECF0">
                    <a:alpha val="0"/>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alibri"/>
                  <a:buNone/>
                  <a:tabLst/>
                  <a:defRPr/>
                </a:pPr>
                <a:endParaRPr kumimoji="0" sz="1800" b="0" i="0" u="none" strike="noStrike" kern="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endParaRPr>
              </a:p>
            </p:txBody>
          </p:sp>
        </p:grpSp>
        <p:grpSp>
          <p:nvGrpSpPr>
            <p:cNvPr id="1496" name="Google Shape;1759;p24">
              <a:extLst>
                <a:ext uri="{FF2B5EF4-FFF2-40B4-BE49-F238E27FC236}">
                  <a16:creationId xmlns:a16="http://schemas.microsoft.com/office/drawing/2014/main" id="{31BB81DF-E873-0DBD-330B-06B8EEE5B7F6}"/>
                </a:ext>
              </a:extLst>
            </p:cNvPr>
            <p:cNvGrpSpPr/>
            <p:nvPr/>
          </p:nvGrpSpPr>
          <p:grpSpPr>
            <a:xfrm>
              <a:off x="6225996" y="5136180"/>
              <a:ext cx="1645865" cy="1496658"/>
              <a:chOff x="5573642" y="2488315"/>
              <a:chExt cx="2748650" cy="2748282"/>
            </a:xfrm>
          </p:grpSpPr>
          <p:sp>
            <p:nvSpPr>
              <p:cNvPr id="1497" name="Google Shape;1760;p24">
                <a:extLst>
                  <a:ext uri="{FF2B5EF4-FFF2-40B4-BE49-F238E27FC236}">
                    <a16:creationId xmlns:a16="http://schemas.microsoft.com/office/drawing/2014/main" id="{7898A87F-97B7-897C-B31F-2D32324C4A5E}"/>
                  </a:ext>
                </a:extLst>
              </p:cNvPr>
              <p:cNvSpPr/>
              <p:nvPr/>
            </p:nvSpPr>
            <p:spPr>
              <a:xfrm>
                <a:off x="5579092" y="2493397"/>
                <a:ext cx="2743200" cy="2743200"/>
              </a:xfrm>
              <a:prstGeom prst="roundRect">
                <a:avLst>
                  <a:gd name="adj" fmla="val 16667"/>
                </a:avLst>
              </a:prstGeom>
              <a:solidFill>
                <a:srgbClr val="EBECF0"/>
              </a:solidFill>
              <a:ln>
                <a:noFill/>
              </a:ln>
              <a:effectLst>
                <a:outerShdw blurRad="114300" dist="114300" dir="13500000" algn="ctr" rotWithShape="0">
                  <a:srgbClr val="FFFFFF">
                    <a:alpha val="55686"/>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sp>
            <p:nvSpPr>
              <p:cNvPr id="1498" name="Google Shape;1761;p24">
                <a:extLst>
                  <a:ext uri="{FF2B5EF4-FFF2-40B4-BE49-F238E27FC236}">
                    <a16:creationId xmlns:a16="http://schemas.microsoft.com/office/drawing/2014/main" id="{AE1AB746-6681-6A98-DB2D-5CE845AEA7F2}"/>
                  </a:ext>
                </a:extLst>
              </p:cNvPr>
              <p:cNvSpPr/>
              <p:nvPr/>
            </p:nvSpPr>
            <p:spPr>
              <a:xfrm>
                <a:off x="5573642" y="2488315"/>
                <a:ext cx="2743198" cy="2743200"/>
              </a:xfrm>
              <a:prstGeom prst="roundRect">
                <a:avLst>
                  <a:gd name="adj" fmla="val 16667"/>
                </a:avLst>
              </a:prstGeom>
              <a:solidFill>
                <a:srgbClr val="EBECF0"/>
              </a:solidFill>
              <a:ln>
                <a:noFill/>
              </a:ln>
              <a:effectLst>
                <a:outerShdw blurRad="177800" dist="114300" dir="2700000" algn="ctr" rotWithShape="0">
                  <a:srgbClr val="ACB0C0">
                    <a:alpha val="41960"/>
                  </a:srgbClr>
                </a:outerShdw>
              </a:effectLst>
            </p:spPr>
            <p:txBody>
              <a:bodyPr spcFirstLastPara="1" wrap="square" lIns="137150" tIns="68575" rIns="137150" bIns="68575" anchor="t" anchorCtr="0">
                <a:noAutofit/>
              </a:bodyPr>
              <a:lstStyle/>
              <a:p>
                <a:pPr>
                  <a:buClr>
                    <a:srgbClr val="ACB0C0"/>
                  </a:buClr>
                  <a:buSzPts val="4050"/>
                  <a:buFont typeface="Calibri"/>
                  <a:buNone/>
                </a:pPr>
                <a:endParaRPr sz="4050" kern="0">
                  <a:solidFill>
                    <a:srgbClr val="ACB0C0"/>
                  </a:solidFill>
                  <a:latin typeface="Calibri" panose="020F0502020204030204"/>
                  <a:ea typeface="Calibri"/>
                  <a:cs typeface="Calibri"/>
                  <a:sym typeface="Calibri"/>
                </a:endParaRPr>
              </a:p>
            </p:txBody>
          </p:sp>
        </p:grpSp>
        <p:sp>
          <p:nvSpPr>
            <p:cNvPr id="1332" name="Rectangle: Rounded Corners 32">
              <a:extLst>
                <a:ext uri="{FF2B5EF4-FFF2-40B4-BE49-F238E27FC236}">
                  <a16:creationId xmlns:a16="http://schemas.microsoft.com/office/drawing/2014/main" id="{D4EDD7D2-6CC2-AA55-7942-34AA85092A6C}"/>
                </a:ext>
              </a:extLst>
            </p:cNvPr>
            <p:cNvSpPr/>
            <p:nvPr/>
          </p:nvSpPr>
          <p:spPr>
            <a:xfrm>
              <a:off x="6254886" y="5169946"/>
              <a:ext cx="1568628" cy="1429127"/>
            </a:xfrm>
            <a:prstGeom prst="roundRect">
              <a:avLst/>
            </a:prstGeom>
            <a:solidFill>
              <a:srgbClr val="EBECF0"/>
            </a:solidFill>
            <a:ln w="12700" cap="flat" cmpd="sng" algn="ctr">
              <a:solidFill>
                <a:schemeClr val="bg1">
                  <a:alpha val="42995"/>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1319" name="Group 1318">
              <a:extLst>
                <a:ext uri="{FF2B5EF4-FFF2-40B4-BE49-F238E27FC236}">
                  <a16:creationId xmlns:a16="http://schemas.microsoft.com/office/drawing/2014/main" id="{7BECEA6D-35E9-7B9F-6474-C9D1B700561D}"/>
                </a:ext>
              </a:extLst>
            </p:cNvPr>
            <p:cNvGrpSpPr/>
            <p:nvPr/>
          </p:nvGrpSpPr>
          <p:grpSpPr>
            <a:xfrm>
              <a:off x="6677317" y="5306240"/>
              <a:ext cx="729256" cy="729256"/>
              <a:chOff x="3169920" y="1404403"/>
              <a:chExt cx="720000" cy="720000"/>
            </a:xfrm>
          </p:grpSpPr>
          <p:sp>
            <p:nvSpPr>
              <p:cNvPr id="1320" name="Rounded Rectangle 1319">
                <a:extLst>
                  <a:ext uri="{FF2B5EF4-FFF2-40B4-BE49-F238E27FC236}">
                    <a16:creationId xmlns:a16="http://schemas.microsoft.com/office/drawing/2014/main" id="{78E08328-D996-00F1-C316-7F3FCEE82688}"/>
                  </a:ext>
                </a:extLst>
              </p:cNvPr>
              <p:cNvSpPr/>
              <p:nvPr/>
            </p:nvSpPr>
            <p:spPr>
              <a:xfrm>
                <a:off x="3169920" y="1404403"/>
                <a:ext cx="720000" cy="720000"/>
              </a:xfrm>
              <a:prstGeom prst="roundRect">
                <a:avLst>
                  <a:gd name="adj" fmla="val 33077"/>
                </a:avLst>
              </a:prstGeom>
              <a:solidFill>
                <a:srgbClr val="E9EDF0"/>
              </a:solidFill>
              <a:ln w="12700" cap="flat" cmpd="sng" algn="ctr">
                <a:noFill/>
                <a:prstDash val="solid"/>
                <a:miter lim="800000"/>
              </a:ln>
              <a:effectLst>
                <a:outerShdw blurRad="254000" dist="190500" dir="13500000" algn="br" rotWithShape="0">
                  <a:sysClr val="window" lastClr="FFFFFF">
                    <a:alpha val="40000"/>
                  </a:sys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21" name="Rounded Rectangle 1320">
                <a:extLst>
                  <a:ext uri="{FF2B5EF4-FFF2-40B4-BE49-F238E27FC236}">
                    <a16:creationId xmlns:a16="http://schemas.microsoft.com/office/drawing/2014/main" id="{1997827B-BBD0-C778-8014-F2D6695C3D68}"/>
                  </a:ext>
                </a:extLst>
              </p:cNvPr>
              <p:cNvSpPr/>
              <p:nvPr/>
            </p:nvSpPr>
            <p:spPr>
              <a:xfrm>
                <a:off x="3169920" y="1404403"/>
                <a:ext cx="720000" cy="720000"/>
              </a:xfrm>
              <a:prstGeom prst="roundRect">
                <a:avLst>
                  <a:gd name="adj" fmla="val 33077"/>
                </a:avLst>
              </a:prstGeom>
              <a:solidFill>
                <a:srgbClr val="E9EDF0"/>
              </a:solidFill>
              <a:ln w="12700" cap="flat" cmpd="sng" algn="ctr">
                <a:solidFill>
                  <a:schemeClr val="bg1">
                    <a:alpha val="65362"/>
                  </a:schemeClr>
                </a:solidFill>
                <a:prstDash val="solid"/>
                <a:miter lim="800000"/>
              </a:ln>
              <a:effectLst>
                <a:outerShdw blurRad="381000" dist="190500" dir="2700000" algn="tl" rotWithShape="0">
                  <a:srgbClr val="44546A">
                    <a:lumMod val="60000"/>
                    <a:lumOff val="40000"/>
                    <a:alpha val="3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pic>
          <p:nvPicPr>
            <p:cNvPr id="1430" name="Picture 1429" descr="A blue and black logo&#10;&#10;AI-generated content may be incorrect.">
              <a:extLst>
                <a:ext uri="{FF2B5EF4-FFF2-40B4-BE49-F238E27FC236}">
                  <a16:creationId xmlns:a16="http://schemas.microsoft.com/office/drawing/2014/main" id="{4AAE7279-F27E-045D-9F69-F15D259BED09}"/>
                </a:ext>
              </a:extLst>
            </p:cNvPr>
            <p:cNvPicPr>
              <a:picLocks noChangeAspect="1"/>
            </p:cNvPicPr>
            <p:nvPr/>
          </p:nvPicPr>
          <p:blipFill>
            <a:blip r:embed="rId16"/>
            <a:stretch>
              <a:fillRect/>
            </a:stretch>
          </p:blipFill>
          <p:spPr>
            <a:xfrm>
              <a:off x="6869761" y="6078353"/>
              <a:ext cx="400774" cy="436844"/>
            </a:xfrm>
            <a:prstGeom prst="rect">
              <a:avLst/>
            </a:prstGeom>
          </p:spPr>
        </p:pic>
        <p:pic>
          <p:nvPicPr>
            <p:cNvPr id="1431" name="Picture 1430" descr="A blue and black logo&#10;&#10;AI-generated content may be incorrect.">
              <a:extLst>
                <a:ext uri="{FF2B5EF4-FFF2-40B4-BE49-F238E27FC236}">
                  <a16:creationId xmlns:a16="http://schemas.microsoft.com/office/drawing/2014/main" id="{C5270DF9-6643-0595-3E6F-7503374E4315}"/>
                </a:ext>
              </a:extLst>
            </p:cNvPr>
            <p:cNvPicPr>
              <a:picLocks noChangeAspect="1"/>
            </p:cNvPicPr>
            <p:nvPr/>
          </p:nvPicPr>
          <p:blipFill>
            <a:blip r:embed="rId17"/>
            <a:stretch>
              <a:fillRect/>
            </a:stretch>
          </p:blipFill>
          <p:spPr>
            <a:xfrm>
              <a:off x="6391157" y="5880654"/>
              <a:ext cx="368712" cy="440852"/>
            </a:xfrm>
            <a:prstGeom prst="rect">
              <a:avLst/>
            </a:prstGeom>
          </p:spPr>
        </p:pic>
        <p:pic>
          <p:nvPicPr>
            <p:cNvPr id="1432" name="Picture 1431" descr="A computer screen with a shield and a check mark&#10;&#10;AI-generated content may be incorrect.">
              <a:extLst>
                <a:ext uri="{FF2B5EF4-FFF2-40B4-BE49-F238E27FC236}">
                  <a16:creationId xmlns:a16="http://schemas.microsoft.com/office/drawing/2014/main" id="{74477A5D-BF51-69E0-41FA-1D6AC67BE40F}"/>
                </a:ext>
              </a:extLst>
            </p:cNvPr>
            <p:cNvPicPr>
              <a:picLocks noChangeAspect="1"/>
            </p:cNvPicPr>
            <p:nvPr/>
          </p:nvPicPr>
          <p:blipFill>
            <a:blip r:embed="rId18"/>
            <a:stretch>
              <a:fillRect/>
            </a:stretch>
          </p:blipFill>
          <p:spPr>
            <a:xfrm>
              <a:off x="7337640" y="5860615"/>
              <a:ext cx="412798" cy="480929"/>
            </a:xfrm>
            <a:prstGeom prst="rect">
              <a:avLst/>
            </a:prstGeom>
          </p:spPr>
        </p:pic>
        <p:sp>
          <p:nvSpPr>
            <p:cNvPr id="5" name="Google Shape;1299;p19">
              <a:extLst>
                <a:ext uri="{FF2B5EF4-FFF2-40B4-BE49-F238E27FC236}">
                  <a16:creationId xmlns:a16="http://schemas.microsoft.com/office/drawing/2014/main" id="{F0E0AE32-9304-6206-7D8F-838B1BDB8B96}"/>
                </a:ext>
              </a:extLst>
            </p:cNvPr>
            <p:cNvSpPr/>
            <p:nvPr/>
          </p:nvSpPr>
          <p:spPr>
            <a:xfrm>
              <a:off x="6274343" y="5217120"/>
              <a:ext cx="1568628" cy="89117"/>
            </a:xfrm>
            <a:prstGeom prst="rect">
              <a:avLst/>
            </a:prstGeom>
            <a:noFill/>
            <a:ln>
              <a:noFill/>
            </a:ln>
          </p:spPr>
          <p:txBody>
            <a:bodyPr spcFirstLastPara="1" wrap="square" lIns="0" tIns="0" rIns="0" bIns="0" anchor="t" anchorCtr="0">
              <a:spAutoFit/>
            </a:bodyPr>
            <a:lstStyle/>
            <a:p>
              <a:pPr algn="ctr">
                <a:buClr>
                  <a:srgbClr val="14151B"/>
                </a:buClr>
                <a:buSzPts val="1100"/>
              </a:pPr>
              <a:r>
                <a:rPr lang="en-IN" sz="600" b="1" kern="0">
                  <a:solidFill>
                    <a:schemeClr val="tx2">
                      <a:lumMod val="25000"/>
                    </a:schemeClr>
                  </a:solidFill>
                  <a:latin typeface="Open Sans" panose="020B0606030504020204" pitchFamily="34" charset="0"/>
                  <a:ea typeface="Open Sans" panose="020B0606030504020204" pitchFamily="34" charset="0"/>
                  <a:cs typeface="Open Sans" panose="020B0606030504020204" pitchFamily="34" charset="0"/>
                </a:rPr>
                <a:t>Identity and Access Management</a:t>
              </a:r>
              <a:endParaRPr sz="600" b="1" kern="0">
                <a:solidFill>
                  <a:schemeClr val="tx2">
                    <a:lumMod val="25000"/>
                  </a:schemeClr>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pic>
          <p:nvPicPr>
            <p:cNvPr id="6" name="Picture 5" descr="A blue circle with a letter in it&#10;&#10;AI-generated content may be incorrect.">
              <a:extLst>
                <a:ext uri="{FF2B5EF4-FFF2-40B4-BE49-F238E27FC236}">
                  <a16:creationId xmlns:a16="http://schemas.microsoft.com/office/drawing/2014/main" id="{F8EB559A-986D-5CB7-716B-CCF790BCA1E8}"/>
                </a:ext>
              </a:extLst>
            </p:cNvPr>
            <p:cNvPicPr>
              <a:picLocks noChangeAspect="1"/>
            </p:cNvPicPr>
            <p:nvPr/>
          </p:nvPicPr>
          <p:blipFill>
            <a:blip r:embed="rId19"/>
            <a:stretch>
              <a:fillRect/>
            </a:stretch>
          </p:blipFill>
          <p:spPr>
            <a:xfrm>
              <a:off x="6727382" y="5347418"/>
              <a:ext cx="637294" cy="637294"/>
            </a:xfrm>
            <a:prstGeom prst="rect">
              <a:avLst/>
            </a:prstGeom>
          </p:spPr>
        </p:pic>
        <p:pic>
          <p:nvPicPr>
            <p:cNvPr id="7" name="Picture 6" descr="A blue logo with a shield and a keyhole&#10;&#10;AI-generated content may be incorrect.">
              <a:extLst>
                <a:ext uri="{FF2B5EF4-FFF2-40B4-BE49-F238E27FC236}">
                  <a16:creationId xmlns:a16="http://schemas.microsoft.com/office/drawing/2014/main" id="{BD12E935-FB3D-C76E-0E71-8A724F709230}"/>
                </a:ext>
              </a:extLst>
            </p:cNvPr>
            <p:cNvPicPr>
              <a:picLocks noChangeAspect="1"/>
            </p:cNvPicPr>
            <p:nvPr/>
          </p:nvPicPr>
          <p:blipFill>
            <a:blip r:embed="rId20"/>
            <a:stretch>
              <a:fillRect/>
            </a:stretch>
          </p:blipFill>
          <p:spPr>
            <a:xfrm>
              <a:off x="9140263" y="3588796"/>
              <a:ext cx="698496" cy="837550"/>
            </a:xfrm>
            <a:prstGeom prst="rect">
              <a:avLst/>
            </a:prstGeom>
          </p:spPr>
        </p:pic>
        <p:pic>
          <p:nvPicPr>
            <p:cNvPr id="8" name="Picture 7" descr="A blue circle with people icons and arrows&#10;&#10;AI-generated content may be incorrect.">
              <a:extLst>
                <a:ext uri="{FF2B5EF4-FFF2-40B4-BE49-F238E27FC236}">
                  <a16:creationId xmlns:a16="http://schemas.microsoft.com/office/drawing/2014/main" id="{DF7BE42C-E0D9-D1EA-299A-249283F43542}"/>
                </a:ext>
              </a:extLst>
            </p:cNvPr>
            <p:cNvPicPr>
              <a:picLocks noChangeAspect="1"/>
            </p:cNvPicPr>
            <p:nvPr/>
          </p:nvPicPr>
          <p:blipFill>
            <a:blip r:embed="rId21"/>
            <a:stretch>
              <a:fillRect/>
            </a:stretch>
          </p:blipFill>
          <p:spPr>
            <a:xfrm>
              <a:off x="8971437" y="1406921"/>
              <a:ext cx="722580" cy="866428"/>
            </a:xfrm>
            <a:prstGeom prst="rect">
              <a:avLst/>
            </a:prstGeom>
          </p:spPr>
        </p:pic>
        <p:pic>
          <p:nvPicPr>
            <p:cNvPr id="19" name="Picture 18" descr="A blue shield with a check mark in the middle&#10;&#10;AI-generated content may be incorrect.">
              <a:extLst>
                <a:ext uri="{FF2B5EF4-FFF2-40B4-BE49-F238E27FC236}">
                  <a16:creationId xmlns:a16="http://schemas.microsoft.com/office/drawing/2014/main" id="{B3E0E7DA-87F1-D286-51C0-2CDA60E51494}"/>
                </a:ext>
              </a:extLst>
            </p:cNvPr>
            <p:cNvPicPr>
              <a:picLocks noChangeAspect="1"/>
            </p:cNvPicPr>
            <p:nvPr/>
          </p:nvPicPr>
          <p:blipFill>
            <a:blip r:embed="rId22"/>
            <a:stretch>
              <a:fillRect/>
            </a:stretch>
          </p:blipFill>
          <p:spPr>
            <a:xfrm>
              <a:off x="4267307" y="1445451"/>
              <a:ext cx="646295" cy="807869"/>
            </a:xfrm>
            <a:prstGeom prst="rect">
              <a:avLst/>
            </a:prstGeom>
          </p:spPr>
        </p:pic>
      </p:grpSp>
    </p:spTree>
    <p:extLst>
      <p:ext uri="{BB962C8B-B14F-4D97-AF65-F5344CB8AC3E}">
        <p14:creationId xmlns:p14="http://schemas.microsoft.com/office/powerpoint/2010/main" val="446341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ChatGPT Image Jan 30, 2026, 02_14_48 PM.png"/>
          <p:cNvPicPr>
            <a:picLocks noGrp="1" noChangeAspect="1"/>
          </p:cNvPicPr>
          <p:nvPr>
            <p:ph idx="1"/>
          </p:nvPr>
        </p:nvPicPr>
        <p:blipFill>
          <a:blip r:embed="rId2"/>
          <a:stretch>
            <a:fillRect/>
          </a:stretch>
        </p:blipFill>
        <p:spPr>
          <a:xfrm>
            <a:off x="0" y="0"/>
            <a:ext cx="12192000" cy="6858000"/>
          </a:xfrm>
        </p:spPr>
      </p:pic>
      <p:pic>
        <p:nvPicPr>
          <p:cNvPr id="16" name="Picture 15" descr="ChatGPT Image Jan 30, 2026, 02_49_36 PM.png"/>
          <p:cNvPicPr>
            <a:picLocks noChangeAspect="1"/>
          </p:cNvPicPr>
          <p:nvPr/>
        </p:nvPicPr>
        <p:blipFill>
          <a:blip r:embed="rId3"/>
          <a:srcRect l="15751" t="25000" r="16117" b="35714"/>
          <a:stretch>
            <a:fillRect/>
          </a:stretch>
        </p:blipFill>
        <p:spPr>
          <a:xfrm>
            <a:off x="10599668" y="5953223"/>
            <a:ext cx="1427232" cy="548640"/>
          </a:xfrm>
          <a:prstGeom prst="rect">
            <a:avLst/>
          </a:prstGeom>
        </p:spPr>
      </p:pic>
    </p:spTree>
  </p:cSld>
  <p:clrMapOvr>
    <a:masterClrMapping/>
  </p:clrMapOvr>
  <p:transition advTm="2188"/>
</p:sld>
</file>

<file path=ppt/theme/theme1.xml><?xml version="1.0" encoding="utf-8"?>
<a:theme xmlns:a="http://schemas.openxmlformats.org/drawingml/2006/main" name="3_Office Theme">
  <a:themeElements>
    <a:clrScheme name="00 Neomorph Light">
      <a:dk1>
        <a:srgbClr val="ACB0C0"/>
      </a:dk1>
      <a:lt1>
        <a:srgbClr val="FFFFFF"/>
      </a:lt1>
      <a:dk2>
        <a:srgbClr val="FFFFFF"/>
      </a:dk2>
      <a:lt2>
        <a:srgbClr val="EBECF0"/>
      </a:lt2>
      <a:accent1>
        <a:srgbClr val="9FA7C4"/>
      </a:accent1>
      <a:accent2>
        <a:srgbClr val="FFD000"/>
      </a:accent2>
      <a:accent3>
        <a:srgbClr val="00E6F2"/>
      </a:accent3>
      <a:accent4>
        <a:srgbClr val="006EFF"/>
      </a:accent4>
      <a:accent5>
        <a:srgbClr val="065381"/>
      </a:accent5>
      <a:accent6>
        <a:srgbClr val="BD114D"/>
      </a:accent6>
      <a:hlink>
        <a:srgbClr val="F33B48"/>
      </a:hlink>
      <a:folHlink>
        <a:srgbClr val="FFC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Office Theme">
  <a:themeElements>
    <a:clrScheme name="00 Neomorph Light">
      <a:dk1>
        <a:srgbClr val="ACB0C0"/>
      </a:dk1>
      <a:lt1>
        <a:sysClr val="window" lastClr="FFFFFF"/>
      </a:lt1>
      <a:dk2>
        <a:srgbClr val="FFFFFF"/>
      </a:dk2>
      <a:lt2>
        <a:srgbClr val="EBECF0"/>
      </a:lt2>
      <a:accent1>
        <a:srgbClr val="9FA7C4"/>
      </a:accent1>
      <a:accent2>
        <a:srgbClr val="FFD000"/>
      </a:accent2>
      <a:accent3>
        <a:srgbClr val="00E6F2"/>
      </a:accent3>
      <a:accent4>
        <a:srgbClr val="006EFF"/>
      </a:accent4>
      <a:accent5>
        <a:srgbClr val="065381"/>
      </a:accent5>
      <a:accent6>
        <a:srgbClr val="BD114D"/>
      </a:accent6>
      <a:hlink>
        <a:srgbClr val="F33B48"/>
      </a:hlink>
      <a:folHlink>
        <a:srgbClr val="FFC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00 Neomorph Light">
      <a:dk1>
        <a:srgbClr val="ACB0C0"/>
      </a:dk1>
      <a:lt1>
        <a:srgbClr val="FFFFFF"/>
      </a:lt1>
      <a:dk2>
        <a:srgbClr val="FFFFFF"/>
      </a:dk2>
      <a:lt2>
        <a:srgbClr val="EBECF0"/>
      </a:lt2>
      <a:accent1>
        <a:srgbClr val="9FA7C4"/>
      </a:accent1>
      <a:accent2>
        <a:srgbClr val="FFD000"/>
      </a:accent2>
      <a:accent3>
        <a:srgbClr val="00E6F2"/>
      </a:accent3>
      <a:accent4>
        <a:srgbClr val="006EFF"/>
      </a:accent4>
      <a:accent5>
        <a:srgbClr val="065381"/>
      </a:accent5>
      <a:accent6>
        <a:srgbClr val="BD114D"/>
      </a:accent6>
      <a:hlink>
        <a:srgbClr val="F33B48"/>
      </a:hlink>
      <a:folHlink>
        <a:srgbClr val="FFC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6</Notes>
  <HiddenSlides>0</HiddenSlides>
  <ScaleCrop>false</ScaleCrop>
  <HeadingPairs>
    <vt:vector size="4" baseType="variant">
      <vt:variant>
        <vt:lpstr>Theme</vt:lpstr>
      </vt:variant>
      <vt:variant>
        <vt:i4>3</vt:i4>
      </vt:variant>
      <vt:variant>
        <vt:lpstr>Slide Titles</vt:lpstr>
      </vt:variant>
      <vt:variant>
        <vt:i4>20</vt:i4>
      </vt:variant>
    </vt:vector>
  </HeadingPairs>
  <TitlesOfParts>
    <vt:vector size="23" baseType="lpstr">
      <vt:lpstr>3_Office Theme</vt:lpstr>
      <vt:lpstr>4_Office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Hemanth Ambati</dc:creator>
  <cp:revision>25</cp:revision>
  <cp:lastPrinted>2025-06-08T16:21:47Z</cp:lastPrinted>
  <dcterms:created xsi:type="dcterms:W3CDTF">2025-04-10T05:45:21Z</dcterms:created>
  <dcterms:modified xsi:type="dcterms:W3CDTF">2026-04-17T10:52:39Z</dcterms:modified>
</cp:coreProperties>
</file>